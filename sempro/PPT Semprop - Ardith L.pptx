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4"/>
  </p:notesMasterIdLst>
  <p:sldIdLst>
    <p:sldId id="256" r:id="rId2"/>
    <p:sldId id="258" r:id="rId3"/>
    <p:sldId id="302" r:id="rId4"/>
    <p:sldId id="259" r:id="rId5"/>
    <p:sldId id="276" r:id="rId6"/>
    <p:sldId id="314" r:id="rId7"/>
    <p:sldId id="264" r:id="rId8"/>
    <p:sldId id="261" r:id="rId9"/>
    <p:sldId id="268" r:id="rId10"/>
    <p:sldId id="267" r:id="rId11"/>
    <p:sldId id="277" r:id="rId12"/>
    <p:sldId id="309" r:id="rId13"/>
    <p:sldId id="275" r:id="rId14"/>
    <p:sldId id="273" r:id="rId15"/>
    <p:sldId id="310" r:id="rId16"/>
    <p:sldId id="305" r:id="rId17"/>
    <p:sldId id="313" r:id="rId18"/>
    <p:sldId id="308" r:id="rId19"/>
    <p:sldId id="311" r:id="rId20"/>
    <p:sldId id="304" r:id="rId21"/>
    <p:sldId id="312" r:id="rId22"/>
    <p:sldId id="260" r:id="rId23"/>
  </p:sldIdLst>
  <p:sldSz cx="9144000" cy="5143500" type="screen16x9"/>
  <p:notesSz cx="6858000" cy="9144000"/>
  <p:embeddedFontLst>
    <p:embeddedFont>
      <p:font typeface="Dosis ExtraLight" panose="020B0604020202020204" charset="0"/>
      <p:regular r:id="rId25"/>
      <p:bold r:id="rId26"/>
    </p:embeddedFont>
    <p:embeddedFont>
      <p:font typeface="Fira Sans Extra Condensed Medium" panose="020B0604020202020204" charset="0"/>
      <p:regular r:id="rId27"/>
      <p:bold r:id="rId28"/>
      <p:italic r:id="rId29"/>
      <p:boldItalic r:id="rId30"/>
    </p:embeddedFont>
    <p:embeddedFont>
      <p:font typeface="Raleway" panose="020B0503030101060003" pitchFamily="34" charset="0"/>
      <p:regular r:id="rId31"/>
      <p:bold r:id="rId32"/>
      <p:italic r:id="rId33"/>
      <p:boldItalic r:id="rId34"/>
    </p:embeddedFont>
    <p:embeddedFont>
      <p:font typeface="Raleway Light" panose="020B0403030101060003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788"/>
    <a:srgbClr val="96C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159BD3-344E-4E92-B66B-2CB23C39393A}">
  <a:tblStyle styleId="{06159BD3-344E-4E92-B66B-2CB23C3939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50" autoAdjust="0"/>
    <p:restoredTop sz="94674" autoAdjust="0"/>
  </p:normalViewPr>
  <p:slideViewPr>
    <p:cSldViewPr snapToGrid="0">
      <p:cViewPr varScale="1">
        <p:scale>
          <a:sx n="97" d="100"/>
          <a:sy n="97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3da1a43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3da1a43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320de4b7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320de4b7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320de4b7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320de4b7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594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6320de4b7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6320de4b7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6320de4b7d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6320de4b7d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6320de4b7d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6320de4b7d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860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3da1a438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3da1a438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63e8071fd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63e8071fd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6320de4b7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6320de4b7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6320de4b7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6320de4b7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257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63e8071f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63e8071f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213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3da1a438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3da1a438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08961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0286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5562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373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6320de4b7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6320de4b7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1688" y="214825"/>
            <a:ext cx="4067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48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65900" y="2148250"/>
            <a:ext cx="24186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08350" y="2031176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931350" y="2450851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250550" y="793375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16650" y="1602561"/>
            <a:ext cx="3359400" cy="29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1115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02950" y="344150"/>
            <a:ext cx="3817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471971" y="344146"/>
            <a:ext cx="5056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9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ctrTitle" idx="2"/>
          </p:nvPr>
        </p:nvSpPr>
        <p:spPr>
          <a:xfrm flipH="1">
            <a:off x="652624" y="1540500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1"/>
          </p:nvPr>
        </p:nvSpPr>
        <p:spPr>
          <a:xfrm flipH="1">
            <a:off x="652624" y="1918111"/>
            <a:ext cx="2652300" cy="7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3" hasCustomPrompt="1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ctrTitle" idx="4"/>
          </p:nvPr>
        </p:nvSpPr>
        <p:spPr>
          <a:xfrm flipH="1">
            <a:off x="5806476" y="2158804"/>
            <a:ext cx="2384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5"/>
          </p:nvPr>
        </p:nvSpPr>
        <p:spPr>
          <a:xfrm flipH="1">
            <a:off x="5806476" y="2525490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6" hasCustomPrompt="1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ctrTitle" idx="7"/>
          </p:nvPr>
        </p:nvSpPr>
        <p:spPr>
          <a:xfrm flipH="1">
            <a:off x="851824" y="2550833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8"/>
          </p:nvPr>
        </p:nvSpPr>
        <p:spPr>
          <a:xfrm flipH="1">
            <a:off x="699424" y="2931224"/>
            <a:ext cx="2605500" cy="7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9" hasCustomPrompt="1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ctrTitle" idx="13"/>
          </p:nvPr>
        </p:nvSpPr>
        <p:spPr>
          <a:xfrm flipH="1">
            <a:off x="5806476" y="3157143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4"/>
          </p:nvPr>
        </p:nvSpPr>
        <p:spPr>
          <a:xfrm flipH="1">
            <a:off x="5806476" y="3523828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15" hasCustomPrompt="1"/>
          </p:nvPr>
        </p:nvSpPr>
        <p:spPr>
          <a:xfrm>
            <a:off x="4852249" y="3318626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 idx="16"/>
          </p:nvPr>
        </p:nvSpPr>
        <p:spPr>
          <a:xfrm flipH="1">
            <a:off x="851824" y="3567989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7"/>
          </p:nvPr>
        </p:nvSpPr>
        <p:spPr>
          <a:xfrm flipH="1">
            <a:off x="851824" y="3948096"/>
            <a:ext cx="24531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18" hasCustomPrompt="1"/>
          </p:nvPr>
        </p:nvSpPr>
        <p:spPr>
          <a:xfrm>
            <a:off x="3251519" y="3710422"/>
            <a:ext cx="9474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500"/>
              <a:buFont typeface="Fira Sans Extra Condensed Medium"/>
              <a:buNone/>
              <a:defRPr sz="5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 flipH="1">
            <a:off x="64655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 flipH="1">
            <a:off x="59651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ctrTitle" idx="2"/>
          </p:nvPr>
        </p:nvSpPr>
        <p:spPr>
          <a:xfrm flipH="1">
            <a:off x="37916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3"/>
          </p:nvPr>
        </p:nvSpPr>
        <p:spPr>
          <a:xfrm flipH="1">
            <a:off x="32912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ctrTitle" idx="4"/>
          </p:nvPr>
        </p:nvSpPr>
        <p:spPr>
          <a:xfrm flipH="1">
            <a:off x="11177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5"/>
          </p:nvPr>
        </p:nvSpPr>
        <p:spPr>
          <a:xfrm flipH="1">
            <a:off x="6173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 idx="6"/>
          </p:nvPr>
        </p:nvSpPr>
        <p:spPr>
          <a:xfrm>
            <a:off x="4966150" y="344150"/>
            <a:ext cx="35622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columns 3">
  <p:cSld name="CUSTOM_1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ctrTitle"/>
          </p:nvPr>
        </p:nvSpPr>
        <p:spPr>
          <a:xfrm flipH="1">
            <a:off x="5758076" y="2953536"/>
            <a:ext cx="22500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 flipH="1">
            <a:off x="1429413" y="2066667"/>
            <a:ext cx="16497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ctrTitle" idx="2"/>
          </p:nvPr>
        </p:nvSpPr>
        <p:spPr>
          <a:xfrm flipH="1">
            <a:off x="1151501" y="1604710"/>
            <a:ext cx="2205600" cy="62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3"/>
          </p:nvPr>
        </p:nvSpPr>
        <p:spPr>
          <a:xfrm flipH="1">
            <a:off x="6058223" y="3363893"/>
            <a:ext cx="16497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 idx="4"/>
          </p:nvPr>
        </p:nvSpPr>
        <p:spPr>
          <a:xfrm>
            <a:off x="311700" y="38209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ctrTitle"/>
          </p:nvPr>
        </p:nvSpPr>
        <p:spPr>
          <a:xfrm flipH="1">
            <a:off x="4441165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 flipH="1">
            <a:off x="3853177" y="3315572"/>
            <a:ext cx="21486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ctrTitle" idx="2"/>
          </p:nvPr>
        </p:nvSpPr>
        <p:spPr>
          <a:xfrm flipH="1">
            <a:off x="6965177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3"/>
          </p:nvPr>
        </p:nvSpPr>
        <p:spPr>
          <a:xfrm flipH="1">
            <a:off x="6541577" y="3315572"/>
            <a:ext cx="1984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ctrTitle" idx="4"/>
          </p:nvPr>
        </p:nvSpPr>
        <p:spPr>
          <a:xfrm flipH="1">
            <a:off x="6965177" y="175020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5"/>
          </p:nvPr>
        </p:nvSpPr>
        <p:spPr>
          <a:xfrm flipH="1">
            <a:off x="6411377" y="2129507"/>
            <a:ext cx="2114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ctrTitle" idx="6"/>
          </p:nvPr>
        </p:nvSpPr>
        <p:spPr>
          <a:xfrm flipH="1">
            <a:off x="4441165" y="1750214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7"/>
          </p:nvPr>
        </p:nvSpPr>
        <p:spPr>
          <a:xfrm flipH="1">
            <a:off x="3975276" y="2129507"/>
            <a:ext cx="20265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title" idx="8"/>
          </p:nvPr>
        </p:nvSpPr>
        <p:spPr>
          <a:xfrm>
            <a:off x="5367144" y="347869"/>
            <a:ext cx="316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2">
  <p:cSld name="CUSTOM_6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ctrTitle"/>
          </p:nvPr>
        </p:nvSpPr>
        <p:spPr>
          <a:xfrm flipH="1">
            <a:off x="1631950" y="2035939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1"/>
          </p:nvPr>
        </p:nvSpPr>
        <p:spPr>
          <a:xfrm flipH="1">
            <a:off x="1631950" y="2449119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3">
  <p:cSld name="CUSTOM_6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ctrTitle"/>
          </p:nvPr>
        </p:nvSpPr>
        <p:spPr>
          <a:xfrm>
            <a:off x="3801000" y="2347819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1"/>
          </p:nvPr>
        </p:nvSpPr>
        <p:spPr>
          <a:xfrm>
            <a:off x="4931350" y="2767490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 idx="2" hasCustomPrompt="1"/>
          </p:nvPr>
        </p:nvSpPr>
        <p:spPr>
          <a:xfrm>
            <a:off x="5250550" y="3770263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4">
  <p:cSld name="CUSTOM_6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ctrTitle"/>
          </p:nvPr>
        </p:nvSpPr>
        <p:spPr>
          <a:xfrm flipH="1">
            <a:off x="1619069" y="235431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1"/>
          </p:nvPr>
        </p:nvSpPr>
        <p:spPr>
          <a:xfrm flipH="1">
            <a:off x="1619119" y="2773985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619119" y="3789746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5">
  <p:cSld name="CUSTOM_6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ctrTitle"/>
          </p:nvPr>
        </p:nvSpPr>
        <p:spPr>
          <a:xfrm flipH="1">
            <a:off x="2726844" y="1355377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ubTitle" idx="1"/>
          </p:nvPr>
        </p:nvSpPr>
        <p:spPr>
          <a:xfrm flipH="1">
            <a:off x="3292044" y="3057930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451644" y="2126971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Light"/>
              <a:buChar char="●"/>
              <a:defRPr sz="18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Light"/>
              <a:buChar char="○"/>
              <a:defRPr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●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○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●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○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9" r:id="rId5"/>
    <p:sldLayoutId id="2147483660" r:id="rId6"/>
    <p:sldLayoutId id="2147483662" r:id="rId7"/>
    <p:sldLayoutId id="2147483663" r:id="rId8"/>
    <p:sldLayoutId id="2147483665" r:id="rId9"/>
    <p:sldLayoutId id="2147483666" r:id="rId10"/>
    <p:sldLayoutId id="2147483667" r:id="rId11"/>
    <p:sldLayoutId id="2147483668" r:id="rId12"/>
    <p:sldLayoutId id="2147483670" r:id="rId13"/>
    <p:sldLayoutId id="214748367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/>
          <p:nvPr/>
        </p:nvSpPr>
        <p:spPr>
          <a:xfrm>
            <a:off x="111034" y="221708"/>
            <a:ext cx="4989381" cy="291999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02C9B8-28C0-4274-9E58-2391334FACA3}"/>
              </a:ext>
            </a:extLst>
          </p:cNvPr>
          <p:cNvGrpSpPr/>
          <p:nvPr/>
        </p:nvGrpSpPr>
        <p:grpSpPr>
          <a:xfrm>
            <a:off x="5202979" y="1102929"/>
            <a:ext cx="4032464" cy="2965162"/>
            <a:chOff x="4584500" y="824413"/>
            <a:chExt cx="5171100" cy="3802425"/>
          </a:xfrm>
        </p:grpSpPr>
        <p:sp>
          <p:nvSpPr>
            <p:cNvPr id="138" name="Google Shape;138;p28"/>
            <p:cNvSpPr/>
            <p:nvPr/>
          </p:nvSpPr>
          <p:spPr>
            <a:xfrm>
              <a:off x="6769600" y="2710063"/>
              <a:ext cx="1887500" cy="1083000"/>
            </a:xfrm>
            <a:custGeom>
              <a:avLst/>
              <a:gdLst/>
              <a:ahLst/>
              <a:cxnLst/>
              <a:rect l="l" t="t" r="r" b="b"/>
              <a:pathLst>
                <a:path w="75500" h="43320" extrusionOk="0">
                  <a:moveTo>
                    <a:pt x="15174" y="0"/>
                  </a:moveTo>
                  <a:cubicBezTo>
                    <a:pt x="14559" y="0"/>
                    <a:pt x="13944" y="136"/>
                    <a:pt x="13475" y="408"/>
                  </a:cubicBezTo>
                  <a:lnTo>
                    <a:pt x="937" y="7645"/>
                  </a:lnTo>
                  <a:cubicBezTo>
                    <a:pt x="0" y="8187"/>
                    <a:pt x="0" y="9066"/>
                    <a:pt x="937" y="9607"/>
                  </a:cubicBezTo>
                  <a:lnTo>
                    <a:pt x="58626" y="42912"/>
                  </a:lnTo>
                  <a:cubicBezTo>
                    <a:pt x="59095" y="43184"/>
                    <a:pt x="59710" y="43320"/>
                    <a:pt x="60326" y="43320"/>
                  </a:cubicBezTo>
                  <a:cubicBezTo>
                    <a:pt x="60940" y="43320"/>
                    <a:pt x="61554" y="43184"/>
                    <a:pt x="62023" y="42914"/>
                  </a:cubicBezTo>
                  <a:lnTo>
                    <a:pt x="74561" y="35674"/>
                  </a:lnTo>
                  <a:cubicBezTo>
                    <a:pt x="75500" y="35133"/>
                    <a:pt x="75500" y="34254"/>
                    <a:pt x="74561" y="33713"/>
                  </a:cubicBezTo>
                  <a:lnTo>
                    <a:pt x="16873" y="408"/>
                  </a:lnTo>
                  <a:cubicBezTo>
                    <a:pt x="16404" y="136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8"/>
            <p:cNvSpPr/>
            <p:nvPr/>
          </p:nvSpPr>
          <p:spPr>
            <a:xfrm>
              <a:off x="7234700" y="2441938"/>
              <a:ext cx="1887500" cy="1082975"/>
            </a:xfrm>
            <a:custGeom>
              <a:avLst/>
              <a:gdLst/>
              <a:ahLst/>
              <a:cxnLst/>
              <a:rect l="l" t="t" r="r" b="b"/>
              <a:pathLst>
                <a:path w="75500" h="43319" extrusionOk="0">
                  <a:moveTo>
                    <a:pt x="15174" y="0"/>
                  </a:moveTo>
                  <a:cubicBezTo>
                    <a:pt x="14560" y="0"/>
                    <a:pt x="13945" y="135"/>
                    <a:pt x="13475" y="406"/>
                  </a:cubicBezTo>
                  <a:lnTo>
                    <a:pt x="938" y="7646"/>
                  </a:lnTo>
                  <a:cubicBezTo>
                    <a:pt x="0" y="8187"/>
                    <a:pt x="0" y="9066"/>
                    <a:pt x="938" y="9607"/>
                  </a:cubicBezTo>
                  <a:lnTo>
                    <a:pt x="58627" y="42913"/>
                  </a:lnTo>
                  <a:cubicBezTo>
                    <a:pt x="59096" y="43183"/>
                    <a:pt x="59711" y="43319"/>
                    <a:pt x="60326" y="43319"/>
                  </a:cubicBezTo>
                  <a:cubicBezTo>
                    <a:pt x="60940" y="43319"/>
                    <a:pt x="61555" y="43183"/>
                    <a:pt x="62023" y="42913"/>
                  </a:cubicBezTo>
                  <a:lnTo>
                    <a:pt x="74563" y="35675"/>
                  </a:lnTo>
                  <a:cubicBezTo>
                    <a:pt x="75500" y="35132"/>
                    <a:pt x="75500" y="34255"/>
                    <a:pt x="74563" y="33713"/>
                  </a:cubicBezTo>
                  <a:lnTo>
                    <a:pt x="16874" y="406"/>
                  </a:lnTo>
                  <a:cubicBezTo>
                    <a:pt x="16404" y="135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8"/>
            <p:cNvSpPr/>
            <p:nvPr/>
          </p:nvSpPr>
          <p:spPr>
            <a:xfrm>
              <a:off x="4591125" y="2872988"/>
              <a:ext cx="3057325" cy="1753850"/>
            </a:xfrm>
            <a:custGeom>
              <a:avLst/>
              <a:gdLst/>
              <a:ahLst/>
              <a:cxnLst/>
              <a:rect l="l" t="t" r="r" b="b"/>
              <a:pathLst>
                <a:path w="122293" h="70154" extrusionOk="0">
                  <a:moveTo>
                    <a:pt x="65131" y="1"/>
                  </a:moveTo>
                  <a:cubicBezTo>
                    <a:pt x="64106" y="1"/>
                    <a:pt x="63081" y="226"/>
                    <a:pt x="62299" y="677"/>
                  </a:cubicBezTo>
                  <a:lnTo>
                    <a:pt x="1565" y="35744"/>
                  </a:lnTo>
                  <a:cubicBezTo>
                    <a:pt x="1" y="36644"/>
                    <a:pt x="1" y="38108"/>
                    <a:pt x="1565" y="39012"/>
                  </a:cubicBezTo>
                  <a:lnTo>
                    <a:pt x="54331" y="69477"/>
                  </a:lnTo>
                  <a:cubicBezTo>
                    <a:pt x="55113" y="69928"/>
                    <a:pt x="56138" y="70153"/>
                    <a:pt x="57163" y="70153"/>
                  </a:cubicBezTo>
                  <a:cubicBezTo>
                    <a:pt x="58187" y="70153"/>
                    <a:pt x="59212" y="69928"/>
                    <a:pt x="59994" y="69477"/>
                  </a:cubicBezTo>
                  <a:lnTo>
                    <a:pt x="120729" y="34410"/>
                  </a:lnTo>
                  <a:cubicBezTo>
                    <a:pt x="122292" y="33508"/>
                    <a:pt x="122292" y="32045"/>
                    <a:pt x="120729" y="31141"/>
                  </a:cubicBezTo>
                  <a:lnTo>
                    <a:pt x="67962" y="677"/>
                  </a:lnTo>
                  <a:cubicBezTo>
                    <a:pt x="67180" y="226"/>
                    <a:pt x="66155" y="1"/>
                    <a:pt x="65131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8"/>
            <p:cNvSpPr/>
            <p:nvPr/>
          </p:nvSpPr>
          <p:spPr>
            <a:xfrm>
              <a:off x="7627050" y="86261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0"/>
                  </a:lnTo>
                  <a:lnTo>
                    <a:pt x="2" y="7670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7C2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8"/>
            <p:cNvSpPr/>
            <p:nvPr/>
          </p:nvSpPr>
          <p:spPr>
            <a:xfrm>
              <a:off x="9029825" y="1542538"/>
              <a:ext cx="87325" cy="1754650"/>
            </a:xfrm>
            <a:custGeom>
              <a:avLst/>
              <a:gdLst/>
              <a:ahLst/>
              <a:cxnLst/>
              <a:rect l="l" t="t" r="r" b="b"/>
              <a:pathLst>
                <a:path w="3493" h="7018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5" y="2445"/>
                    <a:pt x="836" y="3443"/>
                    <a:pt x="838" y="4348"/>
                  </a:cubicBezTo>
                  <a:cubicBezTo>
                    <a:pt x="838" y="4348"/>
                    <a:pt x="841" y="7217"/>
                    <a:pt x="834" y="7219"/>
                  </a:cubicBezTo>
                  <a:lnTo>
                    <a:pt x="831" y="68072"/>
                  </a:lnTo>
                  <a:cubicBezTo>
                    <a:pt x="831" y="68583"/>
                    <a:pt x="821" y="69711"/>
                    <a:pt x="1" y="70185"/>
                  </a:cubicBezTo>
                  <a:lnTo>
                    <a:pt x="2159" y="68939"/>
                  </a:lnTo>
                  <a:cubicBezTo>
                    <a:pt x="2893" y="68516"/>
                    <a:pt x="3488" y="67440"/>
                    <a:pt x="3488" y="66538"/>
                  </a:cubicBezTo>
                  <a:lnTo>
                    <a:pt x="3489" y="5686"/>
                  </a:lnTo>
                  <a:cubicBezTo>
                    <a:pt x="3489" y="5686"/>
                    <a:pt x="3493" y="5663"/>
                    <a:pt x="3493" y="5625"/>
                  </a:cubicBezTo>
                  <a:cubicBezTo>
                    <a:pt x="3489" y="5581"/>
                    <a:pt x="3486" y="5523"/>
                    <a:pt x="3488" y="5448"/>
                  </a:cubicBezTo>
                  <a:cubicBezTo>
                    <a:pt x="3489" y="5386"/>
                    <a:pt x="3491" y="5324"/>
                    <a:pt x="3489" y="5242"/>
                  </a:cubicBezTo>
                  <a:cubicBezTo>
                    <a:pt x="3493" y="5165"/>
                    <a:pt x="3489" y="5083"/>
                    <a:pt x="3493" y="4983"/>
                  </a:cubicBezTo>
                  <a:cubicBezTo>
                    <a:pt x="3489" y="4796"/>
                    <a:pt x="3491" y="4577"/>
                    <a:pt x="3488" y="4336"/>
                  </a:cubicBezTo>
                  <a:lnTo>
                    <a:pt x="3488" y="3814"/>
                  </a:lnTo>
                  <a:cubicBezTo>
                    <a:pt x="3488" y="3446"/>
                    <a:pt x="3489" y="3043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8"/>
            <p:cNvSpPr/>
            <p:nvPr/>
          </p:nvSpPr>
          <p:spPr>
            <a:xfrm>
              <a:off x="7826100" y="886663"/>
              <a:ext cx="1224725" cy="2415250"/>
            </a:xfrm>
            <a:custGeom>
              <a:avLst/>
              <a:gdLst/>
              <a:ahLst/>
              <a:cxnLst/>
              <a:rect l="l" t="t" r="r" b="b"/>
              <a:pathLst>
                <a:path w="48989" h="96610" extrusionOk="0">
                  <a:moveTo>
                    <a:pt x="1036" y="1"/>
                  </a:moveTo>
                  <a:cubicBezTo>
                    <a:pt x="1026" y="1"/>
                    <a:pt x="1015" y="1"/>
                    <a:pt x="1005" y="1"/>
                  </a:cubicBezTo>
                  <a:cubicBezTo>
                    <a:pt x="903" y="3"/>
                    <a:pt x="801" y="8"/>
                    <a:pt x="699" y="20"/>
                  </a:cubicBezTo>
                  <a:cubicBezTo>
                    <a:pt x="599" y="28"/>
                    <a:pt x="501" y="45"/>
                    <a:pt x="404" y="70"/>
                  </a:cubicBezTo>
                  <a:cubicBezTo>
                    <a:pt x="320" y="90"/>
                    <a:pt x="238" y="113"/>
                    <a:pt x="158" y="143"/>
                  </a:cubicBezTo>
                  <a:cubicBezTo>
                    <a:pt x="136" y="146"/>
                    <a:pt x="115" y="155"/>
                    <a:pt x="100" y="170"/>
                  </a:cubicBezTo>
                  <a:cubicBezTo>
                    <a:pt x="66" y="178"/>
                    <a:pt x="34" y="188"/>
                    <a:pt x="4" y="203"/>
                  </a:cubicBezTo>
                  <a:lnTo>
                    <a:pt x="1" y="212"/>
                  </a:lnTo>
                  <a:lnTo>
                    <a:pt x="33" y="8256"/>
                  </a:lnTo>
                  <a:lnTo>
                    <a:pt x="39" y="11326"/>
                  </a:lnTo>
                  <a:lnTo>
                    <a:pt x="250" y="66734"/>
                  </a:lnTo>
                  <a:cubicBezTo>
                    <a:pt x="255" y="68535"/>
                    <a:pt x="1530" y="70729"/>
                    <a:pt x="3099" y="71628"/>
                  </a:cubicBezTo>
                  <a:lnTo>
                    <a:pt x="38362" y="91779"/>
                  </a:lnTo>
                  <a:lnTo>
                    <a:pt x="46148" y="96230"/>
                  </a:lnTo>
                  <a:cubicBezTo>
                    <a:pt x="46600" y="96487"/>
                    <a:pt x="47027" y="96609"/>
                    <a:pt x="47406" y="96609"/>
                  </a:cubicBezTo>
                  <a:cubicBezTo>
                    <a:pt x="48343" y="96609"/>
                    <a:pt x="48989" y="95867"/>
                    <a:pt x="48989" y="94583"/>
                  </a:cubicBezTo>
                  <a:lnTo>
                    <a:pt x="48989" y="33445"/>
                  </a:lnTo>
                  <a:lnTo>
                    <a:pt x="48989" y="30585"/>
                  </a:lnTo>
                  <a:cubicBezTo>
                    <a:pt x="48987" y="29679"/>
                    <a:pt x="48671" y="28677"/>
                    <a:pt x="48161" y="27793"/>
                  </a:cubicBezTo>
                  <a:cubicBezTo>
                    <a:pt x="47632" y="26876"/>
                    <a:pt x="46964" y="26171"/>
                    <a:pt x="46150" y="25684"/>
                  </a:cubicBezTo>
                  <a:lnTo>
                    <a:pt x="43672" y="24254"/>
                  </a:lnTo>
                  <a:lnTo>
                    <a:pt x="43669" y="24248"/>
                  </a:lnTo>
                  <a:lnTo>
                    <a:pt x="2135" y="272"/>
                  </a:lnTo>
                  <a:cubicBezTo>
                    <a:pt x="2071" y="240"/>
                    <a:pt x="1999" y="207"/>
                    <a:pt x="1929" y="178"/>
                  </a:cubicBezTo>
                  <a:cubicBezTo>
                    <a:pt x="1852" y="146"/>
                    <a:pt x="1774" y="120"/>
                    <a:pt x="1693" y="96"/>
                  </a:cubicBezTo>
                  <a:lnTo>
                    <a:pt x="1541" y="55"/>
                  </a:lnTo>
                  <a:cubicBezTo>
                    <a:pt x="1465" y="40"/>
                    <a:pt x="1388" y="28"/>
                    <a:pt x="1311" y="21"/>
                  </a:cubicBezTo>
                  <a:cubicBezTo>
                    <a:pt x="1221" y="8"/>
                    <a:pt x="1128" y="1"/>
                    <a:pt x="1036" y="1"/>
                  </a:cubicBez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8"/>
            <p:cNvSpPr/>
            <p:nvPr/>
          </p:nvSpPr>
          <p:spPr>
            <a:xfrm>
              <a:off x="7660250" y="926238"/>
              <a:ext cx="1346875" cy="2441925"/>
            </a:xfrm>
            <a:custGeom>
              <a:avLst/>
              <a:gdLst/>
              <a:ahLst/>
              <a:cxnLst/>
              <a:rect l="l" t="t" r="r" b="b"/>
              <a:pathLst>
                <a:path w="53875" h="97677" extrusionOk="0">
                  <a:moveTo>
                    <a:pt x="7559" y="0"/>
                  </a:moveTo>
                  <a:lnTo>
                    <a:pt x="0" y="4356"/>
                  </a:lnTo>
                  <a:lnTo>
                    <a:pt x="46320" y="31102"/>
                  </a:lnTo>
                  <a:lnTo>
                    <a:pt x="46219" y="97676"/>
                  </a:lnTo>
                  <a:lnTo>
                    <a:pt x="53056" y="93728"/>
                  </a:lnTo>
                  <a:cubicBezTo>
                    <a:pt x="53562" y="93437"/>
                    <a:pt x="53873" y="92898"/>
                    <a:pt x="53873" y="92313"/>
                  </a:cubicBezTo>
                  <a:lnTo>
                    <a:pt x="53875" y="28626"/>
                  </a:lnTo>
                  <a:cubicBezTo>
                    <a:pt x="53875" y="27458"/>
                    <a:pt x="53253" y="26379"/>
                    <a:pt x="52241" y="25796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8"/>
            <p:cNvSpPr/>
            <p:nvPr/>
          </p:nvSpPr>
          <p:spPr>
            <a:xfrm>
              <a:off x="8815725" y="1601013"/>
              <a:ext cx="191450" cy="1767150"/>
            </a:xfrm>
            <a:custGeom>
              <a:avLst/>
              <a:gdLst/>
              <a:ahLst/>
              <a:cxnLst/>
              <a:rect l="l" t="t" r="r" b="b"/>
              <a:pathLst>
                <a:path w="7658" h="70686" extrusionOk="0">
                  <a:moveTo>
                    <a:pt x="7218" y="1"/>
                  </a:moveTo>
                  <a:lnTo>
                    <a:pt x="101" y="4111"/>
                  </a:lnTo>
                  <a:lnTo>
                    <a:pt x="0" y="70685"/>
                  </a:lnTo>
                  <a:lnTo>
                    <a:pt x="6837" y="66739"/>
                  </a:lnTo>
                  <a:cubicBezTo>
                    <a:pt x="7343" y="66446"/>
                    <a:pt x="7654" y="65907"/>
                    <a:pt x="7654" y="65324"/>
                  </a:cubicBezTo>
                  <a:lnTo>
                    <a:pt x="7656" y="1637"/>
                  </a:lnTo>
                  <a:cubicBezTo>
                    <a:pt x="7658" y="1062"/>
                    <a:pt x="7505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8"/>
            <p:cNvSpPr/>
            <p:nvPr/>
          </p:nvSpPr>
          <p:spPr>
            <a:xfrm>
              <a:off x="7663375" y="909813"/>
              <a:ext cx="217575" cy="121525"/>
            </a:xfrm>
            <a:custGeom>
              <a:avLst/>
              <a:gdLst/>
              <a:ahLst/>
              <a:cxnLst/>
              <a:rect l="l" t="t" r="r" b="b"/>
              <a:pathLst>
                <a:path w="8703" h="4861" extrusionOk="0">
                  <a:moveTo>
                    <a:pt x="7752" y="0"/>
                  </a:moveTo>
                  <a:cubicBezTo>
                    <a:pt x="7441" y="0"/>
                    <a:pt x="7098" y="82"/>
                    <a:pt x="6826" y="240"/>
                  </a:cubicBezTo>
                  <a:lnTo>
                    <a:pt x="554" y="3854"/>
                  </a:lnTo>
                  <a:cubicBezTo>
                    <a:pt x="84" y="4124"/>
                    <a:pt x="1" y="4515"/>
                    <a:pt x="368" y="4727"/>
                  </a:cubicBezTo>
                  <a:cubicBezTo>
                    <a:pt x="523" y="4817"/>
                    <a:pt x="733" y="4860"/>
                    <a:pt x="959" y="4860"/>
                  </a:cubicBezTo>
                  <a:cubicBezTo>
                    <a:pt x="1270" y="4860"/>
                    <a:pt x="1612" y="4778"/>
                    <a:pt x="1884" y="4620"/>
                  </a:cubicBezTo>
                  <a:lnTo>
                    <a:pt x="8149" y="1003"/>
                  </a:lnTo>
                  <a:cubicBezTo>
                    <a:pt x="8619" y="733"/>
                    <a:pt x="8702" y="342"/>
                    <a:pt x="8336" y="131"/>
                  </a:cubicBezTo>
                  <a:cubicBezTo>
                    <a:pt x="8184" y="43"/>
                    <a:pt x="7976" y="0"/>
                    <a:pt x="775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8"/>
            <p:cNvSpPr/>
            <p:nvPr/>
          </p:nvSpPr>
          <p:spPr>
            <a:xfrm>
              <a:off x="8764225" y="1695838"/>
              <a:ext cx="87400" cy="1754650"/>
            </a:xfrm>
            <a:custGeom>
              <a:avLst/>
              <a:gdLst/>
              <a:ahLst/>
              <a:cxnLst/>
              <a:rect l="l" t="t" r="r" b="b"/>
              <a:pathLst>
                <a:path w="3496" h="70186" extrusionOk="0">
                  <a:moveTo>
                    <a:pt x="2707" y="1"/>
                  </a:moveTo>
                  <a:lnTo>
                    <a:pt x="0" y="1563"/>
                  </a:lnTo>
                  <a:cubicBezTo>
                    <a:pt x="515" y="2453"/>
                    <a:pt x="831" y="3447"/>
                    <a:pt x="831" y="4361"/>
                  </a:cubicBezTo>
                  <a:cubicBezTo>
                    <a:pt x="831" y="4361"/>
                    <a:pt x="832" y="7215"/>
                    <a:pt x="836" y="7220"/>
                  </a:cubicBezTo>
                  <a:lnTo>
                    <a:pt x="831" y="37852"/>
                  </a:lnTo>
                  <a:lnTo>
                    <a:pt x="832" y="68072"/>
                  </a:lnTo>
                  <a:cubicBezTo>
                    <a:pt x="832" y="68553"/>
                    <a:pt x="849" y="69696"/>
                    <a:pt x="0" y="70185"/>
                  </a:cubicBezTo>
                  <a:cubicBezTo>
                    <a:pt x="0" y="70185"/>
                    <a:pt x="1816" y="69139"/>
                    <a:pt x="2159" y="68940"/>
                  </a:cubicBezTo>
                  <a:cubicBezTo>
                    <a:pt x="2892" y="68516"/>
                    <a:pt x="3487" y="67442"/>
                    <a:pt x="3487" y="66540"/>
                  </a:cubicBezTo>
                  <a:lnTo>
                    <a:pt x="3487" y="39391"/>
                  </a:lnTo>
                  <a:cubicBezTo>
                    <a:pt x="3487" y="39391"/>
                    <a:pt x="3492" y="5686"/>
                    <a:pt x="3491" y="5673"/>
                  </a:cubicBezTo>
                  <a:lnTo>
                    <a:pt x="3491" y="5553"/>
                  </a:lnTo>
                  <a:cubicBezTo>
                    <a:pt x="3494" y="5339"/>
                    <a:pt x="3496" y="4908"/>
                    <a:pt x="3491" y="4336"/>
                  </a:cubicBezTo>
                  <a:lnTo>
                    <a:pt x="3491" y="3815"/>
                  </a:lnTo>
                  <a:cubicBezTo>
                    <a:pt x="3489" y="3446"/>
                    <a:pt x="3491" y="3043"/>
                    <a:pt x="3489" y="2622"/>
                  </a:cubicBezTo>
                  <a:cubicBezTo>
                    <a:pt x="3487" y="1770"/>
                    <a:pt x="3193" y="829"/>
                    <a:pt x="2707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8"/>
            <p:cNvSpPr/>
            <p:nvPr/>
          </p:nvSpPr>
          <p:spPr>
            <a:xfrm>
              <a:off x="7560625" y="990988"/>
              <a:ext cx="1224500" cy="2464325"/>
            </a:xfrm>
            <a:custGeom>
              <a:avLst/>
              <a:gdLst/>
              <a:ahLst/>
              <a:cxnLst/>
              <a:rect l="l" t="t" r="r" b="b"/>
              <a:pathLst>
                <a:path w="48980" h="98573" extrusionOk="0">
                  <a:moveTo>
                    <a:pt x="5" y="0"/>
                  </a:moveTo>
                  <a:lnTo>
                    <a:pt x="5" y="0"/>
                  </a:lnTo>
                  <a:cubicBezTo>
                    <a:pt x="1" y="38"/>
                    <a:pt x="1" y="76"/>
                    <a:pt x="5" y="113"/>
                  </a:cubicBezTo>
                  <a:lnTo>
                    <a:pt x="5" y="113"/>
                  </a:lnTo>
                  <a:lnTo>
                    <a:pt x="5" y="0"/>
                  </a:lnTo>
                  <a:close/>
                  <a:moveTo>
                    <a:pt x="5" y="113"/>
                  </a:moveTo>
                  <a:lnTo>
                    <a:pt x="15" y="68295"/>
                  </a:lnTo>
                  <a:cubicBezTo>
                    <a:pt x="15" y="70099"/>
                    <a:pt x="1295" y="72290"/>
                    <a:pt x="2863" y="73189"/>
                  </a:cubicBezTo>
                  <a:lnTo>
                    <a:pt x="46139" y="98192"/>
                  </a:lnTo>
                  <a:cubicBezTo>
                    <a:pt x="46591" y="98450"/>
                    <a:pt x="47018" y="98573"/>
                    <a:pt x="47397" y="98573"/>
                  </a:cubicBezTo>
                  <a:cubicBezTo>
                    <a:pt x="48331" y="98573"/>
                    <a:pt x="48974" y="97830"/>
                    <a:pt x="48978" y="96545"/>
                  </a:cubicBezTo>
                  <a:lnTo>
                    <a:pt x="48980" y="87606"/>
                  </a:lnTo>
                  <a:lnTo>
                    <a:pt x="48976" y="35409"/>
                  </a:lnTo>
                  <a:lnTo>
                    <a:pt x="48978" y="32547"/>
                  </a:lnTo>
                  <a:cubicBezTo>
                    <a:pt x="48976" y="31643"/>
                    <a:pt x="48655" y="30642"/>
                    <a:pt x="48146" y="29758"/>
                  </a:cubicBezTo>
                  <a:cubicBezTo>
                    <a:pt x="47616" y="28814"/>
                    <a:pt x="46930" y="28138"/>
                    <a:pt x="46138" y="27642"/>
                  </a:cubicBezTo>
                  <a:lnTo>
                    <a:pt x="43668" y="26213"/>
                  </a:lnTo>
                  <a:lnTo>
                    <a:pt x="43665" y="26208"/>
                  </a:lnTo>
                  <a:lnTo>
                    <a:pt x="10657" y="7154"/>
                  </a:lnTo>
                  <a:lnTo>
                    <a:pt x="2831" y="2635"/>
                  </a:lnTo>
                  <a:lnTo>
                    <a:pt x="1178" y="1679"/>
                  </a:lnTo>
                  <a:cubicBezTo>
                    <a:pt x="973" y="1557"/>
                    <a:pt x="779" y="1417"/>
                    <a:pt x="602" y="1258"/>
                  </a:cubicBezTo>
                  <a:cubicBezTo>
                    <a:pt x="522" y="1185"/>
                    <a:pt x="448" y="1106"/>
                    <a:pt x="383" y="1021"/>
                  </a:cubicBezTo>
                  <a:cubicBezTo>
                    <a:pt x="316" y="942"/>
                    <a:pt x="256" y="857"/>
                    <a:pt x="206" y="769"/>
                  </a:cubicBezTo>
                  <a:cubicBezTo>
                    <a:pt x="174" y="712"/>
                    <a:pt x="146" y="652"/>
                    <a:pt x="119" y="592"/>
                  </a:cubicBezTo>
                  <a:cubicBezTo>
                    <a:pt x="94" y="535"/>
                    <a:pt x="74" y="475"/>
                    <a:pt x="62" y="414"/>
                  </a:cubicBezTo>
                  <a:cubicBezTo>
                    <a:pt x="46" y="373"/>
                    <a:pt x="36" y="331"/>
                    <a:pt x="34" y="287"/>
                  </a:cubicBezTo>
                  <a:cubicBezTo>
                    <a:pt x="19" y="247"/>
                    <a:pt x="12" y="204"/>
                    <a:pt x="14" y="162"/>
                  </a:cubicBezTo>
                  <a:cubicBezTo>
                    <a:pt x="10" y="146"/>
                    <a:pt x="7" y="129"/>
                    <a:pt x="5" y="113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8"/>
            <p:cNvSpPr/>
            <p:nvPr/>
          </p:nvSpPr>
          <p:spPr>
            <a:xfrm>
              <a:off x="7560675" y="824413"/>
              <a:ext cx="1536800" cy="910550"/>
            </a:xfrm>
            <a:custGeom>
              <a:avLst/>
              <a:gdLst/>
              <a:ahLst/>
              <a:cxnLst/>
              <a:rect l="l" t="t" r="r" b="b"/>
              <a:pathLst>
                <a:path w="61472" h="36422" extrusionOk="0">
                  <a:moveTo>
                    <a:pt x="11623" y="0"/>
                  </a:moveTo>
                  <a:cubicBezTo>
                    <a:pt x="10598" y="0"/>
                    <a:pt x="9573" y="226"/>
                    <a:pt x="8792" y="677"/>
                  </a:cubicBezTo>
                  <a:lnTo>
                    <a:pt x="1176" y="5074"/>
                  </a:lnTo>
                  <a:cubicBezTo>
                    <a:pt x="416" y="5512"/>
                    <a:pt x="30" y="6083"/>
                    <a:pt x="0" y="6658"/>
                  </a:cubicBezTo>
                  <a:lnTo>
                    <a:pt x="3" y="6665"/>
                  </a:lnTo>
                  <a:lnTo>
                    <a:pt x="3" y="6770"/>
                  </a:lnTo>
                  <a:cubicBezTo>
                    <a:pt x="7" y="6790"/>
                    <a:pt x="8" y="6805"/>
                    <a:pt x="12" y="6825"/>
                  </a:cubicBezTo>
                  <a:cubicBezTo>
                    <a:pt x="12" y="6867"/>
                    <a:pt x="18" y="6910"/>
                    <a:pt x="32" y="6950"/>
                  </a:cubicBezTo>
                  <a:cubicBezTo>
                    <a:pt x="34" y="6994"/>
                    <a:pt x="44" y="7037"/>
                    <a:pt x="60" y="7077"/>
                  </a:cubicBezTo>
                  <a:cubicBezTo>
                    <a:pt x="72" y="7139"/>
                    <a:pt x="90" y="7199"/>
                    <a:pt x="117" y="7256"/>
                  </a:cubicBezTo>
                  <a:cubicBezTo>
                    <a:pt x="144" y="7316"/>
                    <a:pt x="171" y="7375"/>
                    <a:pt x="204" y="7432"/>
                  </a:cubicBezTo>
                  <a:cubicBezTo>
                    <a:pt x="254" y="7522"/>
                    <a:pt x="314" y="7607"/>
                    <a:pt x="379" y="7686"/>
                  </a:cubicBezTo>
                  <a:cubicBezTo>
                    <a:pt x="446" y="7769"/>
                    <a:pt x="520" y="7848"/>
                    <a:pt x="600" y="7921"/>
                  </a:cubicBezTo>
                  <a:cubicBezTo>
                    <a:pt x="777" y="8080"/>
                    <a:pt x="971" y="8222"/>
                    <a:pt x="1175" y="8344"/>
                  </a:cubicBezTo>
                  <a:lnTo>
                    <a:pt x="2829" y="9298"/>
                  </a:lnTo>
                  <a:lnTo>
                    <a:pt x="10655" y="13817"/>
                  </a:lnTo>
                  <a:lnTo>
                    <a:pt x="43663" y="32871"/>
                  </a:lnTo>
                  <a:lnTo>
                    <a:pt x="43666" y="32876"/>
                  </a:lnTo>
                  <a:lnTo>
                    <a:pt x="46136" y="34305"/>
                  </a:lnTo>
                  <a:lnTo>
                    <a:pt x="46144" y="34306"/>
                  </a:lnTo>
                  <a:cubicBezTo>
                    <a:pt x="46928" y="34761"/>
                    <a:pt x="47629" y="35533"/>
                    <a:pt x="48144" y="36421"/>
                  </a:cubicBezTo>
                  <a:lnTo>
                    <a:pt x="50851" y="34859"/>
                  </a:lnTo>
                  <a:cubicBezTo>
                    <a:pt x="50374" y="34024"/>
                    <a:pt x="49708" y="33299"/>
                    <a:pt x="48971" y="32871"/>
                  </a:cubicBezTo>
                  <a:cubicBezTo>
                    <a:pt x="48607" y="32659"/>
                    <a:pt x="48258" y="32460"/>
                    <a:pt x="47938" y="32275"/>
                  </a:cubicBezTo>
                  <a:lnTo>
                    <a:pt x="47486" y="32014"/>
                  </a:lnTo>
                  <a:cubicBezTo>
                    <a:pt x="46994" y="31725"/>
                    <a:pt x="46622" y="31509"/>
                    <a:pt x="46433" y="31407"/>
                  </a:cubicBezTo>
                  <a:lnTo>
                    <a:pt x="46329" y="31346"/>
                  </a:lnTo>
                  <a:cubicBezTo>
                    <a:pt x="46324" y="31344"/>
                    <a:pt x="46321" y="31342"/>
                    <a:pt x="46318" y="31337"/>
                  </a:cubicBezTo>
                  <a:lnTo>
                    <a:pt x="10650" y="10746"/>
                  </a:lnTo>
                  <a:lnTo>
                    <a:pt x="4784" y="7361"/>
                  </a:lnTo>
                  <a:cubicBezTo>
                    <a:pt x="4162" y="7004"/>
                    <a:pt x="4162" y="6414"/>
                    <a:pt x="4785" y="6055"/>
                  </a:cubicBezTo>
                  <a:lnTo>
                    <a:pt x="10486" y="2763"/>
                  </a:lnTo>
                  <a:cubicBezTo>
                    <a:pt x="10528" y="2737"/>
                    <a:pt x="10571" y="2717"/>
                    <a:pt x="10618" y="2702"/>
                  </a:cubicBezTo>
                  <a:cubicBezTo>
                    <a:pt x="10646" y="2680"/>
                    <a:pt x="10680" y="2667"/>
                    <a:pt x="10715" y="2660"/>
                  </a:cubicBezTo>
                  <a:cubicBezTo>
                    <a:pt x="10732" y="2645"/>
                    <a:pt x="10752" y="2636"/>
                    <a:pt x="10775" y="2633"/>
                  </a:cubicBezTo>
                  <a:cubicBezTo>
                    <a:pt x="10855" y="2603"/>
                    <a:pt x="10935" y="2580"/>
                    <a:pt x="11019" y="2560"/>
                  </a:cubicBezTo>
                  <a:cubicBezTo>
                    <a:pt x="11116" y="2535"/>
                    <a:pt x="11214" y="2518"/>
                    <a:pt x="11315" y="2510"/>
                  </a:cubicBezTo>
                  <a:cubicBezTo>
                    <a:pt x="11417" y="2498"/>
                    <a:pt x="11519" y="2493"/>
                    <a:pt x="11622" y="2491"/>
                  </a:cubicBezTo>
                  <a:cubicBezTo>
                    <a:pt x="11632" y="2491"/>
                    <a:pt x="11643" y="2491"/>
                    <a:pt x="11653" y="2491"/>
                  </a:cubicBezTo>
                  <a:cubicBezTo>
                    <a:pt x="11744" y="2491"/>
                    <a:pt x="11836" y="2498"/>
                    <a:pt x="11928" y="2511"/>
                  </a:cubicBezTo>
                  <a:cubicBezTo>
                    <a:pt x="12005" y="2518"/>
                    <a:pt x="12082" y="2530"/>
                    <a:pt x="12157" y="2545"/>
                  </a:cubicBezTo>
                  <a:lnTo>
                    <a:pt x="12309" y="2586"/>
                  </a:lnTo>
                  <a:cubicBezTo>
                    <a:pt x="12391" y="2605"/>
                    <a:pt x="12469" y="2633"/>
                    <a:pt x="12546" y="2668"/>
                  </a:cubicBezTo>
                  <a:cubicBezTo>
                    <a:pt x="12615" y="2697"/>
                    <a:pt x="12686" y="2732"/>
                    <a:pt x="12750" y="2762"/>
                  </a:cubicBezTo>
                  <a:lnTo>
                    <a:pt x="54284" y="26738"/>
                  </a:lnTo>
                  <a:lnTo>
                    <a:pt x="54289" y="26734"/>
                  </a:lnTo>
                  <a:lnTo>
                    <a:pt x="56772" y="28171"/>
                  </a:lnTo>
                  <a:cubicBezTo>
                    <a:pt x="57555" y="28624"/>
                    <a:pt x="58264" y="29392"/>
                    <a:pt x="58777" y="30283"/>
                  </a:cubicBezTo>
                  <a:lnTo>
                    <a:pt x="61472" y="28726"/>
                  </a:lnTo>
                  <a:cubicBezTo>
                    <a:pt x="60997" y="27890"/>
                    <a:pt x="60329" y="27165"/>
                    <a:pt x="59592" y="26739"/>
                  </a:cubicBezTo>
                  <a:cubicBezTo>
                    <a:pt x="59228" y="26525"/>
                    <a:pt x="58879" y="26328"/>
                    <a:pt x="58560" y="26141"/>
                  </a:cubicBezTo>
                  <a:lnTo>
                    <a:pt x="58108" y="25882"/>
                  </a:lnTo>
                  <a:cubicBezTo>
                    <a:pt x="57901" y="25758"/>
                    <a:pt x="57711" y="25650"/>
                    <a:pt x="57549" y="25555"/>
                  </a:cubicBezTo>
                  <a:cubicBezTo>
                    <a:pt x="57462" y="25508"/>
                    <a:pt x="57392" y="25464"/>
                    <a:pt x="57325" y="25428"/>
                  </a:cubicBezTo>
                  <a:cubicBezTo>
                    <a:pt x="57255" y="25386"/>
                    <a:pt x="57200" y="25356"/>
                    <a:pt x="57146" y="25327"/>
                  </a:cubicBezTo>
                  <a:cubicBezTo>
                    <a:pt x="57079" y="25291"/>
                    <a:pt x="57031" y="25257"/>
                    <a:pt x="56994" y="25234"/>
                  </a:cubicBezTo>
                  <a:cubicBezTo>
                    <a:pt x="56961" y="25215"/>
                    <a:pt x="56939" y="25205"/>
                    <a:pt x="56939" y="25205"/>
                  </a:cubicBezTo>
                  <a:lnTo>
                    <a:pt x="14454" y="677"/>
                  </a:lnTo>
                  <a:cubicBezTo>
                    <a:pt x="13673" y="226"/>
                    <a:pt x="12648" y="0"/>
                    <a:pt x="11623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8"/>
            <p:cNvSpPr/>
            <p:nvPr/>
          </p:nvSpPr>
          <p:spPr>
            <a:xfrm>
              <a:off x="7186000" y="122196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2"/>
                  </a:lnTo>
                  <a:lnTo>
                    <a:pt x="2" y="7671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8"/>
            <p:cNvSpPr/>
            <p:nvPr/>
          </p:nvSpPr>
          <p:spPr>
            <a:xfrm>
              <a:off x="8588775" y="1901888"/>
              <a:ext cx="87325" cy="1677650"/>
            </a:xfrm>
            <a:custGeom>
              <a:avLst/>
              <a:gdLst/>
              <a:ahLst/>
              <a:cxnLst/>
              <a:rect l="l" t="t" r="r" b="b"/>
              <a:pathLst>
                <a:path w="3493" h="6710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6" y="2447"/>
                    <a:pt x="836" y="3444"/>
                    <a:pt x="838" y="4348"/>
                  </a:cubicBezTo>
                  <a:cubicBezTo>
                    <a:pt x="838" y="4348"/>
                    <a:pt x="840" y="7217"/>
                    <a:pt x="835" y="7220"/>
                  </a:cubicBezTo>
                  <a:lnTo>
                    <a:pt x="831" y="64991"/>
                  </a:lnTo>
                  <a:cubicBezTo>
                    <a:pt x="831" y="65502"/>
                    <a:pt x="821" y="66631"/>
                    <a:pt x="1" y="67106"/>
                  </a:cubicBezTo>
                  <a:lnTo>
                    <a:pt x="2160" y="65860"/>
                  </a:lnTo>
                  <a:cubicBezTo>
                    <a:pt x="2893" y="65437"/>
                    <a:pt x="3488" y="64361"/>
                    <a:pt x="3488" y="63459"/>
                  </a:cubicBezTo>
                  <a:lnTo>
                    <a:pt x="3490" y="5688"/>
                  </a:lnTo>
                  <a:cubicBezTo>
                    <a:pt x="3490" y="5688"/>
                    <a:pt x="3493" y="5664"/>
                    <a:pt x="3493" y="5626"/>
                  </a:cubicBezTo>
                  <a:cubicBezTo>
                    <a:pt x="3490" y="5583"/>
                    <a:pt x="3486" y="5524"/>
                    <a:pt x="3488" y="5447"/>
                  </a:cubicBezTo>
                  <a:cubicBezTo>
                    <a:pt x="3490" y="5385"/>
                    <a:pt x="3491" y="5324"/>
                    <a:pt x="3490" y="5242"/>
                  </a:cubicBezTo>
                  <a:cubicBezTo>
                    <a:pt x="3491" y="5167"/>
                    <a:pt x="3490" y="5085"/>
                    <a:pt x="3491" y="4984"/>
                  </a:cubicBezTo>
                  <a:cubicBezTo>
                    <a:pt x="3488" y="4796"/>
                    <a:pt x="3491" y="4577"/>
                    <a:pt x="3488" y="4336"/>
                  </a:cubicBezTo>
                  <a:lnTo>
                    <a:pt x="3488" y="3815"/>
                  </a:lnTo>
                  <a:cubicBezTo>
                    <a:pt x="3488" y="3446"/>
                    <a:pt x="3490" y="3045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8"/>
            <p:cNvSpPr/>
            <p:nvPr/>
          </p:nvSpPr>
          <p:spPr>
            <a:xfrm>
              <a:off x="7385075" y="1246013"/>
              <a:ext cx="1224700" cy="2338200"/>
            </a:xfrm>
            <a:custGeom>
              <a:avLst/>
              <a:gdLst/>
              <a:ahLst/>
              <a:cxnLst/>
              <a:rect l="l" t="t" r="r" b="b"/>
              <a:pathLst>
                <a:path w="48988" h="93528" extrusionOk="0">
                  <a:moveTo>
                    <a:pt x="1049" y="0"/>
                  </a:moveTo>
                  <a:cubicBezTo>
                    <a:pt x="1034" y="0"/>
                    <a:pt x="1019" y="0"/>
                    <a:pt x="1004" y="1"/>
                  </a:cubicBezTo>
                  <a:cubicBezTo>
                    <a:pt x="902" y="1"/>
                    <a:pt x="800" y="8"/>
                    <a:pt x="699" y="19"/>
                  </a:cubicBezTo>
                  <a:cubicBezTo>
                    <a:pt x="598" y="26"/>
                    <a:pt x="500" y="43"/>
                    <a:pt x="403" y="69"/>
                  </a:cubicBezTo>
                  <a:cubicBezTo>
                    <a:pt x="319" y="88"/>
                    <a:pt x="237" y="113"/>
                    <a:pt x="157" y="143"/>
                  </a:cubicBezTo>
                  <a:cubicBezTo>
                    <a:pt x="135" y="145"/>
                    <a:pt x="114" y="155"/>
                    <a:pt x="99" y="170"/>
                  </a:cubicBezTo>
                  <a:cubicBezTo>
                    <a:pt x="65" y="176"/>
                    <a:pt x="34" y="188"/>
                    <a:pt x="3" y="201"/>
                  </a:cubicBezTo>
                  <a:lnTo>
                    <a:pt x="0" y="210"/>
                  </a:lnTo>
                  <a:lnTo>
                    <a:pt x="32" y="8255"/>
                  </a:lnTo>
                  <a:lnTo>
                    <a:pt x="39" y="11325"/>
                  </a:lnTo>
                  <a:lnTo>
                    <a:pt x="249" y="63651"/>
                  </a:lnTo>
                  <a:cubicBezTo>
                    <a:pt x="254" y="65452"/>
                    <a:pt x="1529" y="67646"/>
                    <a:pt x="3096" y="68545"/>
                  </a:cubicBezTo>
                  <a:lnTo>
                    <a:pt x="38361" y="88696"/>
                  </a:lnTo>
                  <a:lnTo>
                    <a:pt x="46147" y="93147"/>
                  </a:lnTo>
                  <a:cubicBezTo>
                    <a:pt x="46599" y="93405"/>
                    <a:pt x="47027" y="93527"/>
                    <a:pt x="47407" y="93527"/>
                  </a:cubicBezTo>
                  <a:cubicBezTo>
                    <a:pt x="48343" y="93527"/>
                    <a:pt x="48988" y="92784"/>
                    <a:pt x="48988" y="91500"/>
                  </a:cubicBezTo>
                  <a:lnTo>
                    <a:pt x="48988" y="33443"/>
                  </a:lnTo>
                  <a:lnTo>
                    <a:pt x="48988" y="30583"/>
                  </a:lnTo>
                  <a:cubicBezTo>
                    <a:pt x="48986" y="29677"/>
                    <a:pt x="48672" y="28673"/>
                    <a:pt x="48161" y="27791"/>
                  </a:cubicBezTo>
                  <a:cubicBezTo>
                    <a:pt x="47631" y="26875"/>
                    <a:pt x="46963" y="26170"/>
                    <a:pt x="46149" y="25683"/>
                  </a:cubicBezTo>
                  <a:lnTo>
                    <a:pt x="43671" y="24254"/>
                  </a:lnTo>
                  <a:lnTo>
                    <a:pt x="43668" y="24247"/>
                  </a:lnTo>
                  <a:lnTo>
                    <a:pt x="2134" y="272"/>
                  </a:lnTo>
                  <a:cubicBezTo>
                    <a:pt x="2070" y="240"/>
                    <a:pt x="1998" y="206"/>
                    <a:pt x="1928" y="178"/>
                  </a:cubicBezTo>
                  <a:cubicBezTo>
                    <a:pt x="1851" y="146"/>
                    <a:pt x="1773" y="118"/>
                    <a:pt x="1693" y="94"/>
                  </a:cubicBezTo>
                  <a:lnTo>
                    <a:pt x="1541" y="54"/>
                  </a:lnTo>
                  <a:cubicBezTo>
                    <a:pt x="1464" y="39"/>
                    <a:pt x="1387" y="28"/>
                    <a:pt x="1310" y="21"/>
                  </a:cubicBezTo>
                  <a:cubicBezTo>
                    <a:pt x="1225" y="8"/>
                    <a:pt x="1137" y="0"/>
                    <a:pt x="1049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8"/>
            <p:cNvSpPr/>
            <p:nvPr/>
          </p:nvSpPr>
          <p:spPr>
            <a:xfrm>
              <a:off x="7219200" y="1285588"/>
              <a:ext cx="1346875" cy="2364975"/>
            </a:xfrm>
            <a:custGeom>
              <a:avLst/>
              <a:gdLst/>
              <a:ahLst/>
              <a:cxnLst/>
              <a:rect l="l" t="t" r="r" b="b"/>
              <a:pathLst>
                <a:path w="53875" h="94599" extrusionOk="0">
                  <a:moveTo>
                    <a:pt x="7559" y="0"/>
                  </a:moveTo>
                  <a:lnTo>
                    <a:pt x="0" y="4356"/>
                  </a:lnTo>
                  <a:lnTo>
                    <a:pt x="46318" y="31102"/>
                  </a:lnTo>
                  <a:lnTo>
                    <a:pt x="46219" y="94598"/>
                  </a:lnTo>
                  <a:lnTo>
                    <a:pt x="53056" y="90650"/>
                  </a:lnTo>
                  <a:cubicBezTo>
                    <a:pt x="53563" y="90358"/>
                    <a:pt x="53873" y="89818"/>
                    <a:pt x="53873" y="89235"/>
                  </a:cubicBezTo>
                  <a:lnTo>
                    <a:pt x="53875" y="28627"/>
                  </a:lnTo>
                  <a:cubicBezTo>
                    <a:pt x="53875" y="27459"/>
                    <a:pt x="53252" y="26380"/>
                    <a:pt x="52241" y="25795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8"/>
            <p:cNvSpPr/>
            <p:nvPr/>
          </p:nvSpPr>
          <p:spPr>
            <a:xfrm>
              <a:off x="8374675" y="1960363"/>
              <a:ext cx="191400" cy="1690200"/>
            </a:xfrm>
            <a:custGeom>
              <a:avLst/>
              <a:gdLst/>
              <a:ahLst/>
              <a:cxnLst/>
              <a:rect l="l" t="t" r="r" b="b"/>
              <a:pathLst>
                <a:path w="7656" h="67608" extrusionOk="0">
                  <a:moveTo>
                    <a:pt x="7218" y="1"/>
                  </a:moveTo>
                  <a:lnTo>
                    <a:pt x="99" y="4111"/>
                  </a:lnTo>
                  <a:lnTo>
                    <a:pt x="0" y="67607"/>
                  </a:lnTo>
                  <a:lnTo>
                    <a:pt x="6837" y="63659"/>
                  </a:lnTo>
                  <a:cubicBezTo>
                    <a:pt x="7344" y="63367"/>
                    <a:pt x="7654" y="62829"/>
                    <a:pt x="7654" y="62244"/>
                  </a:cubicBezTo>
                  <a:lnTo>
                    <a:pt x="7656" y="1636"/>
                  </a:lnTo>
                  <a:cubicBezTo>
                    <a:pt x="7656" y="1062"/>
                    <a:pt x="7506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8"/>
            <p:cNvSpPr/>
            <p:nvPr/>
          </p:nvSpPr>
          <p:spPr>
            <a:xfrm>
              <a:off x="7222325" y="1269163"/>
              <a:ext cx="217575" cy="121550"/>
            </a:xfrm>
            <a:custGeom>
              <a:avLst/>
              <a:gdLst/>
              <a:ahLst/>
              <a:cxnLst/>
              <a:rect l="l" t="t" r="r" b="b"/>
              <a:pathLst>
                <a:path w="8703" h="4862" extrusionOk="0">
                  <a:moveTo>
                    <a:pt x="7748" y="1"/>
                  </a:moveTo>
                  <a:cubicBezTo>
                    <a:pt x="7438" y="1"/>
                    <a:pt x="7097" y="83"/>
                    <a:pt x="6826" y="239"/>
                  </a:cubicBezTo>
                  <a:lnTo>
                    <a:pt x="554" y="3853"/>
                  </a:lnTo>
                  <a:cubicBezTo>
                    <a:pt x="84" y="4124"/>
                    <a:pt x="1" y="4517"/>
                    <a:pt x="368" y="4729"/>
                  </a:cubicBezTo>
                  <a:cubicBezTo>
                    <a:pt x="523" y="4818"/>
                    <a:pt x="733" y="4862"/>
                    <a:pt x="959" y="4862"/>
                  </a:cubicBezTo>
                  <a:cubicBezTo>
                    <a:pt x="1270" y="4862"/>
                    <a:pt x="1612" y="4780"/>
                    <a:pt x="1884" y="4622"/>
                  </a:cubicBezTo>
                  <a:lnTo>
                    <a:pt x="8149" y="1005"/>
                  </a:lnTo>
                  <a:cubicBezTo>
                    <a:pt x="8619" y="734"/>
                    <a:pt x="8702" y="343"/>
                    <a:pt x="8336" y="132"/>
                  </a:cubicBezTo>
                  <a:cubicBezTo>
                    <a:pt x="8182" y="44"/>
                    <a:pt x="7974" y="1"/>
                    <a:pt x="7748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8323225" y="2055188"/>
              <a:ext cx="87300" cy="1677600"/>
            </a:xfrm>
            <a:custGeom>
              <a:avLst/>
              <a:gdLst/>
              <a:ahLst/>
              <a:cxnLst/>
              <a:rect l="l" t="t" r="r" b="b"/>
              <a:pathLst>
                <a:path w="3492" h="67104" extrusionOk="0">
                  <a:moveTo>
                    <a:pt x="2707" y="0"/>
                  </a:moveTo>
                  <a:lnTo>
                    <a:pt x="0" y="1564"/>
                  </a:lnTo>
                  <a:cubicBezTo>
                    <a:pt x="513" y="2453"/>
                    <a:pt x="830" y="3447"/>
                    <a:pt x="830" y="4361"/>
                  </a:cubicBezTo>
                  <a:cubicBezTo>
                    <a:pt x="830" y="4361"/>
                    <a:pt x="830" y="7215"/>
                    <a:pt x="834" y="7220"/>
                  </a:cubicBezTo>
                  <a:lnTo>
                    <a:pt x="829" y="34771"/>
                  </a:lnTo>
                  <a:lnTo>
                    <a:pt x="830" y="64992"/>
                  </a:lnTo>
                  <a:cubicBezTo>
                    <a:pt x="830" y="65472"/>
                    <a:pt x="849" y="66614"/>
                    <a:pt x="0" y="67104"/>
                  </a:cubicBezTo>
                  <a:cubicBezTo>
                    <a:pt x="0" y="67104"/>
                    <a:pt x="1815" y="66058"/>
                    <a:pt x="2159" y="65859"/>
                  </a:cubicBezTo>
                  <a:cubicBezTo>
                    <a:pt x="2892" y="65437"/>
                    <a:pt x="3485" y="64361"/>
                    <a:pt x="3485" y="63458"/>
                  </a:cubicBezTo>
                  <a:lnTo>
                    <a:pt x="3485" y="36311"/>
                  </a:lnTo>
                  <a:cubicBezTo>
                    <a:pt x="3485" y="36311"/>
                    <a:pt x="3489" y="5688"/>
                    <a:pt x="3489" y="5673"/>
                  </a:cubicBezTo>
                  <a:lnTo>
                    <a:pt x="3489" y="5552"/>
                  </a:lnTo>
                  <a:cubicBezTo>
                    <a:pt x="3492" y="5340"/>
                    <a:pt x="3492" y="4907"/>
                    <a:pt x="3489" y="4338"/>
                  </a:cubicBezTo>
                  <a:lnTo>
                    <a:pt x="3489" y="3815"/>
                  </a:lnTo>
                  <a:cubicBezTo>
                    <a:pt x="3487" y="3445"/>
                    <a:pt x="3489" y="3044"/>
                    <a:pt x="3487" y="2623"/>
                  </a:cubicBezTo>
                  <a:cubicBezTo>
                    <a:pt x="3487" y="1770"/>
                    <a:pt x="3193" y="831"/>
                    <a:pt x="2707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7119575" y="1350313"/>
              <a:ext cx="1224500" cy="2387350"/>
            </a:xfrm>
            <a:custGeom>
              <a:avLst/>
              <a:gdLst/>
              <a:ahLst/>
              <a:cxnLst/>
              <a:rect l="l" t="t" r="r" b="b"/>
              <a:pathLst>
                <a:path w="48980" h="95494" extrusionOk="0">
                  <a:moveTo>
                    <a:pt x="4" y="1"/>
                  </a:moveTo>
                  <a:lnTo>
                    <a:pt x="4" y="1"/>
                  </a:lnTo>
                  <a:cubicBezTo>
                    <a:pt x="1" y="34"/>
                    <a:pt x="1" y="67"/>
                    <a:pt x="4" y="99"/>
                  </a:cubicBezTo>
                  <a:lnTo>
                    <a:pt x="4" y="99"/>
                  </a:lnTo>
                  <a:lnTo>
                    <a:pt x="4" y="1"/>
                  </a:lnTo>
                  <a:close/>
                  <a:moveTo>
                    <a:pt x="4" y="99"/>
                  </a:moveTo>
                  <a:lnTo>
                    <a:pt x="14" y="65217"/>
                  </a:lnTo>
                  <a:cubicBezTo>
                    <a:pt x="14" y="67021"/>
                    <a:pt x="1294" y="69211"/>
                    <a:pt x="2863" y="70110"/>
                  </a:cubicBezTo>
                  <a:lnTo>
                    <a:pt x="46139" y="95114"/>
                  </a:lnTo>
                  <a:cubicBezTo>
                    <a:pt x="46591" y="95371"/>
                    <a:pt x="47018" y="95493"/>
                    <a:pt x="47397" y="95493"/>
                  </a:cubicBezTo>
                  <a:cubicBezTo>
                    <a:pt x="48331" y="95493"/>
                    <a:pt x="48975" y="94752"/>
                    <a:pt x="48978" y="93466"/>
                  </a:cubicBezTo>
                  <a:lnTo>
                    <a:pt x="48980" y="84526"/>
                  </a:lnTo>
                  <a:lnTo>
                    <a:pt x="48976" y="35410"/>
                  </a:lnTo>
                  <a:lnTo>
                    <a:pt x="48976" y="32548"/>
                  </a:lnTo>
                  <a:cubicBezTo>
                    <a:pt x="48975" y="31644"/>
                    <a:pt x="48654" y="30643"/>
                    <a:pt x="48144" y="29759"/>
                  </a:cubicBezTo>
                  <a:cubicBezTo>
                    <a:pt x="47615" y="28815"/>
                    <a:pt x="46928" y="28139"/>
                    <a:pt x="46138" y="27642"/>
                  </a:cubicBezTo>
                  <a:lnTo>
                    <a:pt x="43667" y="26215"/>
                  </a:lnTo>
                  <a:lnTo>
                    <a:pt x="43663" y="26209"/>
                  </a:lnTo>
                  <a:lnTo>
                    <a:pt x="10657" y="7155"/>
                  </a:lnTo>
                  <a:lnTo>
                    <a:pt x="2833" y="2636"/>
                  </a:lnTo>
                  <a:lnTo>
                    <a:pt x="1178" y="1682"/>
                  </a:lnTo>
                  <a:cubicBezTo>
                    <a:pt x="973" y="1560"/>
                    <a:pt x="781" y="1418"/>
                    <a:pt x="602" y="1259"/>
                  </a:cubicBezTo>
                  <a:cubicBezTo>
                    <a:pt x="522" y="1185"/>
                    <a:pt x="450" y="1107"/>
                    <a:pt x="383" y="1023"/>
                  </a:cubicBezTo>
                  <a:cubicBezTo>
                    <a:pt x="316" y="943"/>
                    <a:pt x="258" y="860"/>
                    <a:pt x="206" y="769"/>
                  </a:cubicBezTo>
                  <a:cubicBezTo>
                    <a:pt x="174" y="713"/>
                    <a:pt x="146" y="652"/>
                    <a:pt x="119" y="594"/>
                  </a:cubicBezTo>
                  <a:cubicBezTo>
                    <a:pt x="94" y="535"/>
                    <a:pt x="74" y="477"/>
                    <a:pt x="62" y="415"/>
                  </a:cubicBezTo>
                  <a:cubicBezTo>
                    <a:pt x="46" y="375"/>
                    <a:pt x="36" y="332"/>
                    <a:pt x="34" y="288"/>
                  </a:cubicBezTo>
                  <a:cubicBezTo>
                    <a:pt x="17" y="248"/>
                    <a:pt x="11" y="205"/>
                    <a:pt x="14" y="163"/>
                  </a:cubicBezTo>
                  <a:cubicBezTo>
                    <a:pt x="9" y="142"/>
                    <a:pt x="6" y="120"/>
                    <a:pt x="4" y="99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8"/>
            <p:cNvSpPr/>
            <p:nvPr/>
          </p:nvSpPr>
          <p:spPr>
            <a:xfrm>
              <a:off x="7119625" y="1183738"/>
              <a:ext cx="1536800" cy="910575"/>
            </a:xfrm>
            <a:custGeom>
              <a:avLst/>
              <a:gdLst/>
              <a:ahLst/>
              <a:cxnLst/>
              <a:rect l="l" t="t" r="r" b="b"/>
              <a:pathLst>
                <a:path w="61472" h="36423" extrusionOk="0">
                  <a:moveTo>
                    <a:pt x="11623" y="1"/>
                  </a:moveTo>
                  <a:cubicBezTo>
                    <a:pt x="10598" y="1"/>
                    <a:pt x="9573" y="226"/>
                    <a:pt x="8792" y="677"/>
                  </a:cubicBezTo>
                  <a:lnTo>
                    <a:pt x="1176" y="5075"/>
                  </a:lnTo>
                  <a:cubicBezTo>
                    <a:pt x="416" y="5513"/>
                    <a:pt x="30" y="6084"/>
                    <a:pt x="0" y="6660"/>
                  </a:cubicBezTo>
                  <a:lnTo>
                    <a:pt x="4" y="6666"/>
                  </a:lnTo>
                  <a:lnTo>
                    <a:pt x="4" y="6769"/>
                  </a:lnTo>
                  <a:cubicBezTo>
                    <a:pt x="7" y="6791"/>
                    <a:pt x="9" y="6804"/>
                    <a:pt x="12" y="6824"/>
                  </a:cubicBezTo>
                  <a:cubicBezTo>
                    <a:pt x="12" y="6868"/>
                    <a:pt x="19" y="6909"/>
                    <a:pt x="32" y="6950"/>
                  </a:cubicBezTo>
                  <a:cubicBezTo>
                    <a:pt x="34" y="6995"/>
                    <a:pt x="44" y="7036"/>
                    <a:pt x="59" y="7078"/>
                  </a:cubicBezTo>
                  <a:cubicBezTo>
                    <a:pt x="72" y="7138"/>
                    <a:pt x="90" y="7198"/>
                    <a:pt x="117" y="7255"/>
                  </a:cubicBezTo>
                  <a:cubicBezTo>
                    <a:pt x="144" y="7315"/>
                    <a:pt x="171" y="7376"/>
                    <a:pt x="204" y="7432"/>
                  </a:cubicBezTo>
                  <a:cubicBezTo>
                    <a:pt x="254" y="7521"/>
                    <a:pt x="314" y="7606"/>
                    <a:pt x="380" y="7685"/>
                  </a:cubicBezTo>
                  <a:cubicBezTo>
                    <a:pt x="446" y="7770"/>
                    <a:pt x="520" y="7848"/>
                    <a:pt x="600" y="7920"/>
                  </a:cubicBezTo>
                  <a:cubicBezTo>
                    <a:pt x="777" y="8081"/>
                    <a:pt x="969" y="8221"/>
                    <a:pt x="1175" y="8343"/>
                  </a:cubicBezTo>
                  <a:lnTo>
                    <a:pt x="2829" y="9299"/>
                  </a:lnTo>
                  <a:lnTo>
                    <a:pt x="10655" y="13818"/>
                  </a:lnTo>
                  <a:lnTo>
                    <a:pt x="43663" y="32872"/>
                  </a:lnTo>
                  <a:lnTo>
                    <a:pt x="43665" y="32877"/>
                  </a:lnTo>
                  <a:lnTo>
                    <a:pt x="46136" y="34304"/>
                  </a:lnTo>
                  <a:lnTo>
                    <a:pt x="46144" y="34307"/>
                  </a:lnTo>
                  <a:cubicBezTo>
                    <a:pt x="46928" y="34761"/>
                    <a:pt x="47629" y="35533"/>
                    <a:pt x="48144" y="36422"/>
                  </a:cubicBezTo>
                  <a:lnTo>
                    <a:pt x="50851" y="34858"/>
                  </a:lnTo>
                  <a:cubicBezTo>
                    <a:pt x="50375" y="34023"/>
                    <a:pt x="49708" y="33299"/>
                    <a:pt x="48971" y="32872"/>
                  </a:cubicBezTo>
                  <a:cubicBezTo>
                    <a:pt x="48607" y="32660"/>
                    <a:pt x="48258" y="32461"/>
                    <a:pt x="47939" y="32275"/>
                  </a:cubicBezTo>
                  <a:lnTo>
                    <a:pt x="47486" y="32015"/>
                  </a:lnTo>
                  <a:cubicBezTo>
                    <a:pt x="46995" y="31726"/>
                    <a:pt x="46622" y="31510"/>
                    <a:pt x="46433" y="31406"/>
                  </a:cubicBezTo>
                  <a:lnTo>
                    <a:pt x="46330" y="31346"/>
                  </a:lnTo>
                  <a:cubicBezTo>
                    <a:pt x="46325" y="31345"/>
                    <a:pt x="46321" y="31341"/>
                    <a:pt x="46318" y="31338"/>
                  </a:cubicBezTo>
                  <a:lnTo>
                    <a:pt x="10650" y="10749"/>
                  </a:lnTo>
                  <a:lnTo>
                    <a:pt x="4784" y="7362"/>
                  </a:lnTo>
                  <a:cubicBezTo>
                    <a:pt x="4162" y="7005"/>
                    <a:pt x="4162" y="6417"/>
                    <a:pt x="4785" y="6056"/>
                  </a:cubicBezTo>
                  <a:lnTo>
                    <a:pt x="10486" y="2764"/>
                  </a:lnTo>
                  <a:cubicBezTo>
                    <a:pt x="10528" y="2739"/>
                    <a:pt x="10571" y="2717"/>
                    <a:pt x="10618" y="2704"/>
                  </a:cubicBezTo>
                  <a:cubicBezTo>
                    <a:pt x="10647" y="2681"/>
                    <a:pt x="10680" y="2667"/>
                    <a:pt x="10715" y="2662"/>
                  </a:cubicBezTo>
                  <a:cubicBezTo>
                    <a:pt x="10732" y="2647"/>
                    <a:pt x="10752" y="2637"/>
                    <a:pt x="10775" y="2634"/>
                  </a:cubicBezTo>
                  <a:cubicBezTo>
                    <a:pt x="10854" y="2606"/>
                    <a:pt x="10936" y="2580"/>
                    <a:pt x="11019" y="2562"/>
                  </a:cubicBezTo>
                  <a:cubicBezTo>
                    <a:pt x="11116" y="2535"/>
                    <a:pt x="11215" y="2519"/>
                    <a:pt x="11315" y="2512"/>
                  </a:cubicBezTo>
                  <a:cubicBezTo>
                    <a:pt x="11417" y="2500"/>
                    <a:pt x="11519" y="2494"/>
                    <a:pt x="11622" y="2494"/>
                  </a:cubicBezTo>
                  <a:cubicBezTo>
                    <a:pt x="11637" y="2493"/>
                    <a:pt x="11652" y="2493"/>
                    <a:pt x="11667" y="2493"/>
                  </a:cubicBezTo>
                  <a:cubicBezTo>
                    <a:pt x="11754" y="2493"/>
                    <a:pt x="11841" y="2501"/>
                    <a:pt x="11928" y="2514"/>
                  </a:cubicBezTo>
                  <a:cubicBezTo>
                    <a:pt x="12005" y="2520"/>
                    <a:pt x="12082" y="2532"/>
                    <a:pt x="12157" y="2547"/>
                  </a:cubicBezTo>
                  <a:lnTo>
                    <a:pt x="12309" y="2587"/>
                  </a:lnTo>
                  <a:cubicBezTo>
                    <a:pt x="12391" y="2607"/>
                    <a:pt x="12469" y="2634"/>
                    <a:pt x="12546" y="2671"/>
                  </a:cubicBezTo>
                  <a:cubicBezTo>
                    <a:pt x="12615" y="2699"/>
                    <a:pt x="12687" y="2734"/>
                    <a:pt x="12750" y="2764"/>
                  </a:cubicBezTo>
                  <a:lnTo>
                    <a:pt x="54284" y="26740"/>
                  </a:lnTo>
                  <a:lnTo>
                    <a:pt x="54289" y="26737"/>
                  </a:lnTo>
                  <a:lnTo>
                    <a:pt x="56772" y="28174"/>
                  </a:lnTo>
                  <a:cubicBezTo>
                    <a:pt x="57556" y="28626"/>
                    <a:pt x="58264" y="29395"/>
                    <a:pt x="58777" y="30284"/>
                  </a:cubicBezTo>
                  <a:lnTo>
                    <a:pt x="61472" y="28728"/>
                  </a:lnTo>
                  <a:cubicBezTo>
                    <a:pt x="60996" y="27893"/>
                    <a:pt x="60329" y="27168"/>
                    <a:pt x="59592" y="26742"/>
                  </a:cubicBezTo>
                  <a:cubicBezTo>
                    <a:pt x="59228" y="26528"/>
                    <a:pt x="58879" y="26331"/>
                    <a:pt x="58560" y="26144"/>
                  </a:cubicBezTo>
                  <a:lnTo>
                    <a:pt x="58107" y="25885"/>
                  </a:lnTo>
                  <a:cubicBezTo>
                    <a:pt x="57901" y="25761"/>
                    <a:pt x="57711" y="25652"/>
                    <a:pt x="57549" y="25557"/>
                  </a:cubicBezTo>
                  <a:cubicBezTo>
                    <a:pt x="57462" y="25510"/>
                    <a:pt x="57392" y="25467"/>
                    <a:pt x="57325" y="25430"/>
                  </a:cubicBezTo>
                  <a:cubicBezTo>
                    <a:pt x="57255" y="25388"/>
                    <a:pt x="57200" y="25358"/>
                    <a:pt x="57146" y="25330"/>
                  </a:cubicBezTo>
                  <a:cubicBezTo>
                    <a:pt x="57079" y="25293"/>
                    <a:pt x="57031" y="25260"/>
                    <a:pt x="56994" y="25236"/>
                  </a:cubicBezTo>
                  <a:cubicBezTo>
                    <a:pt x="56961" y="25218"/>
                    <a:pt x="56939" y="25208"/>
                    <a:pt x="56939" y="25208"/>
                  </a:cubicBezTo>
                  <a:lnTo>
                    <a:pt x="14454" y="677"/>
                  </a:lnTo>
                  <a:cubicBezTo>
                    <a:pt x="13673" y="226"/>
                    <a:pt x="12648" y="1"/>
                    <a:pt x="1162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8"/>
            <p:cNvSpPr/>
            <p:nvPr/>
          </p:nvSpPr>
          <p:spPr>
            <a:xfrm>
              <a:off x="6020275" y="35391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9" y="1"/>
                  </a:moveTo>
                  <a:cubicBezTo>
                    <a:pt x="64739" y="947"/>
                    <a:pt x="63766" y="1520"/>
                    <a:pt x="63324" y="1775"/>
                  </a:cubicBezTo>
                  <a:lnTo>
                    <a:pt x="5317" y="35271"/>
                  </a:lnTo>
                  <a:cubicBezTo>
                    <a:pt x="5317" y="35278"/>
                    <a:pt x="2831" y="36710"/>
                    <a:pt x="2831" y="36710"/>
                  </a:cubicBezTo>
                  <a:cubicBezTo>
                    <a:pt x="2046" y="37161"/>
                    <a:pt x="1027" y="37390"/>
                    <a:pt x="1" y="37390"/>
                  </a:cubicBezTo>
                  <a:lnTo>
                    <a:pt x="1" y="40501"/>
                  </a:lnTo>
                  <a:cubicBezTo>
                    <a:pt x="15" y="40501"/>
                    <a:pt x="30" y="40501"/>
                    <a:pt x="44" y="40501"/>
                  </a:cubicBezTo>
                  <a:cubicBezTo>
                    <a:pt x="990" y="40501"/>
                    <a:pt x="1933" y="40285"/>
                    <a:pt x="2661" y="39868"/>
                  </a:cubicBezTo>
                  <a:cubicBezTo>
                    <a:pt x="3027" y="39659"/>
                    <a:pt x="3374" y="39455"/>
                    <a:pt x="3695" y="39273"/>
                  </a:cubicBezTo>
                  <a:lnTo>
                    <a:pt x="4146" y="39010"/>
                  </a:lnTo>
                  <a:cubicBezTo>
                    <a:pt x="4355" y="38893"/>
                    <a:pt x="4544" y="38781"/>
                    <a:pt x="4707" y="38690"/>
                  </a:cubicBezTo>
                  <a:cubicBezTo>
                    <a:pt x="4793" y="38638"/>
                    <a:pt x="4864" y="38598"/>
                    <a:pt x="4930" y="38559"/>
                  </a:cubicBezTo>
                  <a:cubicBezTo>
                    <a:pt x="5001" y="38521"/>
                    <a:pt x="5053" y="38487"/>
                    <a:pt x="5107" y="38456"/>
                  </a:cubicBezTo>
                  <a:cubicBezTo>
                    <a:pt x="5172" y="38416"/>
                    <a:pt x="5224" y="38391"/>
                    <a:pt x="5264" y="38370"/>
                  </a:cubicBezTo>
                  <a:cubicBezTo>
                    <a:pt x="5295" y="38350"/>
                    <a:pt x="5316" y="38337"/>
                    <a:pt x="5316" y="38337"/>
                  </a:cubicBezTo>
                  <a:lnTo>
                    <a:pt x="63324" y="4845"/>
                  </a:lnTo>
                  <a:cubicBezTo>
                    <a:pt x="64106" y="4392"/>
                    <a:pt x="64739" y="3341"/>
                    <a:pt x="64739" y="2492"/>
                  </a:cubicBezTo>
                  <a:lnTo>
                    <a:pt x="64739" y="1"/>
                  </a:ln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4650975" y="2758038"/>
              <a:ext cx="2997550" cy="1715875"/>
            </a:xfrm>
            <a:custGeom>
              <a:avLst/>
              <a:gdLst/>
              <a:ahLst/>
              <a:cxnLst/>
              <a:rect l="l" t="t" r="r" b="b"/>
              <a:pathLst>
                <a:path w="119902" h="68635" extrusionOk="0">
                  <a:moveTo>
                    <a:pt x="65859" y="1"/>
                  </a:moveTo>
                  <a:cubicBezTo>
                    <a:pt x="64842" y="1"/>
                    <a:pt x="63826" y="223"/>
                    <a:pt x="63050" y="667"/>
                  </a:cubicBezTo>
                  <a:lnTo>
                    <a:pt x="9651" y="31254"/>
                  </a:lnTo>
                  <a:lnTo>
                    <a:pt x="6992" y="32785"/>
                  </a:lnTo>
                  <a:lnTo>
                    <a:pt x="8" y="36780"/>
                  </a:lnTo>
                  <a:lnTo>
                    <a:pt x="1" y="36786"/>
                  </a:lnTo>
                  <a:cubicBezTo>
                    <a:pt x="4" y="36818"/>
                    <a:pt x="11" y="36851"/>
                    <a:pt x="21" y="36883"/>
                  </a:cubicBezTo>
                  <a:cubicBezTo>
                    <a:pt x="16" y="36905"/>
                    <a:pt x="19" y="36928"/>
                    <a:pt x="28" y="36948"/>
                  </a:cubicBezTo>
                  <a:cubicBezTo>
                    <a:pt x="41" y="37034"/>
                    <a:pt x="61" y="37115"/>
                    <a:pt x="86" y="37197"/>
                  </a:cubicBezTo>
                  <a:cubicBezTo>
                    <a:pt x="113" y="37294"/>
                    <a:pt x="148" y="37388"/>
                    <a:pt x="191" y="37478"/>
                  </a:cubicBezTo>
                  <a:cubicBezTo>
                    <a:pt x="232" y="37573"/>
                    <a:pt x="278" y="37665"/>
                    <a:pt x="328" y="37754"/>
                  </a:cubicBezTo>
                  <a:cubicBezTo>
                    <a:pt x="377" y="37844"/>
                    <a:pt x="434" y="37929"/>
                    <a:pt x="499" y="38008"/>
                  </a:cubicBezTo>
                  <a:cubicBezTo>
                    <a:pt x="542" y="38073"/>
                    <a:pt x="591" y="38133"/>
                    <a:pt x="643" y="38191"/>
                  </a:cubicBezTo>
                  <a:lnTo>
                    <a:pt x="753" y="38302"/>
                  </a:lnTo>
                  <a:cubicBezTo>
                    <a:pt x="813" y="38360"/>
                    <a:pt x="876" y="38415"/>
                    <a:pt x="943" y="38465"/>
                  </a:cubicBezTo>
                  <a:cubicBezTo>
                    <a:pt x="1002" y="38512"/>
                    <a:pt x="1067" y="38557"/>
                    <a:pt x="1125" y="38596"/>
                  </a:cubicBezTo>
                  <a:lnTo>
                    <a:pt x="49458" y="66516"/>
                  </a:lnTo>
                  <a:lnTo>
                    <a:pt x="49463" y="66516"/>
                  </a:lnTo>
                  <a:lnTo>
                    <a:pt x="51942" y="67948"/>
                  </a:lnTo>
                  <a:cubicBezTo>
                    <a:pt x="52771" y="68409"/>
                    <a:pt x="53715" y="68635"/>
                    <a:pt x="54773" y="68635"/>
                  </a:cubicBezTo>
                  <a:cubicBezTo>
                    <a:pt x="55794" y="68635"/>
                    <a:pt x="56819" y="68404"/>
                    <a:pt x="57605" y="67955"/>
                  </a:cubicBezTo>
                  <a:lnTo>
                    <a:pt x="60083" y="66523"/>
                  </a:lnTo>
                  <a:lnTo>
                    <a:pt x="118338" y="32890"/>
                  </a:lnTo>
                  <a:cubicBezTo>
                    <a:pt x="119902" y="31988"/>
                    <a:pt x="119902" y="30516"/>
                    <a:pt x="118345" y="29607"/>
                  </a:cubicBezTo>
                  <a:lnTo>
                    <a:pt x="110597" y="25089"/>
                  </a:lnTo>
                  <a:lnTo>
                    <a:pt x="68712" y="687"/>
                  </a:lnTo>
                  <a:cubicBezTo>
                    <a:pt x="67925" y="229"/>
                    <a:pt x="66891" y="1"/>
                    <a:pt x="65859" y="1"/>
                  </a:cubicBezTo>
                  <a:close/>
                </a:path>
              </a:pathLst>
            </a:custGeom>
            <a:solidFill>
              <a:srgbClr val="4949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4692225" y="3318263"/>
              <a:ext cx="2900950" cy="1116475"/>
            </a:xfrm>
            <a:custGeom>
              <a:avLst/>
              <a:gdLst/>
              <a:ahLst/>
              <a:cxnLst/>
              <a:rect l="l" t="t" r="r" b="b"/>
              <a:pathLst>
                <a:path w="116038" h="44659" extrusionOk="0">
                  <a:moveTo>
                    <a:pt x="116038" y="0"/>
                  </a:moveTo>
                  <a:lnTo>
                    <a:pt x="53123" y="36438"/>
                  </a:lnTo>
                  <a:lnTo>
                    <a:pt x="0" y="5761"/>
                  </a:lnTo>
                  <a:lnTo>
                    <a:pt x="7" y="14486"/>
                  </a:lnTo>
                  <a:lnTo>
                    <a:pt x="51489" y="44221"/>
                  </a:lnTo>
                  <a:cubicBezTo>
                    <a:pt x="51994" y="44512"/>
                    <a:pt x="52558" y="44658"/>
                    <a:pt x="53123" y="44658"/>
                  </a:cubicBezTo>
                  <a:cubicBezTo>
                    <a:pt x="53687" y="44658"/>
                    <a:pt x="54252" y="44512"/>
                    <a:pt x="54758" y="44221"/>
                  </a:cubicBezTo>
                  <a:lnTo>
                    <a:pt x="115221" y="9310"/>
                  </a:lnTo>
                  <a:cubicBezTo>
                    <a:pt x="115727" y="9017"/>
                    <a:pt x="116038" y="8478"/>
                    <a:pt x="116038" y="7895"/>
                  </a:cubicBezTo>
                  <a:lnTo>
                    <a:pt x="116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6020275" y="3318213"/>
              <a:ext cx="1572900" cy="1116525"/>
            </a:xfrm>
            <a:custGeom>
              <a:avLst/>
              <a:gdLst/>
              <a:ahLst/>
              <a:cxnLst/>
              <a:rect l="l" t="t" r="r" b="b"/>
              <a:pathLst>
                <a:path w="62916" h="44661" extrusionOk="0">
                  <a:moveTo>
                    <a:pt x="62916" y="0"/>
                  </a:moveTo>
                  <a:lnTo>
                    <a:pt x="1" y="36440"/>
                  </a:lnTo>
                  <a:lnTo>
                    <a:pt x="1" y="44661"/>
                  </a:lnTo>
                  <a:cubicBezTo>
                    <a:pt x="576" y="44661"/>
                    <a:pt x="1139" y="44508"/>
                    <a:pt x="1636" y="44223"/>
                  </a:cubicBezTo>
                  <a:lnTo>
                    <a:pt x="62099" y="9312"/>
                  </a:lnTo>
                  <a:cubicBezTo>
                    <a:pt x="62605" y="9019"/>
                    <a:pt x="62916" y="8480"/>
                    <a:pt x="62916" y="7895"/>
                  </a:cubicBezTo>
                  <a:lnTo>
                    <a:pt x="62916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6020275" y="3232513"/>
              <a:ext cx="1618475" cy="1012550"/>
            </a:xfrm>
            <a:custGeom>
              <a:avLst/>
              <a:gdLst/>
              <a:ahLst/>
              <a:cxnLst/>
              <a:rect l="l" t="t" r="r" b="b"/>
              <a:pathLst>
                <a:path w="64739" h="40502" extrusionOk="0">
                  <a:moveTo>
                    <a:pt x="64739" y="0"/>
                  </a:moveTo>
                  <a:cubicBezTo>
                    <a:pt x="64739" y="979"/>
                    <a:pt x="63740" y="1537"/>
                    <a:pt x="63324" y="1776"/>
                  </a:cubicBezTo>
                  <a:lnTo>
                    <a:pt x="37152" y="16885"/>
                  </a:lnTo>
                  <a:lnTo>
                    <a:pt x="5317" y="35272"/>
                  </a:lnTo>
                  <a:cubicBezTo>
                    <a:pt x="5311" y="35272"/>
                    <a:pt x="2838" y="36697"/>
                    <a:pt x="2838" y="36697"/>
                  </a:cubicBezTo>
                  <a:cubicBezTo>
                    <a:pt x="2047" y="37155"/>
                    <a:pt x="1027" y="37377"/>
                    <a:pt x="1" y="37377"/>
                  </a:cubicBezTo>
                  <a:lnTo>
                    <a:pt x="1" y="40502"/>
                  </a:lnTo>
                  <a:cubicBezTo>
                    <a:pt x="15" y="40502"/>
                    <a:pt x="30" y="40502"/>
                    <a:pt x="44" y="40502"/>
                  </a:cubicBezTo>
                  <a:cubicBezTo>
                    <a:pt x="990" y="40502"/>
                    <a:pt x="1933" y="40286"/>
                    <a:pt x="2662" y="39868"/>
                  </a:cubicBezTo>
                  <a:cubicBezTo>
                    <a:pt x="3028" y="39659"/>
                    <a:pt x="3374" y="39456"/>
                    <a:pt x="3695" y="39272"/>
                  </a:cubicBezTo>
                  <a:lnTo>
                    <a:pt x="4146" y="39011"/>
                  </a:lnTo>
                  <a:cubicBezTo>
                    <a:pt x="4644" y="38730"/>
                    <a:pt x="5016" y="38513"/>
                    <a:pt x="5199" y="38403"/>
                  </a:cubicBezTo>
                  <a:lnTo>
                    <a:pt x="5304" y="38343"/>
                  </a:lnTo>
                  <a:cubicBezTo>
                    <a:pt x="5316" y="38338"/>
                    <a:pt x="39812" y="18415"/>
                    <a:pt x="39812" y="18415"/>
                  </a:cubicBezTo>
                  <a:lnTo>
                    <a:pt x="63324" y="4842"/>
                  </a:lnTo>
                  <a:cubicBezTo>
                    <a:pt x="64106" y="4391"/>
                    <a:pt x="64739" y="3338"/>
                    <a:pt x="64739" y="2491"/>
                  </a:cubicBezTo>
                  <a:cubicBezTo>
                    <a:pt x="64739" y="2095"/>
                    <a:pt x="64739" y="0"/>
                    <a:pt x="64739" y="0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4604300" y="2451188"/>
              <a:ext cx="3044225" cy="1715775"/>
            </a:xfrm>
            <a:custGeom>
              <a:avLst/>
              <a:gdLst/>
              <a:ahLst/>
              <a:cxnLst/>
              <a:rect l="l" t="t" r="r" b="b"/>
              <a:pathLst>
                <a:path w="121769" h="68631" extrusionOk="0">
                  <a:moveTo>
                    <a:pt x="95" y="37825"/>
                  </a:moveTo>
                  <a:lnTo>
                    <a:pt x="95" y="37825"/>
                  </a:lnTo>
                  <a:cubicBezTo>
                    <a:pt x="61" y="37839"/>
                    <a:pt x="29" y="37858"/>
                    <a:pt x="0" y="37879"/>
                  </a:cubicBezTo>
                  <a:lnTo>
                    <a:pt x="95" y="37825"/>
                  </a:lnTo>
                  <a:close/>
                  <a:moveTo>
                    <a:pt x="67720" y="0"/>
                  </a:moveTo>
                  <a:cubicBezTo>
                    <a:pt x="66705" y="0"/>
                    <a:pt x="65692" y="222"/>
                    <a:pt x="64917" y="669"/>
                  </a:cubicBezTo>
                  <a:lnTo>
                    <a:pt x="95" y="37825"/>
                  </a:lnTo>
                  <a:lnTo>
                    <a:pt x="95" y="37825"/>
                  </a:lnTo>
                  <a:cubicBezTo>
                    <a:pt x="111" y="37818"/>
                    <a:pt x="127" y="37812"/>
                    <a:pt x="144" y="37808"/>
                  </a:cubicBezTo>
                  <a:cubicBezTo>
                    <a:pt x="179" y="37784"/>
                    <a:pt x="219" y="37767"/>
                    <a:pt x="261" y="37761"/>
                  </a:cubicBezTo>
                  <a:cubicBezTo>
                    <a:pt x="299" y="37741"/>
                    <a:pt x="341" y="37729"/>
                    <a:pt x="384" y="37722"/>
                  </a:cubicBezTo>
                  <a:cubicBezTo>
                    <a:pt x="444" y="37702"/>
                    <a:pt x="506" y="37689"/>
                    <a:pt x="568" y="37682"/>
                  </a:cubicBezTo>
                  <a:cubicBezTo>
                    <a:pt x="633" y="37677"/>
                    <a:pt x="698" y="37671"/>
                    <a:pt x="764" y="37671"/>
                  </a:cubicBezTo>
                  <a:cubicBezTo>
                    <a:pt x="772" y="37670"/>
                    <a:pt x="781" y="37670"/>
                    <a:pt x="789" y="37670"/>
                  </a:cubicBezTo>
                  <a:cubicBezTo>
                    <a:pt x="884" y="37670"/>
                    <a:pt x="979" y="37679"/>
                    <a:pt x="1071" y="37696"/>
                  </a:cubicBezTo>
                  <a:cubicBezTo>
                    <a:pt x="1178" y="37711"/>
                    <a:pt x="1283" y="37736"/>
                    <a:pt x="1385" y="37767"/>
                  </a:cubicBezTo>
                  <a:cubicBezTo>
                    <a:pt x="1611" y="37843"/>
                    <a:pt x="1831" y="37940"/>
                    <a:pt x="2038" y="38056"/>
                  </a:cubicBezTo>
                  <a:lnTo>
                    <a:pt x="3692" y="39010"/>
                  </a:lnTo>
                  <a:lnTo>
                    <a:pt x="11518" y="43528"/>
                  </a:lnTo>
                  <a:lnTo>
                    <a:pt x="51325" y="66525"/>
                  </a:lnTo>
                  <a:lnTo>
                    <a:pt x="51330" y="66525"/>
                  </a:lnTo>
                  <a:lnTo>
                    <a:pt x="53803" y="67950"/>
                  </a:lnTo>
                  <a:cubicBezTo>
                    <a:pt x="54610" y="68377"/>
                    <a:pt x="55516" y="68631"/>
                    <a:pt x="56569" y="68631"/>
                  </a:cubicBezTo>
                  <a:cubicBezTo>
                    <a:pt x="56592" y="68631"/>
                    <a:pt x="56616" y="68630"/>
                    <a:pt x="56640" y="68630"/>
                  </a:cubicBezTo>
                  <a:cubicBezTo>
                    <a:pt x="57661" y="68630"/>
                    <a:pt x="58686" y="68408"/>
                    <a:pt x="59472" y="67957"/>
                  </a:cubicBezTo>
                  <a:lnTo>
                    <a:pt x="61950" y="66525"/>
                  </a:lnTo>
                  <a:lnTo>
                    <a:pt x="112464" y="37363"/>
                  </a:lnTo>
                  <a:lnTo>
                    <a:pt x="120205" y="32890"/>
                  </a:lnTo>
                  <a:cubicBezTo>
                    <a:pt x="121769" y="31981"/>
                    <a:pt x="121769" y="30518"/>
                    <a:pt x="120212" y="29609"/>
                  </a:cubicBezTo>
                  <a:lnTo>
                    <a:pt x="70579" y="689"/>
                  </a:lnTo>
                  <a:cubicBezTo>
                    <a:pt x="69791" y="231"/>
                    <a:pt x="68755" y="0"/>
                    <a:pt x="67720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4778050" y="2462863"/>
              <a:ext cx="2769825" cy="1598550"/>
            </a:xfrm>
            <a:custGeom>
              <a:avLst/>
              <a:gdLst/>
              <a:ahLst/>
              <a:cxnLst/>
              <a:rect l="l" t="t" r="r" b="b"/>
              <a:pathLst>
                <a:path w="110793" h="63942" extrusionOk="0">
                  <a:moveTo>
                    <a:pt x="63163" y="0"/>
                  </a:moveTo>
                  <a:lnTo>
                    <a:pt x="939" y="35924"/>
                  </a:lnTo>
                  <a:cubicBezTo>
                    <a:pt x="1" y="36467"/>
                    <a:pt x="1" y="37344"/>
                    <a:pt x="939" y="37887"/>
                  </a:cubicBezTo>
                  <a:lnTo>
                    <a:pt x="45332" y="63535"/>
                  </a:lnTo>
                  <a:cubicBezTo>
                    <a:pt x="45801" y="63806"/>
                    <a:pt x="46417" y="63942"/>
                    <a:pt x="47032" y="63942"/>
                  </a:cubicBezTo>
                  <a:cubicBezTo>
                    <a:pt x="47647" y="63942"/>
                    <a:pt x="48261" y="63806"/>
                    <a:pt x="48729" y="63535"/>
                  </a:cubicBezTo>
                  <a:lnTo>
                    <a:pt x="110792" y="27702"/>
                  </a:lnTo>
                  <a:lnTo>
                    <a:pt x="63629" y="222"/>
                  </a:lnTo>
                  <a:cubicBezTo>
                    <a:pt x="63484" y="137"/>
                    <a:pt x="63323" y="69"/>
                    <a:pt x="6316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4584500" y="3392938"/>
              <a:ext cx="1435850" cy="1158750"/>
            </a:xfrm>
            <a:custGeom>
              <a:avLst/>
              <a:gdLst/>
              <a:ahLst/>
              <a:cxnLst/>
              <a:rect l="l" t="t" r="r" b="b"/>
              <a:pathLst>
                <a:path w="57434" h="46350" extrusionOk="0">
                  <a:moveTo>
                    <a:pt x="1581" y="0"/>
                  </a:moveTo>
                  <a:cubicBezTo>
                    <a:pt x="1573" y="0"/>
                    <a:pt x="1564" y="0"/>
                    <a:pt x="1556" y="1"/>
                  </a:cubicBezTo>
                  <a:cubicBezTo>
                    <a:pt x="1490" y="1"/>
                    <a:pt x="1425" y="7"/>
                    <a:pt x="1360" y="12"/>
                  </a:cubicBezTo>
                  <a:cubicBezTo>
                    <a:pt x="1297" y="19"/>
                    <a:pt x="1236" y="32"/>
                    <a:pt x="1176" y="52"/>
                  </a:cubicBezTo>
                  <a:cubicBezTo>
                    <a:pt x="1133" y="59"/>
                    <a:pt x="1091" y="71"/>
                    <a:pt x="1053" y="91"/>
                  </a:cubicBezTo>
                  <a:cubicBezTo>
                    <a:pt x="1011" y="101"/>
                    <a:pt x="971" y="116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3"/>
                    <a:pt x="0" y="2020"/>
                  </a:cubicBezTo>
                  <a:lnTo>
                    <a:pt x="0" y="10814"/>
                  </a:lnTo>
                  <a:cubicBezTo>
                    <a:pt x="0" y="12618"/>
                    <a:pt x="1268" y="14815"/>
                    <a:pt x="2830" y="15718"/>
                  </a:cubicBezTo>
                  <a:lnTo>
                    <a:pt x="52117" y="44186"/>
                  </a:lnTo>
                  <a:cubicBezTo>
                    <a:pt x="52117" y="44186"/>
                    <a:pt x="52137" y="44199"/>
                    <a:pt x="52169" y="44219"/>
                  </a:cubicBezTo>
                  <a:cubicBezTo>
                    <a:pt x="52209" y="44238"/>
                    <a:pt x="52261" y="44265"/>
                    <a:pt x="52326" y="44303"/>
                  </a:cubicBezTo>
                  <a:cubicBezTo>
                    <a:pt x="52379" y="44336"/>
                    <a:pt x="52431" y="44368"/>
                    <a:pt x="52503" y="44408"/>
                  </a:cubicBezTo>
                  <a:cubicBezTo>
                    <a:pt x="52568" y="44447"/>
                    <a:pt x="52640" y="44487"/>
                    <a:pt x="52725" y="44539"/>
                  </a:cubicBezTo>
                  <a:cubicBezTo>
                    <a:pt x="52889" y="44629"/>
                    <a:pt x="53079" y="44741"/>
                    <a:pt x="53288" y="44859"/>
                  </a:cubicBezTo>
                  <a:lnTo>
                    <a:pt x="53739" y="45120"/>
                  </a:lnTo>
                  <a:cubicBezTo>
                    <a:pt x="54058" y="45304"/>
                    <a:pt x="54406" y="45508"/>
                    <a:pt x="54772" y="45717"/>
                  </a:cubicBezTo>
                  <a:cubicBezTo>
                    <a:pt x="55501" y="46134"/>
                    <a:pt x="56444" y="46350"/>
                    <a:pt x="57390" y="46350"/>
                  </a:cubicBezTo>
                  <a:cubicBezTo>
                    <a:pt x="57405" y="46350"/>
                    <a:pt x="57419" y="46350"/>
                    <a:pt x="57433" y="46350"/>
                  </a:cubicBezTo>
                  <a:lnTo>
                    <a:pt x="57433" y="43239"/>
                  </a:lnTo>
                  <a:cubicBezTo>
                    <a:pt x="56406" y="43239"/>
                    <a:pt x="55387" y="43010"/>
                    <a:pt x="54601" y="42559"/>
                  </a:cubicBezTo>
                  <a:lnTo>
                    <a:pt x="52117" y="41127"/>
                  </a:lnTo>
                  <a:lnTo>
                    <a:pt x="52117" y="41120"/>
                  </a:lnTo>
                  <a:lnTo>
                    <a:pt x="3784" y="13200"/>
                  </a:lnTo>
                  <a:cubicBezTo>
                    <a:pt x="3726" y="13161"/>
                    <a:pt x="3661" y="13114"/>
                    <a:pt x="3602" y="13069"/>
                  </a:cubicBezTo>
                  <a:cubicBezTo>
                    <a:pt x="3532" y="13023"/>
                    <a:pt x="3469" y="12967"/>
                    <a:pt x="3412" y="12906"/>
                  </a:cubicBezTo>
                  <a:lnTo>
                    <a:pt x="3302" y="12795"/>
                  </a:lnTo>
                  <a:cubicBezTo>
                    <a:pt x="3250" y="12737"/>
                    <a:pt x="3201" y="12675"/>
                    <a:pt x="3158" y="12612"/>
                  </a:cubicBezTo>
                  <a:cubicBezTo>
                    <a:pt x="3093" y="12531"/>
                    <a:pt x="3036" y="12446"/>
                    <a:pt x="2987" y="12358"/>
                  </a:cubicBezTo>
                  <a:cubicBezTo>
                    <a:pt x="2937" y="12267"/>
                    <a:pt x="2891" y="12177"/>
                    <a:pt x="2850" y="12082"/>
                  </a:cubicBezTo>
                  <a:cubicBezTo>
                    <a:pt x="2807" y="11992"/>
                    <a:pt x="2772" y="11898"/>
                    <a:pt x="2745" y="11801"/>
                  </a:cubicBezTo>
                  <a:cubicBezTo>
                    <a:pt x="2720" y="11719"/>
                    <a:pt x="2700" y="11638"/>
                    <a:pt x="2687" y="11552"/>
                  </a:cubicBezTo>
                  <a:cubicBezTo>
                    <a:pt x="2678" y="11532"/>
                    <a:pt x="2675" y="11509"/>
                    <a:pt x="2680" y="11487"/>
                  </a:cubicBezTo>
                  <a:cubicBezTo>
                    <a:pt x="2667" y="11454"/>
                    <a:pt x="2662" y="11419"/>
                    <a:pt x="2667" y="11384"/>
                  </a:cubicBezTo>
                  <a:cubicBezTo>
                    <a:pt x="2657" y="11335"/>
                    <a:pt x="2652" y="11287"/>
                    <a:pt x="2653" y="11240"/>
                  </a:cubicBezTo>
                  <a:lnTo>
                    <a:pt x="2653" y="4655"/>
                  </a:lnTo>
                  <a:cubicBezTo>
                    <a:pt x="2653" y="4144"/>
                    <a:pt x="2911" y="3848"/>
                    <a:pt x="3282" y="3848"/>
                  </a:cubicBezTo>
                  <a:cubicBezTo>
                    <a:pt x="3434" y="3848"/>
                    <a:pt x="3605" y="3897"/>
                    <a:pt x="3784" y="4002"/>
                  </a:cubicBezTo>
                  <a:lnTo>
                    <a:pt x="9651" y="7389"/>
                  </a:lnTo>
                  <a:lnTo>
                    <a:pt x="52117" y="31921"/>
                  </a:lnTo>
                  <a:cubicBezTo>
                    <a:pt x="52122" y="31921"/>
                    <a:pt x="52125" y="31924"/>
                    <a:pt x="52130" y="31928"/>
                  </a:cubicBezTo>
                  <a:lnTo>
                    <a:pt x="52234" y="31986"/>
                  </a:lnTo>
                  <a:cubicBezTo>
                    <a:pt x="52418" y="32096"/>
                    <a:pt x="52790" y="32313"/>
                    <a:pt x="53287" y="32594"/>
                  </a:cubicBezTo>
                  <a:lnTo>
                    <a:pt x="53738" y="32855"/>
                  </a:lnTo>
                  <a:cubicBezTo>
                    <a:pt x="54058" y="33039"/>
                    <a:pt x="54404" y="33242"/>
                    <a:pt x="54770" y="33451"/>
                  </a:cubicBezTo>
                  <a:cubicBezTo>
                    <a:pt x="55499" y="33869"/>
                    <a:pt x="56442" y="34085"/>
                    <a:pt x="57388" y="34085"/>
                  </a:cubicBezTo>
                  <a:cubicBezTo>
                    <a:pt x="57403" y="34085"/>
                    <a:pt x="57417" y="34085"/>
                    <a:pt x="57432" y="34085"/>
                  </a:cubicBezTo>
                  <a:lnTo>
                    <a:pt x="57432" y="30960"/>
                  </a:lnTo>
                  <a:cubicBezTo>
                    <a:pt x="56406" y="30960"/>
                    <a:pt x="55385" y="30738"/>
                    <a:pt x="54601" y="30287"/>
                  </a:cubicBezTo>
                  <a:lnTo>
                    <a:pt x="54595" y="30280"/>
                  </a:lnTo>
                  <a:lnTo>
                    <a:pt x="52122" y="28855"/>
                  </a:lnTo>
                  <a:lnTo>
                    <a:pt x="52117" y="28855"/>
                  </a:lnTo>
                  <a:lnTo>
                    <a:pt x="12310" y="5858"/>
                  </a:lnTo>
                  <a:lnTo>
                    <a:pt x="4484" y="1340"/>
                  </a:lnTo>
                  <a:lnTo>
                    <a:pt x="2830" y="386"/>
                  </a:lnTo>
                  <a:cubicBezTo>
                    <a:pt x="2622" y="270"/>
                    <a:pt x="2403" y="173"/>
                    <a:pt x="2175" y="97"/>
                  </a:cubicBezTo>
                  <a:cubicBezTo>
                    <a:pt x="2074" y="66"/>
                    <a:pt x="1968" y="41"/>
                    <a:pt x="1863" y="26"/>
                  </a:cubicBezTo>
                  <a:cubicBezTo>
                    <a:pt x="1770" y="9"/>
                    <a:pt x="1676" y="0"/>
                    <a:pt x="1581" y="0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5953750" y="2964038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47"/>
                    <a:pt x="63766" y="1520"/>
                    <a:pt x="63323" y="1777"/>
                  </a:cubicBezTo>
                  <a:lnTo>
                    <a:pt x="5317" y="35269"/>
                  </a:lnTo>
                  <a:cubicBezTo>
                    <a:pt x="5317" y="35276"/>
                    <a:pt x="2831" y="36708"/>
                    <a:pt x="2831" y="36708"/>
                  </a:cubicBezTo>
                  <a:cubicBezTo>
                    <a:pt x="2045" y="37159"/>
                    <a:pt x="1026" y="37388"/>
                    <a:pt x="0" y="37388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0" y="39866"/>
                  </a:cubicBezTo>
                  <a:cubicBezTo>
                    <a:pt x="3026" y="39657"/>
                    <a:pt x="3374" y="39455"/>
                    <a:pt x="3694" y="39271"/>
                  </a:cubicBezTo>
                  <a:lnTo>
                    <a:pt x="4145" y="39009"/>
                  </a:lnTo>
                  <a:cubicBezTo>
                    <a:pt x="4354" y="38892"/>
                    <a:pt x="4543" y="38780"/>
                    <a:pt x="4707" y="38690"/>
                  </a:cubicBezTo>
                  <a:cubicBezTo>
                    <a:pt x="4792" y="38636"/>
                    <a:pt x="4864" y="38598"/>
                    <a:pt x="4929" y="38558"/>
                  </a:cubicBezTo>
                  <a:cubicBezTo>
                    <a:pt x="5001" y="38519"/>
                    <a:pt x="5054" y="38486"/>
                    <a:pt x="5106" y="38454"/>
                  </a:cubicBezTo>
                  <a:cubicBezTo>
                    <a:pt x="5171" y="38414"/>
                    <a:pt x="5223" y="38389"/>
                    <a:pt x="5263" y="38369"/>
                  </a:cubicBezTo>
                  <a:cubicBezTo>
                    <a:pt x="5295" y="38349"/>
                    <a:pt x="5315" y="38337"/>
                    <a:pt x="5315" y="38337"/>
                  </a:cubicBezTo>
                  <a:lnTo>
                    <a:pt x="63323" y="4843"/>
                  </a:lnTo>
                  <a:cubicBezTo>
                    <a:pt x="64105" y="4392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4825575" y="2399063"/>
              <a:ext cx="2756425" cy="1499700"/>
            </a:xfrm>
            <a:custGeom>
              <a:avLst/>
              <a:gdLst/>
              <a:ahLst/>
              <a:cxnLst/>
              <a:rect l="l" t="t" r="r" b="b"/>
              <a:pathLst>
                <a:path w="110257" h="59988" extrusionOk="0">
                  <a:moveTo>
                    <a:pt x="65374" y="1"/>
                  </a:moveTo>
                  <a:cubicBezTo>
                    <a:pt x="64356" y="1"/>
                    <a:pt x="63341" y="223"/>
                    <a:pt x="62565" y="668"/>
                  </a:cubicBezTo>
                  <a:lnTo>
                    <a:pt x="9651" y="31310"/>
                  </a:lnTo>
                  <a:lnTo>
                    <a:pt x="6990" y="32838"/>
                  </a:lnTo>
                  <a:lnTo>
                    <a:pt x="6" y="33706"/>
                  </a:lnTo>
                  <a:lnTo>
                    <a:pt x="1" y="33712"/>
                  </a:lnTo>
                  <a:cubicBezTo>
                    <a:pt x="3" y="33746"/>
                    <a:pt x="9" y="33779"/>
                    <a:pt x="19" y="33811"/>
                  </a:cubicBezTo>
                  <a:cubicBezTo>
                    <a:pt x="14" y="33833"/>
                    <a:pt x="18" y="33856"/>
                    <a:pt x="26" y="33876"/>
                  </a:cubicBezTo>
                  <a:cubicBezTo>
                    <a:pt x="41" y="33960"/>
                    <a:pt x="59" y="34043"/>
                    <a:pt x="84" y="34125"/>
                  </a:cubicBezTo>
                  <a:cubicBezTo>
                    <a:pt x="111" y="34222"/>
                    <a:pt x="146" y="34315"/>
                    <a:pt x="190" y="34406"/>
                  </a:cubicBezTo>
                  <a:cubicBezTo>
                    <a:pt x="230" y="34499"/>
                    <a:pt x="277" y="34591"/>
                    <a:pt x="327" y="34680"/>
                  </a:cubicBezTo>
                  <a:cubicBezTo>
                    <a:pt x="375" y="34770"/>
                    <a:pt x="432" y="34855"/>
                    <a:pt x="497" y="34935"/>
                  </a:cubicBezTo>
                  <a:cubicBezTo>
                    <a:pt x="541" y="34999"/>
                    <a:pt x="589" y="35061"/>
                    <a:pt x="641" y="35119"/>
                  </a:cubicBezTo>
                  <a:lnTo>
                    <a:pt x="751" y="35229"/>
                  </a:lnTo>
                  <a:cubicBezTo>
                    <a:pt x="811" y="35288"/>
                    <a:pt x="875" y="35343"/>
                    <a:pt x="942" y="35393"/>
                  </a:cubicBezTo>
                  <a:cubicBezTo>
                    <a:pt x="1000" y="35438"/>
                    <a:pt x="1065" y="35485"/>
                    <a:pt x="1125" y="35523"/>
                  </a:cubicBezTo>
                  <a:lnTo>
                    <a:pt x="39811" y="57868"/>
                  </a:lnTo>
                  <a:lnTo>
                    <a:pt x="39817" y="57868"/>
                  </a:lnTo>
                  <a:lnTo>
                    <a:pt x="42297" y="59300"/>
                  </a:lnTo>
                  <a:cubicBezTo>
                    <a:pt x="43123" y="59760"/>
                    <a:pt x="44063" y="59987"/>
                    <a:pt x="45116" y="59987"/>
                  </a:cubicBezTo>
                  <a:cubicBezTo>
                    <a:pt x="45119" y="59987"/>
                    <a:pt x="45123" y="59987"/>
                    <a:pt x="45127" y="59987"/>
                  </a:cubicBezTo>
                  <a:cubicBezTo>
                    <a:pt x="46148" y="59987"/>
                    <a:pt x="47174" y="59758"/>
                    <a:pt x="47959" y="59307"/>
                  </a:cubicBezTo>
                  <a:lnTo>
                    <a:pt x="50437" y="57875"/>
                  </a:lnTo>
                  <a:lnTo>
                    <a:pt x="108692" y="24242"/>
                  </a:lnTo>
                  <a:cubicBezTo>
                    <a:pt x="110256" y="23340"/>
                    <a:pt x="110256" y="21870"/>
                    <a:pt x="108699" y="20961"/>
                  </a:cubicBezTo>
                  <a:lnTo>
                    <a:pt x="100952" y="19569"/>
                  </a:lnTo>
                  <a:lnTo>
                    <a:pt x="68228" y="688"/>
                  </a:lnTo>
                  <a:cubicBezTo>
                    <a:pt x="67441" y="230"/>
                    <a:pt x="66406" y="1"/>
                    <a:pt x="65374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4866775" y="2821288"/>
              <a:ext cx="2659875" cy="1038300"/>
            </a:xfrm>
            <a:custGeom>
              <a:avLst/>
              <a:gdLst/>
              <a:ahLst/>
              <a:cxnLst/>
              <a:rect l="l" t="t" r="r" b="b"/>
              <a:pathLst>
                <a:path w="106395" h="41532" extrusionOk="0">
                  <a:moveTo>
                    <a:pt x="106394" y="0"/>
                  </a:moveTo>
                  <a:lnTo>
                    <a:pt x="43479" y="36438"/>
                  </a:lnTo>
                  <a:lnTo>
                    <a:pt x="0" y="11335"/>
                  </a:lnTo>
                  <a:lnTo>
                    <a:pt x="7" y="16934"/>
                  </a:lnTo>
                  <a:lnTo>
                    <a:pt x="41845" y="41093"/>
                  </a:lnTo>
                  <a:cubicBezTo>
                    <a:pt x="42351" y="41385"/>
                    <a:pt x="42915" y="41532"/>
                    <a:pt x="43479" y="41532"/>
                  </a:cubicBezTo>
                  <a:cubicBezTo>
                    <a:pt x="44044" y="41532"/>
                    <a:pt x="44609" y="41385"/>
                    <a:pt x="45115" y="41093"/>
                  </a:cubicBezTo>
                  <a:lnTo>
                    <a:pt x="105577" y="6182"/>
                  </a:lnTo>
                  <a:cubicBezTo>
                    <a:pt x="106082" y="5890"/>
                    <a:pt x="106394" y="5350"/>
                    <a:pt x="106394" y="4767"/>
                  </a:cubicBezTo>
                  <a:lnTo>
                    <a:pt x="106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5953750" y="2821288"/>
              <a:ext cx="1572900" cy="1038275"/>
            </a:xfrm>
            <a:custGeom>
              <a:avLst/>
              <a:gdLst/>
              <a:ahLst/>
              <a:cxnLst/>
              <a:rect l="l" t="t" r="r" b="b"/>
              <a:pathLst>
                <a:path w="62916" h="41531" extrusionOk="0">
                  <a:moveTo>
                    <a:pt x="62915" y="0"/>
                  </a:moveTo>
                  <a:lnTo>
                    <a:pt x="0" y="36438"/>
                  </a:lnTo>
                  <a:lnTo>
                    <a:pt x="0" y="41531"/>
                  </a:lnTo>
                  <a:cubicBezTo>
                    <a:pt x="575" y="41531"/>
                    <a:pt x="1138" y="41380"/>
                    <a:pt x="1636" y="41093"/>
                  </a:cubicBezTo>
                  <a:lnTo>
                    <a:pt x="62098" y="6182"/>
                  </a:lnTo>
                  <a:cubicBezTo>
                    <a:pt x="62603" y="5890"/>
                    <a:pt x="62915" y="5350"/>
                    <a:pt x="62915" y="4767"/>
                  </a:cubicBezTo>
                  <a:lnTo>
                    <a:pt x="62915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4850150" y="3117113"/>
              <a:ext cx="33275" cy="155425"/>
            </a:xfrm>
            <a:custGeom>
              <a:avLst/>
              <a:gdLst/>
              <a:ahLst/>
              <a:cxnLst/>
              <a:rect l="l" t="t" r="r" b="b"/>
              <a:pathLst>
                <a:path w="1331" h="6217" extrusionOk="0">
                  <a:moveTo>
                    <a:pt x="422" y="0"/>
                  </a:moveTo>
                  <a:cubicBezTo>
                    <a:pt x="174" y="0"/>
                    <a:pt x="0" y="254"/>
                    <a:pt x="0" y="670"/>
                  </a:cubicBezTo>
                  <a:lnTo>
                    <a:pt x="5" y="4781"/>
                  </a:lnTo>
                  <a:cubicBezTo>
                    <a:pt x="5" y="5323"/>
                    <a:pt x="303" y="5933"/>
                    <a:pt x="669" y="6145"/>
                  </a:cubicBezTo>
                  <a:cubicBezTo>
                    <a:pt x="753" y="6194"/>
                    <a:pt x="834" y="6217"/>
                    <a:pt x="909" y="6217"/>
                  </a:cubicBezTo>
                  <a:cubicBezTo>
                    <a:pt x="1156" y="6217"/>
                    <a:pt x="1330" y="5963"/>
                    <a:pt x="1330" y="5547"/>
                  </a:cubicBezTo>
                  <a:lnTo>
                    <a:pt x="1330" y="1438"/>
                  </a:lnTo>
                  <a:cubicBezTo>
                    <a:pt x="1330" y="897"/>
                    <a:pt x="1033" y="285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5953750" y="27355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80"/>
                    <a:pt x="63739" y="1536"/>
                    <a:pt x="63323" y="1777"/>
                  </a:cubicBezTo>
                  <a:lnTo>
                    <a:pt x="37152" y="16886"/>
                  </a:lnTo>
                  <a:lnTo>
                    <a:pt x="5317" y="35271"/>
                  </a:lnTo>
                  <a:cubicBezTo>
                    <a:pt x="5310" y="35271"/>
                    <a:pt x="2839" y="36696"/>
                    <a:pt x="2839" y="36696"/>
                  </a:cubicBezTo>
                  <a:cubicBezTo>
                    <a:pt x="2047" y="37154"/>
                    <a:pt x="1028" y="37376"/>
                    <a:pt x="0" y="37376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2" y="39867"/>
                  </a:cubicBezTo>
                  <a:cubicBezTo>
                    <a:pt x="3028" y="39658"/>
                    <a:pt x="3374" y="39455"/>
                    <a:pt x="3694" y="39272"/>
                  </a:cubicBezTo>
                  <a:lnTo>
                    <a:pt x="4145" y="39010"/>
                  </a:lnTo>
                  <a:cubicBezTo>
                    <a:pt x="4642" y="38729"/>
                    <a:pt x="5014" y="38514"/>
                    <a:pt x="5198" y="38402"/>
                  </a:cubicBezTo>
                  <a:lnTo>
                    <a:pt x="5302" y="38344"/>
                  </a:lnTo>
                  <a:cubicBezTo>
                    <a:pt x="5315" y="38337"/>
                    <a:pt x="39812" y="18414"/>
                    <a:pt x="39812" y="18414"/>
                  </a:cubicBezTo>
                  <a:lnTo>
                    <a:pt x="63321" y="4843"/>
                  </a:lnTo>
                  <a:cubicBezTo>
                    <a:pt x="64103" y="4390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4778850" y="2092188"/>
              <a:ext cx="2803150" cy="1577800"/>
            </a:xfrm>
            <a:custGeom>
              <a:avLst/>
              <a:gdLst/>
              <a:ahLst/>
              <a:cxnLst/>
              <a:rect l="l" t="t" r="r" b="b"/>
              <a:pathLst>
                <a:path w="112126" h="63112" extrusionOk="0">
                  <a:moveTo>
                    <a:pt x="86" y="37884"/>
                  </a:moveTo>
                  <a:cubicBezTo>
                    <a:pt x="56" y="37898"/>
                    <a:pt x="27" y="37914"/>
                    <a:pt x="0" y="37934"/>
                  </a:cubicBezTo>
                  <a:lnTo>
                    <a:pt x="86" y="37884"/>
                  </a:lnTo>
                  <a:close/>
                  <a:moveTo>
                    <a:pt x="67240" y="1"/>
                  </a:moveTo>
                  <a:cubicBezTo>
                    <a:pt x="66223" y="1"/>
                    <a:pt x="65209" y="223"/>
                    <a:pt x="64434" y="671"/>
                  </a:cubicBezTo>
                  <a:lnTo>
                    <a:pt x="86" y="37884"/>
                  </a:lnTo>
                  <a:lnTo>
                    <a:pt x="86" y="37884"/>
                  </a:lnTo>
                  <a:cubicBezTo>
                    <a:pt x="105" y="37876"/>
                    <a:pt x="124" y="37869"/>
                    <a:pt x="144" y="37862"/>
                  </a:cubicBezTo>
                  <a:cubicBezTo>
                    <a:pt x="179" y="37839"/>
                    <a:pt x="219" y="37824"/>
                    <a:pt x="261" y="37817"/>
                  </a:cubicBezTo>
                  <a:cubicBezTo>
                    <a:pt x="299" y="37797"/>
                    <a:pt x="343" y="37784"/>
                    <a:pt x="386" y="37779"/>
                  </a:cubicBezTo>
                  <a:cubicBezTo>
                    <a:pt x="445" y="37759"/>
                    <a:pt x="507" y="37745"/>
                    <a:pt x="568" y="37739"/>
                  </a:cubicBezTo>
                  <a:cubicBezTo>
                    <a:pt x="633" y="37732"/>
                    <a:pt x="699" y="37725"/>
                    <a:pt x="765" y="37725"/>
                  </a:cubicBezTo>
                  <a:cubicBezTo>
                    <a:pt x="867" y="37725"/>
                    <a:pt x="971" y="37734"/>
                    <a:pt x="1071" y="37752"/>
                  </a:cubicBezTo>
                  <a:cubicBezTo>
                    <a:pt x="1178" y="37767"/>
                    <a:pt x="1283" y="37790"/>
                    <a:pt x="1385" y="37824"/>
                  </a:cubicBezTo>
                  <a:cubicBezTo>
                    <a:pt x="1613" y="37899"/>
                    <a:pt x="1831" y="37994"/>
                    <a:pt x="2039" y="38111"/>
                  </a:cubicBezTo>
                  <a:lnTo>
                    <a:pt x="3693" y="39065"/>
                  </a:lnTo>
                  <a:lnTo>
                    <a:pt x="11520" y="43585"/>
                  </a:lnTo>
                  <a:lnTo>
                    <a:pt x="41680" y="61006"/>
                  </a:lnTo>
                  <a:lnTo>
                    <a:pt x="41688" y="61006"/>
                  </a:lnTo>
                  <a:lnTo>
                    <a:pt x="44159" y="62431"/>
                  </a:lnTo>
                  <a:cubicBezTo>
                    <a:pt x="44964" y="62858"/>
                    <a:pt x="45867" y="63112"/>
                    <a:pt x="46915" y="63112"/>
                  </a:cubicBezTo>
                  <a:cubicBezTo>
                    <a:pt x="46942" y="63112"/>
                    <a:pt x="46969" y="63111"/>
                    <a:pt x="46996" y="63111"/>
                  </a:cubicBezTo>
                  <a:cubicBezTo>
                    <a:pt x="48017" y="63111"/>
                    <a:pt x="49043" y="62889"/>
                    <a:pt x="49828" y="62438"/>
                  </a:cubicBezTo>
                  <a:lnTo>
                    <a:pt x="52306" y="61006"/>
                  </a:lnTo>
                  <a:lnTo>
                    <a:pt x="102821" y="31844"/>
                  </a:lnTo>
                  <a:lnTo>
                    <a:pt x="110561" y="27373"/>
                  </a:lnTo>
                  <a:cubicBezTo>
                    <a:pt x="112125" y="26464"/>
                    <a:pt x="112125" y="24999"/>
                    <a:pt x="110568" y="24090"/>
                  </a:cubicBezTo>
                  <a:lnTo>
                    <a:pt x="70097" y="689"/>
                  </a:lnTo>
                  <a:cubicBezTo>
                    <a:pt x="69309" y="231"/>
                    <a:pt x="68273" y="1"/>
                    <a:pt x="67240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4976575" y="2250038"/>
              <a:ext cx="2352575" cy="1350700"/>
            </a:xfrm>
            <a:custGeom>
              <a:avLst/>
              <a:gdLst/>
              <a:ahLst/>
              <a:cxnLst/>
              <a:rect l="l" t="t" r="r" b="b"/>
              <a:pathLst>
                <a:path w="94103" h="54028" extrusionOk="0">
                  <a:moveTo>
                    <a:pt x="55033" y="0"/>
                  </a:moveTo>
                  <a:cubicBezTo>
                    <a:pt x="54416" y="0"/>
                    <a:pt x="53798" y="136"/>
                    <a:pt x="53327" y="408"/>
                  </a:cubicBezTo>
                  <a:lnTo>
                    <a:pt x="938" y="30646"/>
                  </a:lnTo>
                  <a:cubicBezTo>
                    <a:pt x="1" y="31189"/>
                    <a:pt x="1" y="32070"/>
                    <a:pt x="936" y="32613"/>
                  </a:cubicBezTo>
                  <a:lnTo>
                    <a:pt x="37164" y="53619"/>
                  </a:lnTo>
                  <a:cubicBezTo>
                    <a:pt x="37633" y="53891"/>
                    <a:pt x="38249" y="54027"/>
                    <a:pt x="38864" y="54027"/>
                  </a:cubicBezTo>
                  <a:cubicBezTo>
                    <a:pt x="39478" y="54027"/>
                    <a:pt x="40091" y="53892"/>
                    <a:pt x="40559" y="53621"/>
                  </a:cubicBezTo>
                  <a:lnTo>
                    <a:pt x="93164" y="23263"/>
                  </a:lnTo>
                  <a:cubicBezTo>
                    <a:pt x="94103" y="22720"/>
                    <a:pt x="94101" y="21843"/>
                    <a:pt x="93161" y="21305"/>
                  </a:cubicBezTo>
                  <a:lnTo>
                    <a:pt x="56726" y="403"/>
                  </a:lnTo>
                  <a:cubicBezTo>
                    <a:pt x="56258" y="134"/>
                    <a:pt x="55646" y="0"/>
                    <a:pt x="5503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4759050" y="3035313"/>
              <a:ext cx="1194725" cy="941250"/>
            </a:xfrm>
            <a:custGeom>
              <a:avLst/>
              <a:gdLst/>
              <a:ahLst/>
              <a:cxnLst/>
              <a:rect l="l" t="t" r="r" b="b"/>
              <a:pathLst>
                <a:path w="47789" h="37650" extrusionOk="0">
                  <a:moveTo>
                    <a:pt x="1556" y="0"/>
                  </a:moveTo>
                  <a:cubicBezTo>
                    <a:pt x="1491" y="0"/>
                    <a:pt x="1425" y="7"/>
                    <a:pt x="1360" y="14"/>
                  </a:cubicBezTo>
                  <a:cubicBezTo>
                    <a:pt x="1297" y="20"/>
                    <a:pt x="1237" y="34"/>
                    <a:pt x="1177" y="54"/>
                  </a:cubicBezTo>
                  <a:cubicBezTo>
                    <a:pt x="1133" y="59"/>
                    <a:pt x="1091" y="72"/>
                    <a:pt x="1053" y="92"/>
                  </a:cubicBezTo>
                  <a:cubicBezTo>
                    <a:pt x="1011" y="102"/>
                    <a:pt x="971" y="117"/>
                    <a:pt x="934" y="139"/>
                  </a:cubicBezTo>
                  <a:cubicBezTo>
                    <a:pt x="916" y="144"/>
                    <a:pt x="903" y="151"/>
                    <a:pt x="882" y="157"/>
                  </a:cubicBezTo>
                  <a:lnTo>
                    <a:pt x="791" y="211"/>
                  </a:lnTo>
                  <a:lnTo>
                    <a:pt x="784" y="211"/>
                  </a:lnTo>
                  <a:cubicBezTo>
                    <a:pt x="301" y="525"/>
                    <a:pt x="0" y="1145"/>
                    <a:pt x="0" y="2022"/>
                  </a:cubicBezTo>
                  <a:lnTo>
                    <a:pt x="0" y="7688"/>
                  </a:lnTo>
                  <a:cubicBezTo>
                    <a:pt x="0" y="9492"/>
                    <a:pt x="1268" y="11689"/>
                    <a:pt x="2831" y="12591"/>
                  </a:cubicBezTo>
                  <a:lnTo>
                    <a:pt x="42473" y="35484"/>
                  </a:lnTo>
                  <a:cubicBezTo>
                    <a:pt x="42473" y="35484"/>
                    <a:pt x="42492" y="35498"/>
                    <a:pt x="42525" y="35518"/>
                  </a:cubicBezTo>
                  <a:cubicBezTo>
                    <a:pt x="42564" y="35538"/>
                    <a:pt x="42617" y="35563"/>
                    <a:pt x="42682" y="35603"/>
                  </a:cubicBezTo>
                  <a:cubicBezTo>
                    <a:pt x="42734" y="35635"/>
                    <a:pt x="42788" y="35668"/>
                    <a:pt x="42859" y="35707"/>
                  </a:cubicBezTo>
                  <a:cubicBezTo>
                    <a:pt x="42925" y="35747"/>
                    <a:pt x="42996" y="35785"/>
                    <a:pt x="43082" y="35839"/>
                  </a:cubicBezTo>
                  <a:cubicBezTo>
                    <a:pt x="43244" y="35929"/>
                    <a:pt x="43434" y="36041"/>
                    <a:pt x="43643" y="36158"/>
                  </a:cubicBezTo>
                  <a:lnTo>
                    <a:pt x="44094" y="36420"/>
                  </a:lnTo>
                  <a:cubicBezTo>
                    <a:pt x="44415" y="36602"/>
                    <a:pt x="44761" y="36806"/>
                    <a:pt x="45127" y="37015"/>
                  </a:cubicBezTo>
                  <a:cubicBezTo>
                    <a:pt x="45858" y="37436"/>
                    <a:pt x="46806" y="37650"/>
                    <a:pt x="47755" y="37650"/>
                  </a:cubicBezTo>
                  <a:cubicBezTo>
                    <a:pt x="47766" y="37650"/>
                    <a:pt x="47777" y="37650"/>
                    <a:pt x="47788" y="37650"/>
                  </a:cubicBezTo>
                  <a:lnTo>
                    <a:pt x="47788" y="34537"/>
                  </a:lnTo>
                  <a:cubicBezTo>
                    <a:pt x="46762" y="34537"/>
                    <a:pt x="45741" y="34308"/>
                    <a:pt x="44958" y="33857"/>
                  </a:cubicBezTo>
                  <a:lnTo>
                    <a:pt x="42472" y="32425"/>
                  </a:lnTo>
                  <a:lnTo>
                    <a:pt x="42472" y="32418"/>
                  </a:lnTo>
                  <a:lnTo>
                    <a:pt x="3786" y="10073"/>
                  </a:lnTo>
                  <a:cubicBezTo>
                    <a:pt x="3726" y="10035"/>
                    <a:pt x="3661" y="9990"/>
                    <a:pt x="3603" y="9943"/>
                  </a:cubicBezTo>
                  <a:cubicBezTo>
                    <a:pt x="3532" y="9896"/>
                    <a:pt x="3469" y="9841"/>
                    <a:pt x="3412" y="9779"/>
                  </a:cubicBezTo>
                  <a:lnTo>
                    <a:pt x="3302" y="9669"/>
                  </a:lnTo>
                  <a:cubicBezTo>
                    <a:pt x="3250" y="9611"/>
                    <a:pt x="3202" y="9549"/>
                    <a:pt x="3158" y="9485"/>
                  </a:cubicBezTo>
                  <a:cubicBezTo>
                    <a:pt x="3093" y="9405"/>
                    <a:pt x="3036" y="9320"/>
                    <a:pt x="2988" y="9231"/>
                  </a:cubicBezTo>
                  <a:cubicBezTo>
                    <a:pt x="2938" y="9141"/>
                    <a:pt x="2891" y="9051"/>
                    <a:pt x="2851" y="8956"/>
                  </a:cubicBezTo>
                  <a:cubicBezTo>
                    <a:pt x="2807" y="8865"/>
                    <a:pt x="2772" y="8772"/>
                    <a:pt x="2745" y="8675"/>
                  </a:cubicBezTo>
                  <a:cubicBezTo>
                    <a:pt x="2720" y="8593"/>
                    <a:pt x="2702" y="8511"/>
                    <a:pt x="2687" y="8426"/>
                  </a:cubicBezTo>
                  <a:cubicBezTo>
                    <a:pt x="2679" y="8406"/>
                    <a:pt x="2675" y="8383"/>
                    <a:pt x="2680" y="8361"/>
                  </a:cubicBezTo>
                  <a:cubicBezTo>
                    <a:pt x="2667" y="8327"/>
                    <a:pt x="2662" y="8292"/>
                    <a:pt x="2667" y="8257"/>
                  </a:cubicBezTo>
                  <a:cubicBezTo>
                    <a:pt x="2657" y="8209"/>
                    <a:pt x="2654" y="8160"/>
                    <a:pt x="2655" y="8114"/>
                  </a:cubicBezTo>
                  <a:lnTo>
                    <a:pt x="2655" y="4657"/>
                  </a:lnTo>
                  <a:cubicBezTo>
                    <a:pt x="2655" y="4146"/>
                    <a:pt x="2913" y="3849"/>
                    <a:pt x="3285" y="3849"/>
                  </a:cubicBezTo>
                  <a:cubicBezTo>
                    <a:pt x="3436" y="3849"/>
                    <a:pt x="3607" y="3898"/>
                    <a:pt x="3786" y="4002"/>
                  </a:cubicBezTo>
                  <a:lnTo>
                    <a:pt x="9651" y="7390"/>
                  </a:lnTo>
                  <a:lnTo>
                    <a:pt x="42472" y="26347"/>
                  </a:lnTo>
                  <a:cubicBezTo>
                    <a:pt x="42477" y="26347"/>
                    <a:pt x="42482" y="26350"/>
                    <a:pt x="42485" y="26354"/>
                  </a:cubicBezTo>
                  <a:lnTo>
                    <a:pt x="42590" y="26412"/>
                  </a:lnTo>
                  <a:cubicBezTo>
                    <a:pt x="42772" y="26524"/>
                    <a:pt x="43145" y="26739"/>
                    <a:pt x="43643" y="27020"/>
                  </a:cubicBezTo>
                  <a:lnTo>
                    <a:pt x="44094" y="27282"/>
                  </a:lnTo>
                  <a:cubicBezTo>
                    <a:pt x="44413" y="27465"/>
                    <a:pt x="44761" y="27668"/>
                    <a:pt x="45127" y="27877"/>
                  </a:cubicBezTo>
                  <a:cubicBezTo>
                    <a:pt x="45856" y="28295"/>
                    <a:pt x="46799" y="28511"/>
                    <a:pt x="47745" y="28511"/>
                  </a:cubicBezTo>
                  <a:cubicBezTo>
                    <a:pt x="47759" y="28511"/>
                    <a:pt x="47774" y="28511"/>
                    <a:pt x="47788" y="28511"/>
                  </a:cubicBezTo>
                  <a:lnTo>
                    <a:pt x="47788" y="25386"/>
                  </a:lnTo>
                  <a:cubicBezTo>
                    <a:pt x="46761" y="25386"/>
                    <a:pt x="45741" y="25164"/>
                    <a:pt x="44956" y="24713"/>
                  </a:cubicBezTo>
                  <a:lnTo>
                    <a:pt x="44950" y="24706"/>
                  </a:lnTo>
                  <a:lnTo>
                    <a:pt x="42478" y="23281"/>
                  </a:lnTo>
                  <a:lnTo>
                    <a:pt x="42472" y="23281"/>
                  </a:lnTo>
                  <a:lnTo>
                    <a:pt x="12312" y="5860"/>
                  </a:lnTo>
                  <a:lnTo>
                    <a:pt x="4485" y="1342"/>
                  </a:lnTo>
                  <a:lnTo>
                    <a:pt x="2831" y="386"/>
                  </a:lnTo>
                  <a:cubicBezTo>
                    <a:pt x="2622" y="269"/>
                    <a:pt x="2403" y="174"/>
                    <a:pt x="2177" y="99"/>
                  </a:cubicBezTo>
                  <a:cubicBezTo>
                    <a:pt x="2074" y="67"/>
                    <a:pt x="1970" y="42"/>
                    <a:pt x="1863" y="27"/>
                  </a:cubicBezTo>
                  <a:cubicBezTo>
                    <a:pt x="1761" y="9"/>
                    <a:pt x="1659" y="0"/>
                    <a:pt x="1556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4994675" y="2602038"/>
              <a:ext cx="266475" cy="306725"/>
            </a:xfrm>
            <a:custGeom>
              <a:avLst/>
              <a:gdLst/>
              <a:ahLst/>
              <a:cxnLst/>
              <a:rect l="l" t="t" r="r" b="b"/>
              <a:pathLst>
                <a:path w="10659" h="12269" extrusionOk="0">
                  <a:moveTo>
                    <a:pt x="2658" y="0"/>
                  </a:moveTo>
                  <a:lnTo>
                    <a:pt x="0" y="1534"/>
                  </a:lnTo>
                  <a:lnTo>
                    <a:pt x="0" y="12269"/>
                  </a:lnTo>
                  <a:lnTo>
                    <a:pt x="10658" y="7686"/>
                  </a:lnTo>
                  <a:lnTo>
                    <a:pt x="2658" y="0"/>
                  </a:ln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5953700" y="2651313"/>
              <a:ext cx="1363425" cy="865325"/>
            </a:xfrm>
            <a:custGeom>
              <a:avLst/>
              <a:gdLst/>
              <a:ahLst/>
              <a:cxnLst/>
              <a:rect l="l" t="t" r="r" b="b"/>
              <a:pathLst>
                <a:path w="54537" h="34613" extrusionOk="0">
                  <a:moveTo>
                    <a:pt x="54537" y="1"/>
                  </a:moveTo>
                  <a:cubicBezTo>
                    <a:pt x="54537" y="946"/>
                    <a:pt x="53564" y="1519"/>
                    <a:pt x="53120" y="1775"/>
                  </a:cubicBezTo>
                  <a:lnTo>
                    <a:pt x="5317" y="29383"/>
                  </a:lnTo>
                  <a:cubicBezTo>
                    <a:pt x="5317" y="29390"/>
                    <a:pt x="2831" y="30822"/>
                    <a:pt x="2831" y="30822"/>
                  </a:cubicBezTo>
                  <a:cubicBezTo>
                    <a:pt x="2047" y="31273"/>
                    <a:pt x="1026" y="31502"/>
                    <a:pt x="1" y="31502"/>
                  </a:cubicBezTo>
                  <a:lnTo>
                    <a:pt x="1" y="34613"/>
                  </a:lnTo>
                  <a:cubicBezTo>
                    <a:pt x="15" y="34613"/>
                    <a:pt x="29" y="34613"/>
                    <a:pt x="44" y="34613"/>
                  </a:cubicBezTo>
                  <a:cubicBezTo>
                    <a:pt x="990" y="34613"/>
                    <a:pt x="1933" y="34397"/>
                    <a:pt x="2660" y="33979"/>
                  </a:cubicBezTo>
                  <a:cubicBezTo>
                    <a:pt x="3028" y="33771"/>
                    <a:pt x="3374" y="33567"/>
                    <a:pt x="3695" y="33385"/>
                  </a:cubicBezTo>
                  <a:lnTo>
                    <a:pt x="4146" y="33122"/>
                  </a:lnTo>
                  <a:cubicBezTo>
                    <a:pt x="4355" y="33005"/>
                    <a:pt x="4543" y="32893"/>
                    <a:pt x="4707" y="32802"/>
                  </a:cubicBezTo>
                  <a:cubicBezTo>
                    <a:pt x="4792" y="32750"/>
                    <a:pt x="4864" y="32711"/>
                    <a:pt x="4929" y="32671"/>
                  </a:cubicBezTo>
                  <a:cubicBezTo>
                    <a:pt x="5001" y="32633"/>
                    <a:pt x="5055" y="32599"/>
                    <a:pt x="5106" y="32566"/>
                  </a:cubicBezTo>
                  <a:cubicBezTo>
                    <a:pt x="5172" y="32528"/>
                    <a:pt x="5223" y="32501"/>
                    <a:pt x="5264" y="32482"/>
                  </a:cubicBezTo>
                  <a:cubicBezTo>
                    <a:pt x="5295" y="32462"/>
                    <a:pt x="5315" y="32449"/>
                    <a:pt x="5315" y="32449"/>
                  </a:cubicBezTo>
                  <a:lnTo>
                    <a:pt x="53122" y="4843"/>
                  </a:lnTo>
                  <a:cubicBezTo>
                    <a:pt x="53904" y="4392"/>
                    <a:pt x="54537" y="3339"/>
                    <a:pt x="54537" y="2492"/>
                  </a:cubicBezTo>
                  <a:lnTo>
                    <a:pt x="54537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5019850" y="2081913"/>
              <a:ext cx="2307025" cy="1356950"/>
            </a:xfrm>
            <a:custGeom>
              <a:avLst/>
              <a:gdLst/>
              <a:ahLst/>
              <a:cxnLst/>
              <a:rect l="l" t="t" r="r" b="b"/>
              <a:pathLst>
                <a:path w="92281" h="54278" extrusionOk="0">
                  <a:moveTo>
                    <a:pt x="55173" y="1"/>
                  </a:moveTo>
                  <a:cubicBezTo>
                    <a:pt x="54155" y="1"/>
                    <a:pt x="53139" y="223"/>
                    <a:pt x="52363" y="669"/>
                  </a:cubicBezTo>
                  <a:lnTo>
                    <a:pt x="9651" y="25423"/>
                  </a:lnTo>
                  <a:lnTo>
                    <a:pt x="9651" y="28491"/>
                  </a:lnTo>
                  <a:lnTo>
                    <a:pt x="7" y="32482"/>
                  </a:lnTo>
                  <a:lnTo>
                    <a:pt x="1" y="32489"/>
                  </a:lnTo>
                  <a:cubicBezTo>
                    <a:pt x="4" y="32522"/>
                    <a:pt x="11" y="32556"/>
                    <a:pt x="21" y="32588"/>
                  </a:cubicBezTo>
                  <a:cubicBezTo>
                    <a:pt x="16" y="32609"/>
                    <a:pt x="17" y="32633"/>
                    <a:pt x="27" y="32653"/>
                  </a:cubicBezTo>
                  <a:cubicBezTo>
                    <a:pt x="41" y="32736"/>
                    <a:pt x="61" y="32820"/>
                    <a:pt x="86" y="32902"/>
                  </a:cubicBezTo>
                  <a:cubicBezTo>
                    <a:pt x="113" y="32999"/>
                    <a:pt x="148" y="33092"/>
                    <a:pt x="190" y="33182"/>
                  </a:cubicBezTo>
                  <a:cubicBezTo>
                    <a:pt x="231" y="33276"/>
                    <a:pt x="276" y="33368"/>
                    <a:pt x="328" y="33456"/>
                  </a:cubicBezTo>
                  <a:cubicBezTo>
                    <a:pt x="377" y="33547"/>
                    <a:pt x="433" y="33632"/>
                    <a:pt x="497" y="33712"/>
                  </a:cubicBezTo>
                  <a:cubicBezTo>
                    <a:pt x="542" y="33776"/>
                    <a:pt x="590" y="33837"/>
                    <a:pt x="641" y="33896"/>
                  </a:cubicBezTo>
                  <a:lnTo>
                    <a:pt x="753" y="34006"/>
                  </a:lnTo>
                  <a:cubicBezTo>
                    <a:pt x="813" y="34065"/>
                    <a:pt x="876" y="34120"/>
                    <a:pt x="941" y="34170"/>
                  </a:cubicBezTo>
                  <a:cubicBezTo>
                    <a:pt x="1002" y="34215"/>
                    <a:pt x="1067" y="34262"/>
                    <a:pt x="1125" y="34300"/>
                  </a:cubicBezTo>
                  <a:lnTo>
                    <a:pt x="32040" y="52159"/>
                  </a:lnTo>
                  <a:lnTo>
                    <a:pt x="32046" y="52159"/>
                  </a:lnTo>
                  <a:lnTo>
                    <a:pt x="34524" y="53591"/>
                  </a:lnTo>
                  <a:cubicBezTo>
                    <a:pt x="35351" y="54052"/>
                    <a:pt x="36297" y="54278"/>
                    <a:pt x="37355" y="54278"/>
                  </a:cubicBezTo>
                  <a:cubicBezTo>
                    <a:pt x="38374" y="54278"/>
                    <a:pt x="39401" y="54047"/>
                    <a:pt x="40185" y="53598"/>
                  </a:cubicBezTo>
                  <a:lnTo>
                    <a:pt x="42663" y="52166"/>
                  </a:lnTo>
                  <a:lnTo>
                    <a:pt x="90718" y="24419"/>
                  </a:lnTo>
                  <a:cubicBezTo>
                    <a:pt x="92280" y="23517"/>
                    <a:pt x="92280" y="22045"/>
                    <a:pt x="90725" y="21136"/>
                  </a:cubicBezTo>
                  <a:lnTo>
                    <a:pt x="84312" y="17377"/>
                  </a:lnTo>
                  <a:lnTo>
                    <a:pt x="58026" y="687"/>
                  </a:lnTo>
                  <a:cubicBezTo>
                    <a:pt x="57239" y="230"/>
                    <a:pt x="56205" y="1"/>
                    <a:pt x="55173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5061050" y="2391963"/>
              <a:ext cx="2210475" cy="1007725"/>
            </a:xfrm>
            <a:custGeom>
              <a:avLst/>
              <a:gdLst/>
              <a:ahLst/>
              <a:cxnLst/>
              <a:rect l="l" t="t" r="r" b="b"/>
              <a:pathLst>
                <a:path w="88419" h="40309" extrusionOk="0">
                  <a:moveTo>
                    <a:pt x="88418" y="1"/>
                  </a:moveTo>
                  <a:lnTo>
                    <a:pt x="35705" y="30554"/>
                  </a:lnTo>
                  <a:lnTo>
                    <a:pt x="0" y="9937"/>
                  </a:lnTo>
                  <a:lnTo>
                    <a:pt x="8" y="20197"/>
                  </a:lnTo>
                  <a:lnTo>
                    <a:pt x="34071" y="39871"/>
                  </a:lnTo>
                  <a:cubicBezTo>
                    <a:pt x="34577" y="40162"/>
                    <a:pt x="35142" y="40308"/>
                    <a:pt x="35706" y="40308"/>
                  </a:cubicBezTo>
                  <a:cubicBezTo>
                    <a:pt x="36271" y="40308"/>
                    <a:pt x="36835" y="40162"/>
                    <a:pt x="37341" y="39871"/>
                  </a:cubicBezTo>
                  <a:lnTo>
                    <a:pt x="87601" y="10846"/>
                  </a:lnTo>
                  <a:cubicBezTo>
                    <a:pt x="88107" y="10554"/>
                    <a:pt x="88418" y="10014"/>
                    <a:pt x="88418" y="9431"/>
                  </a:cubicBezTo>
                  <a:lnTo>
                    <a:pt x="88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5953700" y="2391963"/>
              <a:ext cx="1317850" cy="1007725"/>
            </a:xfrm>
            <a:custGeom>
              <a:avLst/>
              <a:gdLst/>
              <a:ahLst/>
              <a:cxnLst/>
              <a:rect l="l" t="t" r="r" b="b"/>
              <a:pathLst>
                <a:path w="52714" h="40309" extrusionOk="0">
                  <a:moveTo>
                    <a:pt x="52714" y="1"/>
                  </a:moveTo>
                  <a:lnTo>
                    <a:pt x="1" y="30554"/>
                  </a:lnTo>
                  <a:lnTo>
                    <a:pt x="1" y="40309"/>
                  </a:lnTo>
                  <a:cubicBezTo>
                    <a:pt x="574" y="40309"/>
                    <a:pt x="1138" y="40158"/>
                    <a:pt x="1635" y="39871"/>
                  </a:cubicBezTo>
                  <a:lnTo>
                    <a:pt x="51895" y="10846"/>
                  </a:lnTo>
                  <a:cubicBezTo>
                    <a:pt x="52401" y="10554"/>
                    <a:pt x="52714" y="10014"/>
                    <a:pt x="52714" y="9431"/>
                  </a:cubicBezTo>
                  <a:lnTo>
                    <a:pt x="52714" y="1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5044425" y="2652838"/>
              <a:ext cx="33275" cy="271975"/>
            </a:xfrm>
            <a:custGeom>
              <a:avLst/>
              <a:gdLst/>
              <a:ahLst/>
              <a:cxnLst/>
              <a:rect l="l" t="t" r="r" b="b"/>
              <a:pathLst>
                <a:path w="1331" h="10879" extrusionOk="0">
                  <a:moveTo>
                    <a:pt x="422" y="0"/>
                  </a:moveTo>
                  <a:cubicBezTo>
                    <a:pt x="175" y="0"/>
                    <a:pt x="0" y="254"/>
                    <a:pt x="0" y="670"/>
                  </a:cubicBezTo>
                  <a:lnTo>
                    <a:pt x="5" y="9443"/>
                  </a:lnTo>
                  <a:cubicBezTo>
                    <a:pt x="5" y="9984"/>
                    <a:pt x="303" y="10596"/>
                    <a:pt x="668" y="10807"/>
                  </a:cubicBezTo>
                  <a:cubicBezTo>
                    <a:pt x="753" y="10855"/>
                    <a:pt x="834" y="10878"/>
                    <a:pt x="909" y="10878"/>
                  </a:cubicBezTo>
                  <a:cubicBezTo>
                    <a:pt x="1156" y="10878"/>
                    <a:pt x="1330" y="10624"/>
                    <a:pt x="1330" y="10208"/>
                  </a:cubicBezTo>
                  <a:lnTo>
                    <a:pt x="1330" y="1438"/>
                  </a:lnTo>
                  <a:cubicBezTo>
                    <a:pt x="1330" y="897"/>
                    <a:pt x="1033" y="286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5953700" y="2306263"/>
              <a:ext cx="1363425" cy="865400"/>
            </a:xfrm>
            <a:custGeom>
              <a:avLst/>
              <a:gdLst/>
              <a:ahLst/>
              <a:cxnLst/>
              <a:rect l="l" t="t" r="r" b="b"/>
              <a:pathLst>
                <a:path w="54537" h="34616" extrusionOk="0">
                  <a:moveTo>
                    <a:pt x="54537" y="0"/>
                  </a:moveTo>
                  <a:cubicBezTo>
                    <a:pt x="54537" y="979"/>
                    <a:pt x="53538" y="1538"/>
                    <a:pt x="53122" y="1776"/>
                  </a:cubicBezTo>
                  <a:lnTo>
                    <a:pt x="34504" y="12533"/>
                  </a:lnTo>
                  <a:lnTo>
                    <a:pt x="5317" y="29384"/>
                  </a:lnTo>
                  <a:cubicBezTo>
                    <a:pt x="5310" y="29384"/>
                    <a:pt x="2839" y="30810"/>
                    <a:pt x="2839" y="30810"/>
                  </a:cubicBezTo>
                  <a:cubicBezTo>
                    <a:pt x="2047" y="31267"/>
                    <a:pt x="1028" y="31490"/>
                    <a:pt x="1" y="31490"/>
                  </a:cubicBezTo>
                  <a:lnTo>
                    <a:pt x="1" y="34616"/>
                  </a:lnTo>
                  <a:cubicBezTo>
                    <a:pt x="15" y="34616"/>
                    <a:pt x="29" y="34616"/>
                    <a:pt x="44" y="34616"/>
                  </a:cubicBezTo>
                  <a:cubicBezTo>
                    <a:pt x="990" y="34616"/>
                    <a:pt x="1933" y="34400"/>
                    <a:pt x="2662" y="33981"/>
                  </a:cubicBezTo>
                  <a:cubicBezTo>
                    <a:pt x="3028" y="33772"/>
                    <a:pt x="3374" y="33570"/>
                    <a:pt x="3695" y="33386"/>
                  </a:cubicBezTo>
                  <a:lnTo>
                    <a:pt x="4146" y="33124"/>
                  </a:lnTo>
                  <a:cubicBezTo>
                    <a:pt x="4642" y="32843"/>
                    <a:pt x="5015" y="32627"/>
                    <a:pt x="5198" y="32517"/>
                  </a:cubicBezTo>
                  <a:lnTo>
                    <a:pt x="5302" y="32457"/>
                  </a:lnTo>
                  <a:cubicBezTo>
                    <a:pt x="5315" y="32450"/>
                    <a:pt x="37164" y="14063"/>
                    <a:pt x="37164" y="14063"/>
                  </a:cubicBezTo>
                  <a:lnTo>
                    <a:pt x="53120" y="4842"/>
                  </a:lnTo>
                  <a:cubicBezTo>
                    <a:pt x="53902" y="4391"/>
                    <a:pt x="54537" y="3339"/>
                    <a:pt x="54537" y="2492"/>
                  </a:cubicBezTo>
                  <a:lnTo>
                    <a:pt x="54537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4973125" y="1775063"/>
              <a:ext cx="2353750" cy="1318475"/>
            </a:xfrm>
            <a:custGeom>
              <a:avLst/>
              <a:gdLst/>
              <a:ahLst/>
              <a:cxnLst/>
              <a:rect l="l" t="t" r="r" b="b"/>
              <a:pathLst>
                <a:path w="94150" h="52739" extrusionOk="0">
                  <a:moveTo>
                    <a:pt x="86" y="31999"/>
                  </a:moveTo>
                  <a:cubicBezTo>
                    <a:pt x="56" y="32012"/>
                    <a:pt x="27" y="32029"/>
                    <a:pt x="0" y="32048"/>
                  </a:cubicBezTo>
                  <a:lnTo>
                    <a:pt x="86" y="31999"/>
                  </a:lnTo>
                  <a:close/>
                  <a:moveTo>
                    <a:pt x="57035" y="0"/>
                  </a:moveTo>
                  <a:cubicBezTo>
                    <a:pt x="56019" y="0"/>
                    <a:pt x="55006" y="222"/>
                    <a:pt x="54232" y="669"/>
                  </a:cubicBezTo>
                  <a:lnTo>
                    <a:pt x="86" y="31999"/>
                  </a:lnTo>
                  <a:lnTo>
                    <a:pt x="86" y="31999"/>
                  </a:lnTo>
                  <a:cubicBezTo>
                    <a:pt x="105" y="31990"/>
                    <a:pt x="124" y="31983"/>
                    <a:pt x="144" y="31977"/>
                  </a:cubicBezTo>
                  <a:cubicBezTo>
                    <a:pt x="179" y="31953"/>
                    <a:pt x="219" y="31938"/>
                    <a:pt x="261" y="31931"/>
                  </a:cubicBezTo>
                  <a:cubicBezTo>
                    <a:pt x="301" y="31911"/>
                    <a:pt x="343" y="31898"/>
                    <a:pt x="386" y="31891"/>
                  </a:cubicBezTo>
                  <a:cubicBezTo>
                    <a:pt x="446" y="31871"/>
                    <a:pt x="506" y="31858"/>
                    <a:pt x="570" y="31853"/>
                  </a:cubicBezTo>
                  <a:cubicBezTo>
                    <a:pt x="635" y="31845"/>
                    <a:pt x="700" y="31841"/>
                    <a:pt x="765" y="31839"/>
                  </a:cubicBezTo>
                  <a:cubicBezTo>
                    <a:pt x="773" y="31839"/>
                    <a:pt x="780" y="31839"/>
                    <a:pt x="788" y="31839"/>
                  </a:cubicBezTo>
                  <a:cubicBezTo>
                    <a:pt x="884" y="31839"/>
                    <a:pt x="978" y="31849"/>
                    <a:pt x="1073" y="31865"/>
                  </a:cubicBezTo>
                  <a:cubicBezTo>
                    <a:pt x="1180" y="31881"/>
                    <a:pt x="1283" y="31905"/>
                    <a:pt x="1387" y="31938"/>
                  </a:cubicBezTo>
                  <a:cubicBezTo>
                    <a:pt x="1612" y="32012"/>
                    <a:pt x="1831" y="32108"/>
                    <a:pt x="2040" y="32225"/>
                  </a:cubicBezTo>
                  <a:lnTo>
                    <a:pt x="3694" y="33179"/>
                  </a:lnTo>
                  <a:lnTo>
                    <a:pt x="11520" y="37697"/>
                  </a:lnTo>
                  <a:lnTo>
                    <a:pt x="33907" y="50632"/>
                  </a:lnTo>
                  <a:lnTo>
                    <a:pt x="33914" y="50632"/>
                  </a:lnTo>
                  <a:lnTo>
                    <a:pt x="36385" y="52058"/>
                  </a:lnTo>
                  <a:cubicBezTo>
                    <a:pt x="37190" y="52484"/>
                    <a:pt x="38094" y="52738"/>
                    <a:pt x="39143" y="52738"/>
                  </a:cubicBezTo>
                  <a:cubicBezTo>
                    <a:pt x="39170" y="52738"/>
                    <a:pt x="39197" y="52738"/>
                    <a:pt x="39224" y="52738"/>
                  </a:cubicBezTo>
                  <a:cubicBezTo>
                    <a:pt x="40243" y="52738"/>
                    <a:pt x="41270" y="52515"/>
                    <a:pt x="42054" y="52064"/>
                  </a:cubicBezTo>
                  <a:lnTo>
                    <a:pt x="44532" y="50632"/>
                  </a:lnTo>
                  <a:lnTo>
                    <a:pt x="84844" y="27358"/>
                  </a:lnTo>
                  <a:lnTo>
                    <a:pt x="92587" y="22886"/>
                  </a:lnTo>
                  <a:cubicBezTo>
                    <a:pt x="94149" y="21977"/>
                    <a:pt x="94149" y="20513"/>
                    <a:pt x="92594" y="19603"/>
                  </a:cubicBezTo>
                  <a:lnTo>
                    <a:pt x="59895" y="689"/>
                  </a:lnTo>
                  <a:cubicBezTo>
                    <a:pt x="59106" y="231"/>
                    <a:pt x="58069" y="0"/>
                    <a:pt x="5703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5283350" y="2059313"/>
              <a:ext cx="1579150" cy="849375"/>
            </a:xfrm>
            <a:custGeom>
              <a:avLst/>
              <a:gdLst/>
              <a:ahLst/>
              <a:cxnLst/>
              <a:rect l="l" t="t" r="r" b="b"/>
              <a:pathLst>
                <a:path w="63166" h="33975" extrusionOk="0">
                  <a:moveTo>
                    <a:pt x="31368" y="1"/>
                  </a:moveTo>
                  <a:cubicBezTo>
                    <a:pt x="28100" y="1"/>
                    <a:pt x="24831" y="313"/>
                    <a:pt x="21709" y="938"/>
                  </a:cubicBezTo>
                  <a:lnTo>
                    <a:pt x="3547" y="11446"/>
                  </a:lnTo>
                  <a:cubicBezTo>
                    <a:pt x="0" y="17395"/>
                    <a:pt x="2336" y="24254"/>
                    <a:pt x="10559" y="29002"/>
                  </a:cubicBezTo>
                  <a:cubicBezTo>
                    <a:pt x="16303" y="32318"/>
                    <a:pt x="23828" y="33975"/>
                    <a:pt x="31354" y="33975"/>
                  </a:cubicBezTo>
                  <a:cubicBezTo>
                    <a:pt x="35770" y="33975"/>
                    <a:pt x="40187" y="33404"/>
                    <a:pt x="44244" y="32264"/>
                  </a:cubicBezTo>
                  <a:lnTo>
                    <a:pt x="57824" y="24423"/>
                  </a:lnTo>
                  <a:cubicBezTo>
                    <a:pt x="63166" y="18089"/>
                    <a:pt x="61288" y="10238"/>
                    <a:pt x="52174" y="4976"/>
                  </a:cubicBezTo>
                  <a:cubicBezTo>
                    <a:pt x="46429" y="1659"/>
                    <a:pt x="38899" y="1"/>
                    <a:pt x="31368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4953325" y="2571038"/>
              <a:ext cx="1000450" cy="945600"/>
            </a:xfrm>
            <a:custGeom>
              <a:avLst/>
              <a:gdLst/>
              <a:ahLst/>
              <a:cxnLst/>
              <a:rect l="l" t="t" r="r" b="b"/>
              <a:pathLst>
                <a:path w="40018" h="37824" extrusionOk="0">
                  <a:moveTo>
                    <a:pt x="1580" y="0"/>
                  </a:moveTo>
                  <a:cubicBezTo>
                    <a:pt x="1572" y="0"/>
                    <a:pt x="1565" y="0"/>
                    <a:pt x="1557" y="0"/>
                  </a:cubicBezTo>
                  <a:cubicBezTo>
                    <a:pt x="1490" y="0"/>
                    <a:pt x="1425" y="6"/>
                    <a:pt x="1360" y="14"/>
                  </a:cubicBezTo>
                  <a:cubicBezTo>
                    <a:pt x="1298" y="19"/>
                    <a:pt x="1237" y="32"/>
                    <a:pt x="1178" y="52"/>
                  </a:cubicBezTo>
                  <a:cubicBezTo>
                    <a:pt x="1133" y="59"/>
                    <a:pt x="1091" y="72"/>
                    <a:pt x="1053" y="91"/>
                  </a:cubicBezTo>
                  <a:cubicBezTo>
                    <a:pt x="1011" y="101"/>
                    <a:pt x="971" y="117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5"/>
                    <a:pt x="0" y="2020"/>
                  </a:cubicBezTo>
                  <a:lnTo>
                    <a:pt x="0" y="12349"/>
                  </a:lnTo>
                  <a:cubicBezTo>
                    <a:pt x="0" y="14154"/>
                    <a:pt x="1268" y="16351"/>
                    <a:pt x="2830" y="17253"/>
                  </a:cubicBezTo>
                  <a:lnTo>
                    <a:pt x="34701" y="35660"/>
                  </a:lnTo>
                  <a:cubicBezTo>
                    <a:pt x="34701" y="35660"/>
                    <a:pt x="34719" y="35673"/>
                    <a:pt x="34753" y="35693"/>
                  </a:cubicBezTo>
                  <a:cubicBezTo>
                    <a:pt x="34791" y="35714"/>
                    <a:pt x="34844" y="35739"/>
                    <a:pt x="34910" y="35779"/>
                  </a:cubicBezTo>
                  <a:cubicBezTo>
                    <a:pt x="34961" y="35810"/>
                    <a:pt x="35015" y="35844"/>
                    <a:pt x="35087" y="35882"/>
                  </a:cubicBezTo>
                  <a:cubicBezTo>
                    <a:pt x="35152" y="35922"/>
                    <a:pt x="35224" y="35961"/>
                    <a:pt x="35309" y="36014"/>
                  </a:cubicBezTo>
                  <a:cubicBezTo>
                    <a:pt x="35471" y="36104"/>
                    <a:pt x="35661" y="36216"/>
                    <a:pt x="35870" y="36335"/>
                  </a:cubicBezTo>
                  <a:lnTo>
                    <a:pt x="36321" y="36596"/>
                  </a:lnTo>
                  <a:cubicBezTo>
                    <a:pt x="36642" y="36778"/>
                    <a:pt x="36988" y="36982"/>
                    <a:pt x="37354" y="37190"/>
                  </a:cubicBezTo>
                  <a:cubicBezTo>
                    <a:pt x="38083" y="37608"/>
                    <a:pt x="39026" y="37824"/>
                    <a:pt x="39972" y="37824"/>
                  </a:cubicBezTo>
                  <a:cubicBezTo>
                    <a:pt x="39987" y="37824"/>
                    <a:pt x="40001" y="37824"/>
                    <a:pt x="40016" y="37824"/>
                  </a:cubicBezTo>
                  <a:lnTo>
                    <a:pt x="40016" y="34713"/>
                  </a:lnTo>
                  <a:cubicBezTo>
                    <a:pt x="38990" y="34713"/>
                    <a:pt x="37969" y="34484"/>
                    <a:pt x="37185" y="34033"/>
                  </a:cubicBezTo>
                  <a:lnTo>
                    <a:pt x="34699" y="32601"/>
                  </a:lnTo>
                  <a:lnTo>
                    <a:pt x="34699" y="32594"/>
                  </a:lnTo>
                  <a:lnTo>
                    <a:pt x="3786" y="14735"/>
                  </a:lnTo>
                  <a:cubicBezTo>
                    <a:pt x="3726" y="14697"/>
                    <a:pt x="3661" y="14650"/>
                    <a:pt x="3602" y="14605"/>
                  </a:cubicBezTo>
                  <a:cubicBezTo>
                    <a:pt x="3534" y="14558"/>
                    <a:pt x="3470" y="14503"/>
                    <a:pt x="3414" y="14441"/>
                  </a:cubicBezTo>
                  <a:lnTo>
                    <a:pt x="3302" y="14331"/>
                  </a:lnTo>
                  <a:cubicBezTo>
                    <a:pt x="3250" y="14272"/>
                    <a:pt x="3201" y="14211"/>
                    <a:pt x="3158" y="14147"/>
                  </a:cubicBezTo>
                  <a:cubicBezTo>
                    <a:pt x="3094" y="14067"/>
                    <a:pt x="3038" y="13982"/>
                    <a:pt x="2988" y="13891"/>
                  </a:cubicBezTo>
                  <a:cubicBezTo>
                    <a:pt x="2937" y="13803"/>
                    <a:pt x="2891" y="13711"/>
                    <a:pt x="2851" y="13617"/>
                  </a:cubicBezTo>
                  <a:cubicBezTo>
                    <a:pt x="2807" y="13527"/>
                    <a:pt x="2772" y="13434"/>
                    <a:pt x="2745" y="13337"/>
                  </a:cubicBezTo>
                  <a:cubicBezTo>
                    <a:pt x="2722" y="13255"/>
                    <a:pt x="2702" y="13171"/>
                    <a:pt x="2687" y="13088"/>
                  </a:cubicBezTo>
                  <a:cubicBezTo>
                    <a:pt x="2678" y="13068"/>
                    <a:pt x="2677" y="13044"/>
                    <a:pt x="2680" y="13023"/>
                  </a:cubicBezTo>
                  <a:cubicBezTo>
                    <a:pt x="2667" y="12989"/>
                    <a:pt x="2663" y="12954"/>
                    <a:pt x="2667" y="12917"/>
                  </a:cubicBezTo>
                  <a:cubicBezTo>
                    <a:pt x="2657" y="12871"/>
                    <a:pt x="2653" y="12822"/>
                    <a:pt x="2655" y="12774"/>
                  </a:cubicBezTo>
                  <a:lnTo>
                    <a:pt x="2655" y="4655"/>
                  </a:lnTo>
                  <a:cubicBezTo>
                    <a:pt x="2655" y="4145"/>
                    <a:pt x="2912" y="3849"/>
                    <a:pt x="3284" y="3849"/>
                  </a:cubicBezTo>
                  <a:cubicBezTo>
                    <a:pt x="3436" y="3849"/>
                    <a:pt x="3606" y="3898"/>
                    <a:pt x="3786" y="4002"/>
                  </a:cubicBezTo>
                  <a:lnTo>
                    <a:pt x="9651" y="7389"/>
                  </a:lnTo>
                  <a:lnTo>
                    <a:pt x="34701" y="21859"/>
                  </a:lnTo>
                  <a:cubicBezTo>
                    <a:pt x="34706" y="21861"/>
                    <a:pt x="34711" y="21863"/>
                    <a:pt x="34714" y="21866"/>
                  </a:cubicBezTo>
                  <a:lnTo>
                    <a:pt x="34819" y="21926"/>
                  </a:lnTo>
                  <a:cubicBezTo>
                    <a:pt x="35001" y="22036"/>
                    <a:pt x="35374" y="22252"/>
                    <a:pt x="35872" y="22533"/>
                  </a:cubicBezTo>
                  <a:lnTo>
                    <a:pt x="36323" y="22795"/>
                  </a:lnTo>
                  <a:cubicBezTo>
                    <a:pt x="36642" y="22979"/>
                    <a:pt x="36990" y="23181"/>
                    <a:pt x="37356" y="23390"/>
                  </a:cubicBezTo>
                  <a:cubicBezTo>
                    <a:pt x="38085" y="23809"/>
                    <a:pt x="39028" y="24025"/>
                    <a:pt x="39974" y="24025"/>
                  </a:cubicBezTo>
                  <a:cubicBezTo>
                    <a:pt x="39988" y="24025"/>
                    <a:pt x="40003" y="24025"/>
                    <a:pt x="40017" y="24025"/>
                  </a:cubicBezTo>
                  <a:lnTo>
                    <a:pt x="40017" y="20899"/>
                  </a:lnTo>
                  <a:cubicBezTo>
                    <a:pt x="38990" y="20899"/>
                    <a:pt x="37970" y="20676"/>
                    <a:pt x="37185" y="20225"/>
                  </a:cubicBezTo>
                  <a:lnTo>
                    <a:pt x="37179" y="20219"/>
                  </a:lnTo>
                  <a:lnTo>
                    <a:pt x="34707" y="18793"/>
                  </a:lnTo>
                  <a:lnTo>
                    <a:pt x="34701" y="18793"/>
                  </a:lnTo>
                  <a:lnTo>
                    <a:pt x="12312" y="5858"/>
                  </a:lnTo>
                  <a:lnTo>
                    <a:pt x="4485" y="1340"/>
                  </a:lnTo>
                  <a:lnTo>
                    <a:pt x="2830" y="386"/>
                  </a:lnTo>
                  <a:cubicBezTo>
                    <a:pt x="2623" y="269"/>
                    <a:pt x="2404" y="173"/>
                    <a:pt x="2177" y="97"/>
                  </a:cubicBezTo>
                  <a:cubicBezTo>
                    <a:pt x="2075" y="66"/>
                    <a:pt x="1970" y="42"/>
                    <a:pt x="1865" y="26"/>
                  </a:cubicBezTo>
                  <a:cubicBezTo>
                    <a:pt x="1770" y="10"/>
                    <a:pt x="1674" y="0"/>
                    <a:pt x="158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5061325" y="1412563"/>
              <a:ext cx="2013450" cy="1162475"/>
            </a:xfrm>
            <a:custGeom>
              <a:avLst/>
              <a:gdLst/>
              <a:ahLst/>
              <a:cxnLst/>
              <a:rect l="l" t="t" r="r" b="b"/>
              <a:pathLst>
                <a:path w="80538" h="46499" extrusionOk="0">
                  <a:moveTo>
                    <a:pt x="40270" y="0"/>
                  </a:moveTo>
                  <a:lnTo>
                    <a:pt x="1" y="23249"/>
                  </a:lnTo>
                  <a:lnTo>
                    <a:pt x="40270" y="46498"/>
                  </a:lnTo>
                  <a:lnTo>
                    <a:pt x="80538" y="23249"/>
                  </a:lnTo>
                  <a:lnTo>
                    <a:pt x="40270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6047150" y="1998938"/>
              <a:ext cx="524725" cy="305725"/>
            </a:xfrm>
            <a:custGeom>
              <a:avLst/>
              <a:gdLst/>
              <a:ahLst/>
              <a:cxnLst/>
              <a:rect l="l" t="t" r="r" b="b"/>
              <a:pathLst>
                <a:path w="20989" h="12229" extrusionOk="0">
                  <a:moveTo>
                    <a:pt x="809" y="1"/>
                  </a:moveTo>
                  <a:cubicBezTo>
                    <a:pt x="563" y="1"/>
                    <a:pt x="323" y="129"/>
                    <a:pt x="192" y="359"/>
                  </a:cubicBezTo>
                  <a:cubicBezTo>
                    <a:pt x="0" y="696"/>
                    <a:pt x="115" y="1128"/>
                    <a:pt x="453" y="1321"/>
                  </a:cubicBezTo>
                  <a:lnTo>
                    <a:pt x="19568" y="12228"/>
                  </a:lnTo>
                  <a:lnTo>
                    <a:pt x="20989" y="11408"/>
                  </a:lnTo>
                  <a:lnTo>
                    <a:pt x="1155" y="92"/>
                  </a:lnTo>
                  <a:cubicBezTo>
                    <a:pt x="1045" y="30"/>
                    <a:pt x="926" y="1"/>
                    <a:pt x="809" y="1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5061325" y="1993788"/>
              <a:ext cx="1006775" cy="622750"/>
            </a:xfrm>
            <a:custGeom>
              <a:avLst/>
              <a:gdLst/>
              <a:ahLst/>
              <a:cxnLst/>
              <a:rect l="l" t="t" r="r" b="b"/>
              <a:pathLst>
                <a:path w="40271" h="24910" extrusionOk="0">
                  <a:moveTo>
                    <a:pt x="1" y="0"/>
                  </a:moveTo>
                  <a:lnTo>
                    <a:pt x="1" y="1661"/>
                  </a:lnTo>
                  <a:lnTo>
                    <a:pt x="40270" y="24910"/>
                  </a:lnTo>
                  <a:lnTo>
                    <a:pt x="40270" y="23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6068075" y="1993788"/>
              <a:ext cx="1006700" cy="622750"/>
            </a:xfrm>
            <a:custGeom>
              <a:avLst/>
              <a:gdLst/>
              <a:ahLst/>
              <a:cxnLst/>
              <a:rect l="l" t="t" r="r" b="b"/>
              <a:pathLst>
                <a:path w="40268" h="24910" extrusionOk="0">
                  <a:moveTo>
                    <a:pt x="40268" y="0"/>
                  </a:moveTo>
                  <a:lnTo>
                    <a:pt x="0" y="23249"/>
                  </a:lnTo>
                  <a:lnTo>
                    <a:pt x="0" y="24910"/>
                  </a:lnTo>
                  <a:lnTo>
                    <a:pt x="40268" y="1661"/>
                  </a:lnTo>
                  <a:lnTo>
                    <a:pt x="40268" y="0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5456800" y="2263613"/>
              <a:ext cx="1220875" cy="415225"/>
            </a:xfrm>
            <a:custGeom>
              <a:avLst/>
              <a:gdLst/>
              <a:ahLst/>
              <a:cxnLst/>
              <a:rect l="l" t="t" r="r" b="b"/>
              <a:pathLst>
                <a:path w="48835" h="16609" extrusionOk="0">
                  <a:moveTo>
                    <a:pt x="1" y="1"/>
                  </a:moveTo>
                  <a:lnTo>
                    <a:pt x="24451" y="16608"/>
                  </a:lnTo>
                  <a:lnTo>
                    <a:pt x="48835" y="39"/>
                  </a:lnTo>
                  <a:lnTo>
                    <a:pt x="24451" y="141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6535425" y="2800688"/>
              <a:ext cx="143850" cy="334800"/>
            </a:xfrm>
            <a:custGeom>
              <a:avLst/>
              <a:gdLst/>
              <a:ahLst/>
              <a:cxnLst/>
              <a:rect l="l" t="t" r="r" b="b"/>
              <a:pathLst>
                <a:path w="5754" h="13392" extrusionOk="0">
                  <a:moveTo>
                    <a:pt x="1812" y="0"/>
                  </a:moveTo>
                  <a:lnTo>
                    <a:pt x="1" y="11731"/>
                  </a:lnTo>
                  <a:cubicBezTo>
                    <a:pt x="1" y="12838"/>
                    <a:pt x="1439" y="13391"/>
                    <a:pt x="2877" y="13391"/>
                  </a:cubicBezTo>
                  <a:cubicBezTo>
                    <a:pt x="4315" y="13391"/>
                    <a:pt x="5753" y="12838"/>
                    <a:pt x="5753" y="11731"/>
                  </a:cubicBezTo>
                  <a:lnTo>
                    <a:pt x="4026" y="0"/>
                  </a:lnTo>
                  <a:cubicBezTo>
                    <a:pt x="3788" y="177"/>
                    <a:pt x="3358" y="271"/>
                    <a:pt x="2922" y="271"/>
                  </a:cubicBezTo>
                  <a:cubicBezTo>
                    <a:pt x="2502" y="271"/>
                    <a:pt x="2077" y="184"/>
                    <a:pt x="181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6638525" y="2968063"/>
              <a:ext cx="17850" cy="161000"/>
            </a:xfrm>
            <a:custGeom>
              <a:avLst/>
              <a:gdLst/>
              <a:ahLst/>
              <a:cxnLst/>
              <a:rect l="l" t="t" r="r" b="b"/>
              <a:pathLst>
                <a:path w="714" h="6440" extrusionOk="0">
                  <a:moveTo>
                    <a:pt x="0" y="0"/>
                  </a:moveTo>
                  <a:lnTo>
                    <a:pt x="361" y="6439"/>
                  </a:lnTo>
                  <a:cubicBezTo>
                    <a:pt x="481" y="6398"/>
                    <a:pt x="598" y="6348"/>
                    <a:pt x="714" y="62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6561325" y="2868763"/>
              <a:ext cx="28250" cy="261425"/>
            </a:xfrm>
            <a:custGeom>
              <a:avLst/>
              <a:gdLst/>
              <a:ahLst/>
              <a:cxnLst/>
              <a:rect l="l" t="t" r="r" b="b"/>
              <a:pathLst>
                <a:path w="1130" h="10457" extrusionOk="0">
                  <a:moveTo>
                    <a:pt x="1130" y="1"/>
                  </a:moveTo>
                  <a:lnTo>
                    <a:pt x="0" y="10316"/>
                  </a:lnTo>
                  <a:cubicBezTo>
                    <a:pt x="121" y="10370"/>
                    <a:pt x="243" y="10417"/>
                    <a:pt x="368" y="10457"/>
                  </a:cubicBezTo>
                  <a:lnTo>
                    <a:pt x="1130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6602850" y="2927838"/>
              <a:ext cx="9050" cy="207625"/>
            </a:xfrm>
            <a:custGeom>
              <a:avLst/>
              <a:gdLst/>
              <a:ahLst/>
              <a:cxnLst/>
              <a:rect l="l" t="t" r="r" b="b"/>
              <a:pathLst>
                <a:path w="362" h="8305" extrusionOk="0">
                  <a:moveTo>
                    <a:pt x="177" y="0"/>
                  </a:moveTo>
                  <a:lnTo>
                    <a:pt x="0" y="8301"/>
                  </a:lnTo>
                  <a:cubicBezTo>
                    <a:pt x="60" y="8303"/>
                    <a:pt x="121" y="8305"/>
                    <a:pt x="181" y="8305"/>
                  </a:cubicBezTo>
                  <a:cubicBezTo>
                    <a:pt x="241" y="8305"/>
                    <a:pt x="301" y="8303"/>
                    <a:pt x="361" y="8301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6569475" y="2782813"/>
              <a:ext cx="78075" cy="42375"/>
            </a:xfrm>
            <a:custGeom>
              <a:avLst/>
              <a:gdLst/>
              <a:ahLst/>
              <a:cxnLst/>
              <a:rect l="l" t="t" r="r" b="b"/>
              <a:pathLst>
                <a:path w="3123" h="1695" extrusionOk="0">
                  <a:moveTo>
                    <a:pt x="2318" y="1"/>
                  </a:moveTo>
                  <a:cubicBezTo>
                    <a:pt x="2168" y="1"/>
                    <a:pt x="2016" y="49"/>
                    <a:pt x="1887" y="147"/>
                  </a:cubicBezTo>
                  <a:cubicBezTo>
                    <a:pt x="1780" y="227"/>
                    <a:pt x="1683" y="278"/>
                    <a:pt x="1571" y="278"/>
                  </a:cubicBezTo>
                  <a:cubicBezTo>
                    <a:pt x="1469" y="278"/>
                    <a:pt x="1354" y="235"/>
                    <a:pt x="1208" y="134"/>
                  </a:cubicBezTo>
                  <a:cubicBezTo>
                    <a:pt x="1085" y="48"/>
                    <a:pt x="944" y="7"/>
                    <a:pt x="804" y="7"/>
                  </a:cubicBezTo>
                  <a:cubicBezTo>
                    <a:pt x="580" y="7"/>
                    <a:pt x="360" y="114"/>
                    <a:pt x="223" y="313"/>
                  </a:cubicBezTo>
                  <a:cubicBezTo>
                    <a:pt x="0" y="634"/>
                    <a:pt x="80" y="1075"/>
                    <a:pt x="403" y="1299"/>
                  </a:cubicBezTo>
                  <a:cubicBezTo>
                    <a:pt x="784" y="1563"/>
                    <a:pt x="1180" y="1695"/>
                    <a:pt x="1573" y="1695"/>
                  </a:cubicBezTo>
                  <a:cubicBezTo>
                    <a:pt x="1970" y="1695"/>
                    <a:pt x="2364" y="1558"/>
                    <a:pt x="2734" y="1284"/>
                  </a:cubicBezTo>
                  <a:cubicBezTo>
                    <a:pt x="3055" y="1051"/>
                    <a:pt x="3123" y="602"/>
                    <a:pt x="2886" y="286"/>
                  </a:cubicBezTo>
                  <a:cubicBezTo>
                    <a:pt x="2747" y="99"/>
                    <a:pt x="2534" y="1"/>
                    <a:pt x="2318" y="1"/>
                  </a:cubicBezTo>
                  <a:close/>
                </a:path>
              </a:pathLst>
            </a:custGeom>
            <a:solidFill>
              <a:srgbClr val="FC96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6047025" y="1979263"/>
              <a:ext cx="578075" cy="800275"/>
            </a:xfrm>
            <a:custGeom>
              <a:avLst/>
              <a:gdLst/>
              <a:ahLst/>
              <a:cxnLst/>
              <a:rect l="l" t="t" r="r" b="b"/>
              <a:pathLst>
                <a:path w="23123" h="32011" extrusionOk="0">
                  <a:moveTo>
                    <a:pt x="810" y="0"/>
                  </a:moveTo>
                  <a:cubicBezTo>
                    <a:pt x="564" y="0"/>
                    <a:pt x="325" y="129"/>
                    <a:pt x="194" y="357"/>
                  </a:cubicBezTo>
                  <a:cubicBezTo>
                    <a:pt x="0" y="698"/>
                    <a:pt x="119" y="1131"/>
                    <a:pt x="458" y="1323"/>
                  </a:cubicBezTo>
                  <a:lnTo>
                    <a:pt x="20638" y="12836"/>
                  </a:lnTo>
                  <a:cubicBezTo>
                    <a:pt x="21298" y="13214"/>
                    <a:pt x="21705" y="13917"/>
                    <a:pt x="21705" y="14678"/>
                  </a:cubicBezTo>
                  <a:lnTo>
                    <a:pt x="21705" y="31304"/>
                  </a:lnTo>
                  <a:cubicBezTo>
                    <a:pt x="21705" y="31695"/>
                    <a:pt x="22023" y="32010"/>
                    <a:pt x="22414" y="32010"/>
                  </a:cubicBezTo>
                  <a:cubicBezTo>
                    <a:pt x="22805" y="32010"/>
                    <a:pt x="23122" y="31695"/>
                    <a:pt x="23122" y="31304"/>
                  </a:cubicBezTo>
                  <a:lnTo>
                    <a:pt x="23122" y="14678"/>
                  </a:lnTo>
                  <a:cubicBezTo>
                    <a:pt x="23120" y="13408"/>
                    <a:pt x="22440" y="12237"/>
                    <a:pt x="21339" y="11607"/>
                  </a:cubicBezTo>
                  <a:lnTo>
                    <a:pt x="1160" y="93"/>
                  </a:lnTo>
                  <a:cubicBezTo>
                    <a:pt x="1049" y="30"/>
                    <a:pt x="929" y="0"/>
                    <a:pt x="810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6568500" y="2722963"/>
              <a:ext cx="80825" cy="77750"/>
            </a:xfrm>
            <a:custGeom>
              <a:avLst/>
              <a:gdLst/>
              <a:ahLst/>
              <a:cxnLst/>
              <a:rect l="l" t="t" r="r" b="b"/>
              <a:pathLst>
                <a:path w="3233" h="3110" extrusionOk="0">
                  <a:moveTo>
                    <a:pt x="1554" y="1"/>
                  </a:moveTo>
                  <a:cubicBezTo>
                    <a:pt x="1354" y="1"/>
                    <a:pt x="1152" y="39"/>
                    <a:pt x="960" y="119"/>
                  </a:cubicBezTo>
                  <a:cubicBezTo>
                    <a:pt x="380" y="359"/>
                    <a:pt x="1" y="926"/>
                    <a:pt x="1" y="1556"/>
                  </a:cubicBezTo>
                  <a:cubicBezTo>
                    <a:pt x="1" y="2413"/>
                    <a:pt x="698" y="3109"/>
                    <a:pt x="1556" y="3109"/>
                  </a:cubicBezTo>
                  <a:cubicBezTo>
                    <a:pt x="2185" y="3109"/>
                    <a:pt x="2751" y="2730"/>
                    <a:pt x="2992" y="2150"/>
                  </a:cubicBezTo>
                  <a:cubicBezTo>
                    <a:pt x="3232" y="1569"/>
                    <a:pt x="3099" y="901"/>
                    <a:pt x="2654" y="456"/>
                  </a:cubicBezTo>
                  <a:cubicBezTo>
                    <a:pt x="2357" y="159"/>
                    <a:pt x="1959" y="1"/>
                    <a:pt x="1554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6565800" y="2723488"/>
              <a:ext cx="80225" cy="77225"/>
            </a:xfrm>
            <a:custGeom>
              <a:avLst/>
              <a:gdLst/>
              <a:ahLst/>
              <a:cxnLst/>
              <a:rect l="l" t="t" r="r" b="b"/>
              <a:pathLst>
                <a:path w="3209" h="3089" extrusionOk="0">
                  <a:moveTo>
                    <a:pt x="1449" y="1"/>
                  </a:moveTo>
                  <a:lnTo>
                    <a:pt x="1449" y="1"/>
                  </a:lnTo>
                  <a:cubicBezTo>
                    <a:pt x="854" y="83"/>
                    <a:pt x="359" y="500"/>
                    <a:pt x="181" y="1074"/>
                  </a:cubicBezTo>
                  <a:cubicBezTo>
                    <a:pt x="0" y="1647"/>
                    <a:pt x="167" y="2271"/>
                    <a:pt x="610" y="2679"/>
                  </a:cubicBezTo>
                  <a:cubicBezTo>
                    <a:pt x="902" y="2947"/>
                    <a:pt x="1278" y="3089"/>
                    <a:pt x="1661" y="3089"/>
                  </a:cubicBezTo>
                  <a:cubicBezTo>
                    <a:pt x="1857" y="3089"/>
                    <a:pt x="2055" y="3051"/>
                    <a:pt x="2244" y="2975"/>
                  </a:cubicBezTo>
                  <a:cubicBezTo>
                    <a:pt x="2801" y="2748"/>
                    <a:pt x="3176" y="2221"/>
                    <a:pt x="3208" y="1622"/>
                  </a:cubicBezTo>
                  <a:lnTo>
                    <a:pt x="3208" y="1622"/>
                  </a:lnTo>
                  <a:cubicBezTo>
                    <a:pt x="3142" y="1904"/>
                    <a:pt x="2687" y="2380"/>
                    <a:pt x="2088" y="2380"/>
                  </a:cubicBezTo>
                  <a:cubicBezTo>
                    <a:pt x="1897" y="2380"/>
                    <a:pt x="1691" y="2332"/>
                    <a:pt x="1479" y="2213"/>
                  </a:cubicBezTo>
                  <a:cubicBezTo>
                    <a:pt x="540" y="1687"/>
                    <a:pt x="720" y="487"/>
                    <a:pt x="1449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8145075" y="3238638"/>
              <a:ext cx="1610525" cy="962075"/>
            </a:xfrm>
            <a:custGeom>
              <a:avLst/>
              <a:gdLst/>
              <a:ahLst/>
              <a:cxnLst/>
              <a:rect l="l" t="t" r="r" b="b"/>
              <a:pathLst>
                <a:path w="64421" h="38483" extrusionOk="0">
                  <a:moveTo>
                    <a:pt x="57900" y="1"/>
                  </a:moveTo>
                  <a:cubicBezTo>
                    <a:pt x="57325" y="1"/>
                    <a:pt x="56804" y="130"/>
                    <a:pt x="56388" y="419"/>
                  </a:cubicBezTo>
                  <a:lnTo>
                    <a:pt x="51324" y="3378"/>
                  </a:lnTo>
                  <a:cubicBezTo>
                    <a:pt x="51317" y="3381"/>
                    <a:pt x="51317" y="3381"/>
                    <a:pt x="51315" y="3386"/>
                  </a:cubicBezTo>
                  <a:lnTo>
                    <a:pt x="48877" y="4769"/>
                  </a:lnTo>
                  <a:cubicBezTo>
                    <a:pt x="48847" y="4788"/>
                    <a:pt x="48819" y="4811"/>
                    <a:pt x="48794" y="4836"/>
                  </a:cubicBezTo>
                  <a:lnTo>
                    <a:pt x="45063" y="6991"/>
                  </a:lnTo>
                  <a:lnTo>
                    <a:pt x="44747" y="7172"/>
                  </a:lnTo>
                  <a:cubicBezTo>
                    <a:pt x="44746" y="7174"/>
                    <a:pt x="44744" y="7177"/>
                    <a:pt x="44741" y="7179"/>
                  </a:cubicBezTo>
                  <a:lnTo>
                    <a:pt x="9799" y="27342"/>
                  </a:lnTo>
                  <a:lnTo>
                    <a:pt x="9796" y="27335"/>
                  </a:lnTo>
                  <a:lnTo>
                    <a:pt x="2562" y="35569"/>
                  </a:lnTo>
                  <a:lnTo>
                    <a:pt x="0" y="38482"/>
                  </a:lnTo>
                  <a:lnTo>
                    <a:pt x="0" y="38482"/>
                  </a:lnTo>
                  <a:lnTo>
                    <a:pt x="14635" y="35579"/>
                  </a:lnTo>
                  <a:lnTo>
                    <a:pt x="63413" y="7389"/>
                  </a:lnTo>
                  <a:cubicBezTo>
                    <a:pt x="64230" y="6824"/>
                    <a:pt x="64421" y="5839"/>
                    <a:pt x="64202" y="4731"/>
                  </a:cubicBezTo>
                  <a:cubicBezTo>
                    <a:pt x="63745" y="2332"/>
                    <a:pt x="60339" y="1"/>
                    <a:pt x="57900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8145075" y="3847138"/>
              <a:ext cx="486950" cy="294300"/>
            </a:xfrm>
            <a:custGeom>
              <a:avLst/>
              <a:gdLst/>
              <a:ahLst/>
              <a:cxnLst/>
              <a:rect l="l" t="t" r="r" b="b"/>
              <a:pathLst>
                <a:path w="19478" h="11772" extrusionOk="0">
                  <a:moveTo>
                    <a:pt x="12051" y="1"/>
                  </a:moveTo>
                  <a:cubicBezTo>
                    <a:pt x="11314" y="1"/>
                    <a:pt x="10549" y="191"/>
                    <a:pt x="9796" y="624"/>
                  </a:cubicBezTo>
                  <a:lnTo>
                    <a:pt x="0" y="11772"/>
                  </a:lnTo>
                  <a:lnTo>
                    <a:pt x="0" y="11772"/>
                  </a:lnTo>
                  <a:lnTo>
                    <a:pt x="14633" y="8869"/>
                  </a:lnTo>
                  <a:cubicBezTo>
                    <a:pt x="19478" y="6080"/>
                    <a:pt x="16214" y="1"/>
                    <a:pt x="12051" y="1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8145075" y="3945463"/>
              <a:ext cx="437150" cy="195975"/>
            </a:xfrm>
            <a:custGeom>
              <a:avLst/>
              <a:gdLst/>
              <a:ahLst/>
              <a:cxnLst/>
              <a:rect l="l" t="t" r="r" b="b"/>
              <a:pathLst>
                <a:path w="17486" h="7839" extrusionOk="0">
                  <a:moveTo>
                    <a:pt x="15228" y="1"/>
                  </a:moveTo>
                  <a:lnTo>
                    <a:pt x="0" y="7839"/>
                  </a:lnTo>
                  <a:lnTo>
                    <a:pt x="14635" y="4935"/>
                  </a:lnTo>
                  <a:cubicBezTo>
                    <a:pt x="17475" y="3299"/>
                    <a:pt x="17485" y="2168"/>
                    <a:pt x="15228" y="1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8145075" y="4068563"/>
              <a:ext cx="101800" cy="72875"/>
            </a:xfrm>
            <a:custGeom>
              <a:avLst/>
              <a:gdLst/>
              <a:ahLst/>
              <a:cxnLst/>
              <a:rect l="l" t="t" r="r" b="b"/>
              <a:pathLst>
                <a:path w="4072" h="2915" extrusionOk="0">
                  <a:moveTo>
                    <a:pt x="2562" y="1"/>
                  </a:moveTo>
                  <a:lnTo>
                    <a:pt x="0" y="2915"/>
                  </a:lnTo>
                  <a:lnTo>
                    <a:pt x="4072" y="2106"/>
                  </a:lnTo>
                  <a:lnTo>
                    <a:pt x="2939" y="1942"/>
                  </a:lnTo>
                  <a:lnTo>
                    <a:pt x="3534" y="1371"/>
                  </a:lnTo>
                  <a:lnTo>
                    <a:pt x="3534" y="1371"/>
                  </a:lnTo>
                  <a:lnTo>
                    <a:pt x="2600" y="1399"/>
                  </a:lnTo>
                  <a:lnTo>
                    <a:pt x="3016" y="604"/>
                  </a:lnTo>
                  <a:lnTo>
                    <a:pt x="2291" y="846"/>
                  </a:lnTo>
                  <a:lnTo>
                    <a:pt x="2562" y="1"/>
                  </a:lnTo>
                  <a:close/>
                </a:path>
              </a:pathLst>
            </a:custGeom>
            <a:solidFill>
              <a:srgbClr val="191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8"/>
            <p:cNvSpPr/>
            <p:nvPr/>
          </p:nvSpPr>
          <p:spPr>
            <a:xfrm>
              <a:off x="8390050" y="3264013"/>
              <a:ext cx="1164725" cy="804825"/>
            </a:xfrm>
            <a:custGeom>
              <a:avLst/>
              <a:gdLst/>
              <a:ahLst/>
              <a:cxnLst/>
              <a:rect l="l" t="t" r="r" b="b"/>
              <a:pathLst>
                <a:path w="46589" h="32193" extrusionOk="0">
                  <a:moveTo>
                    <a:pt x="46589" y="8095"/>
                  </a:moveTo>
                  <a:lnTo>
                    <a:pt x="46547" y="8119"/>
                  </a:lnTo>
                  <a:lnTo>
                    <a:pt x="46547" y="8119"/>
                  </a:lnTo>
                  <a:cubicBezTo>
                    <a:pt x="46561" y="8112"/>
                    <a:pt x="46575" y="8104"/>
                    <a:pt x="46589" y="8095"/>
                  </a:cubicBezTo>
                  <a:close/>
                  <a:moveTo>
                    <a:pt x="41516" y="0"/>
                  </a:moveTo>
                  <a:lnTo>
                    <a:pt x="38997" y="1450"/>
                  </a:lnTo>
                  <a:lnTo>
                    <a:pt x="0" y="23952"/>
                  </a:lnTo>
                  <a:cubicBezTo>
                    <a:pt x="144" y="23870"/>
                    <a:pt x="309" y="23831"/>
                    <a:pt x="490" y="23831"/>
                  </a:cubicBezTo>
                  <a:cubicBezTo>
                    <a:pt x="1701" y="23831"/>
                    <a:pt x="3638" y="25566"/>
                    <a:pt x="4720" y="27662"/>
                  </a:cubicBezTo>
                  <a:cubicBezTo>
                    <a:pt x="5420" y="29018"/>
                    <a:pt x="5990" y="31528"/>
                    <a:pt x="4836" y="32193"/>
                  </a:cubicBezTo>
                  <a:lnTo>
                    <a:pt x="44181" y="9488"/>
                  </a:lnTo>
                  <a:lnTo>
                    <a:pt x="45496" y="8723"/>
                  </a:lnTo>
                  <a:lnTo>
                    <a:pt x="46547" y="8119"/>
                  </a:lnTo>
                  <a:lnTo>
                    <a:pt x="46547" y="8119"/>
                  </a:lnTo>
                  <a:cubicBezTo>
                    <a:pt x="46464" y="8162"/>
                    <a:pt x="46372" y="8183"/>
                    <a:pt x="46273" y="8183"/>
                  </a:cubicBezTo>
                  <a:cubicBezTo>
                    <a:pt x="44419" y="8183"/>
                    <a:pt x="40028" y="969"/>
                    <a:pt x="41516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8"/>
            <p:cNvSpPr/>
            <p:nvPr/>
          </p:nvSpPr>
          <p:spPr>
            <a:xfrm>
              <a:off x="8508050" y="3421938"/>
              <a:ext cx="1019400" cy="646900"/>
            </a:xfrm>
            <a:custGeom>
              <a:avLst/>
              <a:gdLst/>
              <a:ahLst/>
              <a:cxnLst/>
              <a:rect l="l" t="t" r="r" b="b"/>
              <a:pathLst>
                <a:path w="40776" h="25876" extrusionOk="0">
                  <a:moveTo>
                    <a:pt x="37548" y="0"/>
                  </a:moveTo>
                  <a:lnTo>
                    <a:pt x="0" y="21345"/>
                  </a:lnTo>
                  <a:cubicBezTo>
                    <a:pt x="660" y="22563"/>
                    <a:pt x="1257" y="25219"/>
                    <a:pt x="116" y="25876"/>
                  </a:cubicBezTo>
                  <a:lnTo>
                    <a:pt x="39461" y="3171"/>
                  </a:lnTo>
                  <a:lnTo>
                    <a:pt x="40776" y="2406"/>
                  </a:lnTo>
                  <a:lnTo>
                    <a:pt x="37548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9405250" y="3158513"/>
              <a:ext cx="350350" cy="310100"/>
            </a:xfrm>
            <a:custGeom>
              <a:avLst/>
              <a:gdLst/>
              <a:ahLst/>
              <a:cxnLst/>
              <a:rect l="l" t="t" r="r" b="b"/>
              <a:pathLst>
                <a:path w="14014" h="12404" extrusionOk="0">
                  <a:moveTo>
                    <a:pt x="8665" y="0"/>
                  </a:moveTo>
                  <a:cubicBezTo>
                    <a:pt x="8273" y="0"/>
                    <a:pt x="7897" y="107"/>
                    <a:pt x="7553" y="346"/>
                  </a:cubicBezTo>
                  <a:lnTo>
                    <a:pt x="917" y="4210"/>
                  </a:lnTo>
                  <a:cubicBezTo>
                    <a:pt x="908" y="4213"/>
                    <a:pt x="908" y="4213"/>
                    <a:pt x="906" y="4220"/>
                  </a:cubicBezTo>
                  <a:cubicBezTo>
                    <a:pt x="1" y="4807"/>
                    <a:pt x="1277" y="7707"/>
                    <a:pt x="2826" y="9891"/>
                  </a:cubicBezTo>
                  <a:cubicBezTo>
                    <a:pt x="3823" y="11297"/>
                    <a:pt x="4938" y="12403"/>
                    <a:pt x="5664" y="12403"/>
                  </a:cubicBezTo>
                  <a:cubicBezTo>
                    <a:pt x="5780" y="12403"/>
                    <a:pt x="5886" y="12375"/>
                    <a:pt x="5981" y="12315"/>
                  </a:cubicBezTo>
                  <a:lnTo>
                    <a:pt x="13005" y="8223"/>
                  </a:lnTo>
                  <a:cubicBezTo>
                    <a:pt x="13823" y="7659"/>
                    <a:pt x="14014" y="6673"/>
                    <a:pt x="13795" y="5565"/>
                  </a:cubicBezTo>
                  <a:cubicBezTo>
                    <a:pt x="13318" y="3068"/>
                    <a:pt x="10764" y="0"/>
                    <a:pt x="8665" y="0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9414825" y="3158513"/>
              <a:ext cx="338775" cy="207900"/>
            </a:xfrm>
            <a:custGeom>
              <a:avLst/>
              <a:gdLst/>
              <a:ahLst/>
              <a:cxnLst/>
              <a:rect l="l" t="t" r="r" b="b"/>
              <a:pathLst>
                <a:path w="13551" h="8316" extrusionOk="0">
                  <a:moveTo>
                    <a:pt x="8283" y="0"/>
                  </a:moveTo>
                  <a:cubicBezTo>
                    <a:pt x="7890" y="0"/>
                    <a:pt x="7514" y="107"/>
                    <a:pt x="7170" y="346"/>
                  </a:cubicBezTo>
                  <a:lnTo>
                    <a:pt x="534" y="4210"/>
                  </a:lnTo>
                  <a:cubicBezTo>
                    <a:pt x="525" y="4213"/>
                    <a:pt x="525" y="4213"/>
                    <a:pt x="523" y="4220"/>
                  </a:cubicBezTo>
                  <a:cubicBezTo>
                    <a:pt x="1" y="4559"/>
                    <a:pt x="208" y="5674"/>
                    <a:pt x="774" y="6975"/>
                  </a:cubicBezTo>
                  <a:lnTo>
                    <a:pt x="5135" y="8315"/>
                  </a:lnTo>
                  <a:lnTo>
                    <a:pt x="12064" y="4153"/>
                  </a:lnTo>
                  <a:cubicBezTo>
                    <a:pt x="12064" y="4153"/>
                    <a:pt x="13372" y="4898"/>
                    <a:pt x="13277" y="7448"/>
                  </a:cubicBezTo>
                  <a:cubicBezTo>
                    <a:pt x="13522" y="6918"/>
                    <a:pt x="13551" y="6267"/>
                    <a:pt x="13412" y="5565"/>
                  </a:cubicBezTo>
                  <a:cubicBezTo>
                    <a:pt x="12936" y="3068"/>
                    <a:pt x="10381" y="0"/>
                    <a:pt x="8283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9364125" y="3262938"/>
              <a:ext cx="210200" cy="240350"/>
            </a:xfrm>
            <a:custGeom>
              <a:avLst/>
              <a:gdLst/>
              <a:ahLst/>
              <a:cxnLst/>
              <a:rect l="l" t="t" r="r" b="b"/>
              <a:pathLst>
                <a:path w="8408" h="9614" extrusionOk="0">
                  <a:moveTo>
                    <a:pt x="46" y="1470"/>
                  </a:moveTo>
                  <a:cubicBezTo>
                    <a:pt x="29" y="1477"/>
                    <a:pt x="14" y="1486"/>
                    <a:pt x="0" y="1497"/>
                  </a:cubicBezTo>
                  <a:lnTo>
                    <a:pt x="46" y="1470"/>
                  </a:lnTo>
                  <a:close/>
                  <a:moveTo>
                    <a:pt x="2831" y="1"/>
                  </a:moveTo>
                  <a:cubicBezTo>
                    <a:pt x="2678" y="1"/>
                    <a:pt x="2546" y="32"/>
                    <a:pt x="2441" y="97"/>
                  </a:cubicBezTo>
                  <a:lnTo>
                    <a:pt x="46" y="1470"/>
                  </a:lnTo>
                  <a:lnTo>
                    <a:pt x="46" y="1470"/>
                  </a:lnTo>
                  <a:cubicBezTo>
                    <a:pt x="54" y="1467"/>
                    <a:pt x="63" y="1465"/>
                    <a:pt x="72" y="1463"/>
                  </a:cubicBezTo>
                  <a:lnTo>
                    <a:pt x="80" y="1460"/>
                  </a:lnTo>
                  <a:cubicBezTo>
                    <a:pt x="152" y="1430"/>
                    <a:pt x="230" y="1416"/>
                    <a:pt x="313" y="1416"/>
                  </a:cubicBezTo>
                  <a:cubicBezTo>
                    <a:pt x="1045" y="1416"/>
                    <a:pt x="2170" y="2538"/>
                    <a:pt x="3168" y="3958"/>
                  </a:cubicBezTo>
                  <a:cubicBezTo>
                    <a:pt x="4710" y="6145"/>
                    <a:pt x="5962" y="9044"/>
                    <a:pt x="5043" y="9613"/>
                  </a:cubicBezTo>
                  <a:lnTo>
                    <a:pt x="5686" y="9244"/>
                  </a:lnTo>
                  <a:lnTo>
                    <a:pt x="7489" y="8215"/>
                  </a:lnTo>
                  <a:cubicBezTo>
                    <a:pt x="8408" y="7645"/>
                    <a:pt x="7718" y="4564"/>
                    <a:pt x="6175" y="2377"/>
                  </a:cubicBezTo>
                  <a:cubicBezTo>
                    <a:pt x="5193" y="976"/>
                    <a:pt x="3688" y="1"/>
                    <a:pt x="2831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9318425" y="3288063"/>
              <a:ext cx="236600" cy="241900"/>
            </a:xfrm>
            <a:custGeom>
              <a:avLst/>
              <a:gdLst/>
              <a:ahLst/>
              <a:cxnLst/>
              <a:rect l="l" t="t" r="r" b="b"/>
              <a:pathLst>
                <a:path w="9464" h="9676" extrusionOk="0">
                  <a:moveTo>
                    <a:pt x="31" y="1542"/>
                  </a:moveTo>
                  <a:cubicBezTo>
                    <a:pt x="20" y="1547"/>
                    <a:pt x="10" y="1553"/>
                    <a:pt x="0" y="1559"/>
                  </a:cubicBezTo>
                  <a:lnTo>
                    <a:pt x="31" y="1542"/>
                  </a:lnTo>
                  <a:close/>
                  <a:moveTo>
                    <a:pt x="2968" y="1"/>
                  </a:moveTo>
                  <a:cubicBezTo>
                    <a:pt x="2778" y="1"/>
                    <a:pt x="2601" y="47"/>
                    <a:pt x="2440" y="147"/>
                  </a:cubicBezTo>
                  <a:lnTo>
                    <a:pt x="31" y="1542"/>
                  </a:lnTo>
                  <a:lnTo>
                    <a:pt x="31" y="1542"/>
                  </a:lnTo>
                  <a:cubicBezTo>
                    <a:pt x="116" y="1496"/>
                    <a:pt x="211" y="1474"/>
                    <a:pt x="312" y="1474"/>
                  </a:cubicBezTo>
                  <a:cubicBezTo>
                    <a:pt x="2172" y="1474"/>
                    <a:pt x="6562" y="8733"/>
                    <a:pt x="5044" y="9676"/>
                  </a:cubicBezTo>
                  <a:lnTo>
                    <a:pt x="7484" y="8266"/>
                  </a:lnTo>
                  <a:cubicBezTo>
                    <a:pt x="9463" y="7036"/>
                    <a:pt x="5300" y="1"/>
                    <a:pt x="2968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9260350" y="3322338"/>
              <a:ext cx="235600" cy="240625"/>
            </a:xfrm>
            <a:custGeom>
              <a:avLst/>
              <a:gdLst/>
              <a:ahLst/>
              <a:cxnLst/>
              <a:rect l="l" t="t" r="r" b="b"/>
              <a:pathLst>
                <a:path w="9424" h="9625" extrusionOk="0">
                  <a:moveTo>
                    <a:pt x="76" y="1487"/>
                  </a:moveTo>
                  <a:cubicBezTo>
                    <a:pt x="50" y="1500"/>
                    <a:pt x="26" y="1514"/>
                    <a:pt x="1" y="1530"/>
                  </a:cubicBezTo>
                  <a:lnTo>
                    <a:pt x="76" y="1487"/>
                  </a:lnTo>
                  <a:close/>
                  <a:moveTo>
                    <a:pt x="2888" y="0"/>
                  </a:moveTo>
                  <a:cubicBezTo>
                    <a:pt x="2714" y="0"/>
                    <a:pt x="2553" y="44"/>
                    <a:pt x="2409" y="136"/>
                  </a:cubicBezTo>
                  <a:lnTo>
                    <a:pt x="76" y="1487"/>
                  </a:lnTo>
                  <a:lnTo>
                    <a:pt x="76" y="1487"/>
                  </a:lnTo>
                  <a:cubicBezTo>
                    <a:pt x="252" y="1393"/>
                    <a:pt x="443" y="1349"/>
                    <a:pt x="644" y="1349"/>
                  </a:cubicBezTo>
                  <a:cubicBezTo>
                    <a:pt x="3163" y="1349"/>
                    <a:pt x="7245" y="8265"/>
                    <a:pt x="5073" y="9625"/>
                  </a:cubicBezTo>
                  <a:lnTo>
                    <a:pt x="7509" y="8241"/>
                  </a:lnTo>
                  <a:cubicBezTo>
                    <a:pt x="7541" y="8223"/>
                    <a:pt x="7568" y="8200"/>
                    <a:pt x="7593" y="8175"/>
                  </a:cubicBezTo>
                  <a:cubicBezTo>
                    <a:pt x="9424" y="6993"/>
                    <a:pt x="5102" y="0"/>
                    <a:pt x="2888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8"/>
            <p:cNvSpPr/>
            <p:nvPr/>
          </p:nvSpPr>
          <p:spPr>
            <a:xfrm>
              <a:off x="9260350" y="3262938"/>
              <a:ext cx="282850" cy="195825"/>
            </a:xfrm>
            <a:custGeom>
              <a:avLst/>
              <a:gdLst/>
              <a:ahLst/>
              <a:cxnLst/>
              <a:rect l="l" t="t" r="r" b="b"/>
              <a:pathLst>
                <a:path w="11314" h="7833" extrusionOk="0">
                  <a:moveTo>
                    <a:pt x="4197" y="1470"/>
                  </a:moveTo>
                  <a:cubicBezTo>
                    <a:pt x="4180" y="1477"/>
                    <a:pt x="4165" y="1486"/>
                    <a:pt x="4151" y="1497"/>
                  </a:cubicBezTo>
                  <a:lnTo>
                    <a:pt x="4197" y="1470"/>
                  </a:lnTo>
                  <a:close/>
                  <a:moveTo>
                    <a:pt x="74" y="3863"/>
                  </a:moveTo>
                  <a:cubicBezTo>
                    <a:pt x="50" y="3877"/>
                    <a:pt x="25" y="3891"/>
                    <a:pt x="1" y="3906"/>
                  </a:cubicBezTo>
                  <a:lnTo>
                    <a:pt x="74" y="3863"/>
                  </a:lnTo>
                  <a:close/>
                  <a:moveTo>
                    <a:pt x="6982" y="1"/>
                  </a:moveTo>
                  <a:cubicBezTo>
                    <a:pt x="6829" y="1"/>
                    <a:pt x="6697" y="32"/>
                    <a:pt x="6592" y="97"/>
                  </a:cubicBezTo>
                  <a:lnTo>
                    <a:pt x="4197" y="1470"/>
                  </a:lnTo>
                  <a:lnTo>
                    <a:pt x="4197" y="1470"/>
                  </a:lnTo>
                  <a:cubicBezTo>
                    <a:pt x="4205" y="1467"/>
                    <a:pt x="4214" y="1465"/>
                    <a:pt x="4223" y="1463"/>
                  </a:cubicBezTo>
                  <a:lnTo>
                    <a:pt x="4231" y="1460"/>
                  </a:lnTo>
                  <a:lnTo>
                    <a:pt x="4233" y="1460"/>
                  </a:lnTo>
                  <a:lnTo>
                    <a:pt x="2430" y="2502"/>
                  </a:lnTo>
                  <a:cubicBezTo>
                    <a:pt x="2424" y="2507"/>
                    <a:pt x="2415" y="2509"/>
                    <a:pt x="2409" y="2512"/>
                  </a:cubicBezTo>
                  <a:lnTo>
                    <a:pt x="74" y="3863"/>
                  </a:lnTo>
                  <a:lnTo>
                    <a:pt x="74" y="3863"/>
                  </a:lnTo>
                  <a:cubicBezTo>
                    <a:pt x="251" y="3769"/>
                    <a:pt x="442" y="3725"/>
                    <a:pt x="643" y="3725"/>
                  </a:cubicBezTo>
                  <a:cubicBezTo>
                    <a:pt x="2008" y="3725"/>
                    <a:pt x="3829" y="5755"/>
                    <a:pt x="4868" y="7832"/>
                  </a:cubicBezTo>
                  <a:lnTo>
                    <a:pt x="11314" y="4140"/>
                  </a:lnTo>
                  <a:cubicBezTo>
                    <a:pt x="11043" y="3520"/>
                    <a:pt x="10712" y="2930"/>
                    <a:pt x="10326" y="2377"/>
                  </a:cubicBezTo>
                  <a:cubicBezTo>
                    <a:pt x="9344" y="976"/>
                    <a:pt x="7839" y="1"/>
                    <a:pt x="69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7060137" y="4007600"/>
              <a:ext cx="1018225" cy="535600"/>
            </a:xfrm>
            <a:custGeom>
              <a:avLst/>
              <a:gdLst/>
              <a:ahLst/>
              <a:cxnLst/>
              <a:rect l="l" t="t" r="r" b="b"/>
              <a:pathLst>
                <a:path w="40729" h="21424" extrusionOk="0">
                  <a:moveTo>
                    <a:pt x="20367" y="0"/>
                  </a:moveTo>
                  <a:cubicBezTo>
                    <a:pt x="15619" y="0"/>
                    <a:pt x="10870" y="1046"/>
                    <a:pt x="7245" y="3138"/>
                  </a:cubicBezTo>
                  <a:cubicBezTo>
                    <a:pt x="1" y="7321"/>
                    <a:pt x="1" y="14103"/>
                    <a:pt x="7245" y="18287"/>
                  </a:cubicBezTo>
                  <a:cubicBezTo>
                    <a:pt x="10868" y="20378"/>
                    <a:pt x="15616" y="21424"/>
                    <a:pt x="20363" y="21424"/>
                  </a:cubicBezTo>
                  <a:cubicBezTo>
                    <a:pt x="25111" y="21424"/>
                    <a:pt x="29860" y="20378"/>
                    <a:pt x="33483" y="18287"/>
                  </a:cubicBezTo>
                  <a:cubicBezTo>
                    <a:pt x="40728" y="14103"/>
                    <a:pt x="40728" y="7321"/>
                    <a:pt x="33483" y="3138"/>
                  </a:cubicBezTo>
                  <a:cubicBezTo>
                    <a:pt x="29862" y="1046"/>
                    <a:pt x="25115" y="0"/>
                    <a:pt x="2036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7086662" y="3508900"/>
              <a:ext cx="965075" cy="919850"/>
            </a:xfrm>
            <a:custGeom>
              <a:avLst/>
              <a:gdLst/>
              <a:ahLst/>
              <a:cxnLst/>
              <a:rect l="l" t="t" r="r" b="b"/>
              <a:pathLst>
                <a:path w="38603" h="36794" extrusionOk="0">
                  <a:moveTo>
                    <a:pt x="19305" y="1"/>
                  </a:moveTo>
                  <a:cubicBezTo>
                    <a:pt x="15773" y="1"/>
                    <a:pt x="12240" y="718"/>
                    <a:pt x="9412" y="2151"/>
                  </a:cubicBezTo>
                  <a:lnTo>
                    <a:pt x="9412" y="2139"/>
                  </a:lnTo>
                  <a:cubicBezTo>
                    <a:pt x="6729" y="3484"/>
                    <a:pt x="1461" y="6688"/>
                    <a:pt x="713" y="13793"/>
                  </a:cubicBezTo>
                  <a:cubicBezTo>
                    <a:pt x="1" y="20551"/>
                    <a:pt x="3504" y="29964"/>
                    <a:pt x="9351" y="34044"/>
                  </a:cubicBezTo>
                  <a:cubicBezTo>
                    <a:pt x="9377" y="34064"/>
                    <a:pt x="9406" y="34083"/>
                    <a:pt x="9432" y="34101"/>
                  </a:cubicBezTo>
                  <a:cubicBezTo>
                    <a:pt x="9703" y="34288"/>
                    <a:pt x="9979" y="34467"/>
                    <a:pt x="10259" y="34631"/>
                  </a:cubicBezTo>
                  <a:cubicBezTo>
                    <a:pt x="12757" y="36073"/>
                    <a:pt x="16031" y="36793"/>
                    <a:pt x="19305" y="36793"/>
                  </a:cubicBezTo>
                  <a:cubicBezTo>
                    <a:pt x="22578" y="36793"/>
                    <a:pt x="25852" y="36073"/>
                    <a:pt x="28351" y="34631"/>
                  </a:cubicBezTo>
                  <a:cubicBezTo>
                    <a:pt x="28398" y="34602"/>
                    <a:pt x="28436" y="34574"/>
                    <a:pt x="28481" y="34547"/>
                  </a:cubicBezTo>
                  <a:cubicBezTo>
                    <a:pt x="28697" y="34418"/>
                    <a:pt x="28910" y="34281"/>
                    <a:pt x="29119" y="34139"/>
                  </a:cubicBezTo>
                  <a:cubicBezTo>
                    <a:pt x="29178" y="34098"/>
                    <a:pt x="29238" y="34058"/>
                    <a:pt x="29295" y="34017"/>
                  </a:cubicBezTo>
                  <a:cubicBezTo>
                    <a:pt x="35116" y="29921"/>
                    <a:pt x="38603" y="20536"/>
                    <a:pt x="37891" y="13793"/>
                  </a:cubicBezTo>
                  <a:cubicBezTo>
                    <a:pt x="37142" y="6690"/>
                    <a:pt x="31874" y="3484"/>
                    <a:pt x="29193" y="2139"/>
                  </a:cubicBezTo>
                  <a:lnTo>
                    <a:pt x="29193" y="2149"/>
                  </a:lnTo>
                  <a:cubicBezTo>
                    <a:pt x="26366" y="717"/>
                    <a:pt x="22835" y="1"/>
                    <a:pt x="19305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7465187" y="3670800"/>
              <a:ext cx="208200" cy="109550"/>
            </a:xfrm>
            <a:custGeom>
              <a:avLst/>
              <a:gdLst/>
              <a:ahLst/>
              <a:cxnLst/>
              <a:rect l="l" t="t" r="r" b="b"/>
              <a:pathLst>
                <a:path w="8328" h="4382" extrusionOk="0">
                  <a:moveTo>
                    <a:pt x="4163" y="0"/>
                  </a:moveTo>
                  <a:cubicBezTo>
                    <a:pt x="3193" y="0"/>
                    <a:pt x="2222" y="214"/>
                    <a:pt x="1481" y="642"/>
                  </a:cubicBezTo>
                  <a:cubicBezTo>
                    <a:pt x="1" y="1497"/>
                    <a:pt x="1" y="2884"/>
                    <a:pt x="1481" y="3739"/>
                  </a:cubicBezTo>
                  <a:cubicBezTo>
                    <a:pt x="2222" y="4167"/>
                    <a:pt x="3193" y="4381"/>
                    <a:pt x="4163" y="4381"/>
                  </a:cubicBezTo>
                  <a:cubicBezTo>
                    <a:pt x="5134" y="4381"/>
                    <a:pt x="6105" y="4167"/>
                    <a:pt x="6846" y="3739"/>
                  </a:cubicBezTo>
                  <a:cubicBezTo>
                    <a:pt x="8328" y="2882"/>
                    <a:pt x="8326" y="1497"/>
                    <a:pt x="6846" y="642"/>
                  </a:cubicBezTo>
                  <a:cubicBezTo>
                    <a:pt x="6105" y="214"/>
                    <a:pt x="5134" y="0"/>
                    <a:pt x="4163" y="0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7321912" y="3415000"/>
              <a:ext cx="338750" cy="323725"/>
            </a:xfrm>
            <a:custGeom>
              <a:avLst/>
              <a:gdLst/>
              <a:ahLst/>
              <a:cxnLst/>
              <a:rect l="l" t="t" r="r" b="b"/>
              <a:pathLst>
                <a:path w="13550" h="12949" extrusionOk="0">
                  <a:moveTo>
                    <a:pt x="2445" y="0"/>
                  </a:moveTo>
                  <a:cubicBezTo>
                    <a:pt x="2445" y="1"/>
                    <a:pt x="1" y="5895"/>
                    <a:pt x="2609" y="9387"/>
                  </a:cubicBezTo>
                  <a:cubicBezTo>
                    <a:pt x="5215" y="12879"/>
                    <a:pt x="9895" y="12949"/>
                    <a:pt x="9895" y="12949"/>
                  </a:cubicBezTo>
                  <a:cubicBezTo>
                    <a:pt x="9895" y="12949"/>
                    <a:pt x="13549" y="9034"/>
                    <a:pt x="10931" y="4832"/>
                  </a:cubicBezTo>
                  <a:cubicBezTo>
                    <a:pt x="8260" y="547"/>
                    <a:pt x="2445" y="0"/>
                    <a:pt x="244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7321962" y="3415000"/>
              <a:ext cx="247350" cy="323725"/>
            </a:xfrm>
            <a:custGeom>
              <a:avLst/>
              <a:gdLst/>
              <a:ahLst/>
              <a:cxnLst/>
              <a:rect l="l" t="t" r="r" b="b"/>
              <a:pathLst>
                <a:path w="9894" h="12949" extrusionOk="0">
                  <a:moveTo>
                    <a:pt x="2443" y="0"/>
                  </a:moveTo>
                  <a:cubicBezTo>
                    <a:pt x="2443" y="1"/>
                    <a:pt x="0" y="5895"/>
                    <a:pt x="2607" y="9387"/>
                  </a:cubicBezTo>
                  <a:cubicBezTo>
                    <a:pt x="5213" y="12879"/>
                    <a:pt x="9893" y="12949"/>
                    <a:pt x="9893" y="12949"/>
                  </a:cubicBezTo>
                  <a:cubicBezTo>
                    <a:pt x="9252" y="4960"/>
                    <a:pt x="2443" y="1"/>
                    <a:pt x="2443" y="0"/>
                  </a:cubicBezTo>
                  <a:close/>
                </a:path>
              </a:pathLst>
            </a:custGeom>
            <a:solidFill>
              <a:srgbClr val="1BBC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7565737" y="3415950"/>
              <a:ext cx="359975" cy="337850"/>
            </a:xfrm>
            <a:custGeom>
              <a:avLst/>
              <a:gdLst/>
              <a:ahLst/>
              <a:cxnLst/>
              <a:rect l="l" t="t" r="r" b="b"/>
              <a:pathLst>
                <a:path w="14399" h="13514" extrusionOk="0">
                  <a:moveTo>
                    <a:pt x="9651" y="1"/>
                  </a:moveTo>
                  <a:cubicBezTo>
                    <a:pt x="9651" y="1"/>
                    <a:pt x="7086" y="155"/>
                    <a:pt x="3544" y="3152"/>
                  </a:cubicBezTo>
                  <a:cubicBezTo>
                    <a:pt x="0" y="6149"/>
                    <a:pt x="142" y="12911"/>
                    <a:pt x="142" y="12911"/>
                  </a:cubicBezTo>
                  <a:cubicBezTo>
                    <a:pt x="142" y="12911"/>
                    <a:pt x="77" y="13421"/>
                    <a:pt x="737" y="13506"/>
                  </a:cubicBezTo>
                  <a:cubicBezTo>
                    <a:pt x="780" y="13511"/>
                    <a:pt x="820" y="13514"/>
                    <a:pt x="858" y="13514"/>
                  </a:cubicBezTo>
                  <a:cubicBezTo>
                    <a:pt x="1329" y="13514"/>
                    <a:pt x="1402" y="13120"/>
                    <a:pt x="1402" y="13120"/>
                  </a:cubicBezTo>
                  <a:cubicBezTo>
                    <a:pt x="1402" y="12380"/>
                    <a:pt x="2804" y="7356"/>
                    <a:pt x="5880" y="4864"/>
                  </a:cubicBezTo>
                  <a:cubicBezTo>
                    <a:pt x="8956" y="2373"/>
                    <a:pt x="13420" y="2176"/>
                    <a:pt x="13420" y="2176"/>
                  </a:cubicBezTo>
                  <a:cubicBezTo>
                    <a:pt x="14399" y="1917"/>
                    <a:pt x="11739" y="1"/>
                    <a:pt x="9651" y="1"/>
                  </a:cubicBezTo>
                  <a:close/>
                </a:path>
              </a:pathLst>
            </a:custGeom>
            <a:solidFill>
              <a:srgbClr val="A33D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8"/>
            <p:cNvSpPr/>
            <p:nvPr/>
          </p:nvSpPr>
          <p:spPr>
            <a:xfrm>
              <a:off x="7795837" y="3415950"/>
              <a:ext cx="129875" cy="54925"/>
            </a:xfrm>
            <a:custGeom>
              <a:avLst/>
              <a:gdLst/>
              <a:ahLst/>
              <a:cxnLst/>
              <a:rect l="l" t="t" r="r" b="b"/>
              <a:pathLst>
                <a:path w="5195" h="2197" extrusionOk="0">
                  <a:moveTo>
                    <a:pt x="447" y="1"/>
                  </a:moveTo>
                  <a:cubicBezTo>
                    <a:pt x="0" y="69"/>
                    <a:pt x="97" y="748"/>
                    <a:pt x="1327" y="1381"/>
                  </a:cubicBezTo>
                  <a:cubicBezTo>
                    <a:pt x="2466" y="1968"/>
                    <a:pt x="3080" y="2197"/>
                    <a:pt x="3796" y="2197"/>
                  </a:cubicBezTo>
                  <a:cubicBezTo>
                    <a:pt x="3869" y="2197"/>
                    <a:pt x="3943" y="2194"/>
                    <a:pt x="4019" y="2190"/>
                  </a:cubicBezTo>
                  <a:cubicBezTo>
                    <a:pt x="4147" y="2180"/>
                    <a:pt x="4216" y="2176"/>
                    <a:pt x="4216" y="2176"/>
                  </a:cubicBezTo>
                  <a:cubicBezTo>
                    <a:pt x="5195" y="1917"/>
                    <a:pt x="2535" y="1"/>
                    <a:pt x="447" y="1"/>
                  </a:cubicBezTo>
                  <a:close/>
                </a:path>
              </a:pathLst>
            </a:custGeom>
            <a:solidFill>
              <a:srgbClr val="822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" name="Google Shape;314;p28"/>
          <p:cNvSpPr txBox="1">
            <a:spLocks noGrp="1"/>
          </p:cNvSpPr>
          <p:nvPr>
            <p:ph type="ctrTitle"/>
          </p:nvPr>
        </p:nvSpPr>
        <p:spPr>
          <a:xfrm>
            <a:off x="554475" y="469471"/>
            <a:ext cx="4067100" cy="14736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d-ID" sz="2200" dirty="0"/>
              <a:t>RANCANG BANGUN APLIKASI</a:t>
            </a:r>
            <a:br>
              <a:rPr lang="en-US" sz="2200" dirty="0"/>
            </a:br>
            <a:r>
              <a:rPr lang="id-ID" sz="2200" dirty="0"/>
              <a:t>LINK-MATCH KAMPUS STT-NF MODUL DOSEN BERBASIS MOBILE MENGGUNAKAN FLUTTER</a:t>
            </a:r>
            <a:endParaRPr lang="en-ID" sz="2200" dirty="0"/>
          </a:p>
        </p:txBody>
      </p:sp>
      <p:sp>
        <p:nvSpPr>
          <p:cNvPr id="315" name="Google Shape;315;p28"/>
          <p:cNvSpPr txBox="1">
            <a:spLocks noGrp="1"/>
          </p:cNvSpPr>
          <p:nvPr>
            <p:ph type="subTitle" idx="1"/>
          </p:nvPr>
        </p:nvSpPr>
        <p:spPr>
          <a:xfrm>
            <a:off x="613941" y="2003490"/>
            <a:ext cx="3947708" cy="858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Ardith Lutfiawan (0110217068)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Teknik </a:t>
            </a:r>
            <a:r>
              <a:rPr lang="en-GB" dirty="0" err="1"/>
              <a:t>Informatika</a:t>
            </a:r>
            <a:r>
              <a:rPr lang="en-GB" dirty="0"/>
              <a:t> – STT </a:t>
            </a:r>
            <a:r>
              <a:rPr lang="en-GB" dirty="0" err="1"/>
              <a:t>Terpadu</a:t>
            </a:r>
            <a:r>
              <a:rPr lang="en-GB" dirty="0"/>
              <a:t> Nurul Fikri</a:t>
            </a:r>
          </a:p>
        </p:txBody>
      </p:sp>
      <p:sp>
        <p:nvSpPr>
          <p:cNvPr id="325" name="Google Shape;900;p37">
            <a:extLst>
              <a:ext uri="{FF2B5EF4-FFF2-40B4-BE49-F238E27FC236}">
                <a16:creationId xmlns:a16="http://schemas.microsoft.com/office/drawing/2014/main" id="{FDB8EA11-D5DF-4E31-87FC-3BD589B1B4F7}"/>
              </a:ext>
            </a:extLst>
          </p:cNvPr>
          <p:cNvSpPr txBox="1">
            <a:spLocks/>
          </p:cNvSpPr>
          <p:nvPr/>
        </p:nvSpPr>
        <p:spPr>
          <a:xfrm flipH="1">
            <a:off x="5021013" y="374180"/>
            <a:ext cx="2407449" cy="83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48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2400" dirty="0">
                <a:solidFill>
                  <a:srgbClr val="324788"/>
                </a:solidFill>
              </a:rPr>
              <a:t>PROPOSAL</a:t>
            </a:r>
          </a:p>
          <a:p>
            <a:pPr algn="l"/>
            <a:r>
              <a:rPr lang="en-GB" sz="2400" dirty="0">
                <a:solidFill>
                  <a:srgbClr val="324788"/>
                </a:solidFill>
              </a:rPr>
              <a:t>TUGAS AKHIR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8047B-BEA0-423C-90AD-0385E169C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01BDCE4-37FB-4811-B105-C02E5B4F567D}"/>
              </a:ext>
            </a:extLst>
          </p:cNvPr>
          <p:cNvGrpSpPr/>
          <p:nvPr/>
        </p:nvGrpSpPr>
        <p:grpSpPr>
          <a:xfrm>
            <a:off x="586807" y="3128500"/>
            <a:ext cx="4377882" cy="1650777"/>
            <a:chOff x="243274" y="3147310"/>
            <a:chExt cx="4377882" cy="1650777"/>
          </a:xfrm>
        </p:grpSpPr>
        <p:sp>
          <p:nvSpPr>
            <p:cNvPr id="4" name="TextShape 87">
              <a:extLst>
                <a:ext uri="{FF2B5EF4-FFF2-40B4-BE49-F238E27FC236}">
                  <a16:creationId xmlns:a16="http://schemas.microsoft.com/office/drawing/2014/main" id="{0808B95B-5F04-4D32-9D98-FD0DE3627888}"/>
                </a:ext>
              </a:extLst>
            </p:cNvPr>
            <p:cNvSpPr txBox="1"/>
            <p:nvPr/>
          </p:nvSpPr>
          <p:spPr>
            <a:xfrm>
              <a:off x="243274" y="3147310"/>
              <a:ext cx="4377882" cy="865396"/>
            </a:xfrm>
            <a:prstGeom prst="rect">
              <a:avLst/>
            </a:prstGeom>
            <a:noFill/>
            <a:ln>
              <a:noFill/>
            </a:ln>
          </p:spPr>
          <p:txBody>
            <a:bodyPr tIns="91440" bIns="91440"/>
            <a:lstStyle/>
            <a:p>
              <a:pPr>
                <a:lnSpc>
                  <a:spcPct val="150000"/>
                </a:lnSpc>
              </a:pP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Dosen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Pembimbing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sz="1400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	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Sirojul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Munir, 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S.Si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., 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M.Kom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</a:t>
              </a:r>
              <a:endParaRPr lang="en-US" sz="1400" i="1" strike="noStrike" spc="-1" dirty="0">
                <a:latin typeface="Arial"/>
              </a:endParaRPr>
            </a:p>
          </p:txBody>
        </p:sp>
        <p:sp>
          <p:nvSpPr>
            <p:cNvPr id="5" name="TextShape 87">
              <a:extLst>
                <a:ext uri="{FF2B5EF4-FFF2-40B4-BE49-F238E27FC236}">
                  <a16:creationId xmlns:a16="http://schemas.microsoft.com/office/drawing/2014/main" id="{0F71CB98-3E30-4408-A79B-D345D7E77A51}"/>
                </a:ext>
              </a:extLst>
            </p:cNvPr>
            <p:cNvSpPr txBox="1"/>
            <p:nvPr/>
          </p:nvSpPr>
          <p:spPr>
            <a:xfrm>
              <a:off x="243274" y="3932691"/>
              <a:ext cx="4377882" cy="865396"/>
            </a:xfrm>
            <a:prstGeom prst="rect">
              <a:avLst/>
            </a:prstGeom>
            <a:noFill/>
            <a:ln>
              <a:noFill/>
            </a:ln>
          </p:spPr>
          <p:txBody>
            <a:bodyPr tIns="91440" bIns="91440"/>
            <a:lstStyle/>
            <a:p>
              <a:pPr>
                <a:lnSpc>
                  <a:spcPct val="150000"/>
                </a:lnSpc>
              </a:pP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Dosen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Penguji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sz="1400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	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Hilmy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Abidzar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Tawakal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, ST.,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M.Kom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</a:t>
              </a:r>
              <a:endParaRPr lang="en-US" sz="1400" i="1" strike="noStrike" spc="-1" dirty="0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30"/>
          <p:cNvCxnSpPr/>
          <p:nvPr/>
        </p:nvCxnSpPr>
        <p:spPr>
          <a:xfrm>
            <a:off x="4030125" y="2118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" name="Google Shape;327;p30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328" name="Google Shape;328;p30"/>
          <p:cNvSpPr txBox="1">
            <a:spLocks noGrp="1"/>
          </p:cNvSpPr>
          <p:nvPr>
            <p:ph type="ctrTitle" idx="2"/>
          </p:nvPr>
        </p:nvSpPr>
        <p:spPr>
          <a:xfrm flipH="1">
            <a:off x="673861" y="1834172"/>
            <a:ext cx="2652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LATAR BELAKANG</a:t>
            </a:r>
            <a:endParaRPr dirty="0"/>
          </a:p>
        </p:txBody>
      </p:sp>
      <p:sp>
        <p:nvSpPr>
          <p:cNvPr id="330" name="Google Shape;330;p30"/>
          <p:cNvSpPr txBox="1">
            <a:spLocks noGrp="1"/>
          </p:cNvSpPr>
          <p:nvPr>
            <p:ph type="title" idx="3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331" name="Google Shape;331;p30"/>
          <p:cNvSpPr txBox="1">
            <a:spLocks noGrp="1"/>
          </p:cNvSpPr>
          <p:nvPr>
            <p:ph type="ctrTitle" idx="4"/>
          </p:nvPr>
        </p:nvSpPr>
        <p:spPr>
          <a:xfrm flipH="1">
            <a:off x="5806474" y="2320729"/>
            <a:ext cx="3147025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IDENTIFIKASI MASALAH</a:t>
            </a:r>
            <a:endParaRPr dirty="0"/>
          </a:p>
        </p:txBody>
      </p:sp>
      <p:sp>
        <p:nvSpPr>
          <p:cNvPr id="333" name="Google Shape;333;p30"/>
          <p:cNvSpPr txBox="1">
            <a:spLocks noGrp="1"/>
          </p:cNvSpPr>
          <p:nvPr>
            <p:ph type="ctrTitle" idx="7"/>
          </p:nvPr>
        </p:nvSpPr>
        <p:spPr>
          <a:xfrm flipH="1">
            <a:off x="440369" y="2777400"/>
            <a:ext cx="2959378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 algn="l">
              <a:lnSpc>
                <a:spcPct val="115000"/>
              </a:lnSpc>
              <a:buSzPts val="1200"/>
            </a:pPr>
            <a:r>
              <a:rPr lang="en-GB" dirty="0"/>
              <a:t>TUJUAN PENELITIAN</a:t>
            </a:r>
          </a:p>
        </p:txBody>
      </p:sp>
      <p:sp>
        <p:nvSpPr>
          <p:cNvPr id="335" name="Google Shape;335;p30"/>
          <p:cNvSpPr txBox="1">
            <a:spLocks noGrp="1"/>
          </p:cNvSpPr>
          <p:nvPr>
            <p:ph type="title" idx="9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336" name="Google Shape;336;p30"/>
          <p:cNvSpPr txBox="1">
            <a:spLocks noGrp="1"/>
          </p:cNvSpPr>
          <p:nvPr>
            <p:ph type="ctrTitle" idx="13"/>
          </p:nvPr>
        </p:nvSpPr>
        <p:spPr>
          <a:xfrm flipH="1">
            <a:off x="5649880" y="3338118"/>
            <a:ext cx="330362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BATASAN PENELITIAN</a:t>
            </a:r>
          </a:p>
        </p:txBody>
      </p:sp>
      <p:sp>
        <p:nvSpPr>
          <p:cNvPr id="338" name="Google Shape;338;p30"/>
          <p:cNvSpPr txBox="1">
            <a:spLocks noGrp="1"/>
          </p:cNvSpPr>
          <p:nvPr>
            <p:ph type="ctrTitle" idx="16"/>
          </p:nvPr>
        </p:nvSpPr>
        <p:spPr>
          <a:xfrm flipH="1">
            <a:off x="376491" y="3710422"/>
            <a:ext cx="2923934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PENELITIAN TERKAIT</a:t>
            </a:r>
            <a:endParaRPr dirty="0"/>
          </a:p>
        </p:txBody>
      </p:sp>
      <p:sp>
        <p:nvSpPr>
          <p:cNvPr id="340" name="Google Shape;340;p30"/>
          <p:cNvSpPr txBox="1">
            <a:spLocks noGrp="1"/>
          </p:cNvSpPr>
          <p:nvPr>
            <p:ph type="title" idx="18"/>
          </p:nvPr>
        </p:nvSpPr>
        <p:spPr>
          <a:xfrm>
            <a:off x="3251519" y="3710422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 </a:t>
            </a:r>
            <a:endParaRPr/>
          </a:p>
        </p:txBody>
      </p:sp>
      <p:sp>
        <p:nvSpPr>
          <p:cNvPr id="341" name="Google Shape;341;p30"/>
          <p:cNvSpPr txBox="1">
            <a:spLocks noGrp="1"/>
          </p:cNvSpPr>
          <p:nvPr>
            <p:ph type="title" idx="6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342" name="Google Shape;342;p30"/>
          <p:cNvSpPr txBox="1">
            <a:spLocks noGrp="1"/>
          </p:cNvSpPr>
          <p:nvPr>
            <p:ph type="title" idx="15"/>
          </p:nvPr>
        </p:nvSpPr>
        <p:spPr>
          <a:xfrm>
            <a:off x="4852249" y="3318626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/>
          </a:p>
        </p:txBody>
      </p:sp>
      <p:cxnSp>
        <p:nvCxnSpPr>
          <p:cNvPr id="343" name="Google Shape;343;p30"/>
          <p:cNvCxnSpPr/>
          <p:nvPr/>
        </p:nvCxnSpPr>
        <p:spPr>
          <a:xfrm>
            <a:off x="4030125" y="3066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30"/>
          <p:cNvCxnSpPr/>
          <p:nvPr/>
        </p:nvCxnSpPr>
        <p:spPr>
          <a:xfrm>
            <a:off x="4030125" y="399932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30"/>
          <p:cNvCxnSpPr/>
          <p:nvPr/>
        </p:nvCxnSpPr>
        <p:spPr>
          <a:xfrm>
            <a:off x="4482925" y="260917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0"/>
          <p:cNvCxnSpPr/>
          <p:nvPr/>
        </p:nvCxnSpPr>
        <p:spPr>
          <a:xfrm>
            <a:off x="4482925" y="353132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0"/>
          <p:cNvGrpSpPr/>
          <p:nvPr/>
        </p:nvGrpSpPr>
        <p:grpSpPr>
          <a:xfrm>
            <a:off x="4182162" y="1440613"/>
            <a:ext cx="692687" cy="3251368"/>
            <a:chOff x="2603475" y="2442675"/>
            <a:chExt cx="217375" cy="1020325"/>
          </a:xfrm>
        </p:grpSpPr>
        <p:sp>
          <p:nvSpPr>
            <p:cNvPr id="348" name="Google Shape;348;p30"/>
            <p:cNvSpPr/>
            <p:nvPr/>
          </p:nvSpPr>
          <p:spPr>
            <a:xfrm>
              <a:off x="2603475" y="3337500"/>
              <a:ext cx="217375" cy="125500"/>
            </a:xfrm>
            <a:custGeom>
              <a:avLst/>
              <a:gdLst/>
              <a:ahLst/>
              <a:cxnLst/>
              <a:rect l="l" t="t" r="r" b="b"/>
              <a:pathLst>
                <a:path w="8695" h="5020" extrusionOk="0">
                  <a:moveTo>
                    <a:pt x="4347" y="0"/>
                  </a:moveTo>
                  <a:cubicBezTo>
                    <a:pt x="1947" y="0"/>
                    <a:pt x="0" y="1125"/>
                    <a:pt x="0" y="2510"/>
                  </a:cubicBezTo>
                  <a:cubicBezTo>
                    <a:pt x="0" y="3897"/>
                    <a:pt x="1947" y="5020"/>
                    <a:pt x="4347" y="5020"/>
                  </a:cubicBezTo>
                  <a:cubicBezTo>
                    <a:pt x="6748" y="5020"/>
                    <a:pt x="8694" y="3897"/>
                    <a:pt x="8694" y="2510"/>
                  </a:cubicBezTo>
                  <a:cubicBezTo>
                    <a:pt x="8694" y="1125"/>
                    <a:pt x="6748" y="0"/>
                    <a:pt x="43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49" y="0"/>
                  </a:moveTo>
                  <a:lnTo>
                    <a:pt x="5249" y="0"/>
                  </a:lnTo>
                  <a:cubicBezTo>
                    <a:pt x="5308" y="244"/>
                    <a:pt x="5175" y="498"/>
                    <a:pt x="4851" y="686"/>
                  </a:cubicBezTo>
                  <a:cubicBezTo>
                    <a:pt x="4577" y="844"/>
                    <a:pt x="4218" y="924"/>
                    <a:pt x="3859" y="924"/>
                  </a:cubicBezTo>
                  <a:cubicBezTo>
                    <a:pt x="3500" y="924"/>
                    <a:pt x="3140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50" y="0"/>
                  </a:moveTo>
                  <a:lnTo>
                    <a:pt x="5250" y="0"/>
                  </a:lnTo>
                  <a:cubicBezTo>
                    <a:pt x="5308" y="244"/>
                    <a:pt x="5175" y="498"/>
                    <a:pt x="4852" y="686"/>
                  </a:cubicBezTo>
                  <a:cubicBezTo>
                    <a:pt x="4789" y="722"/>
                    <a:pt x="4723" y="753"/>
                    <a:pt x="4655" y="780"/>
                  </a:cubicBezTo>
                  <a:cubicBezTo>
                    <a:pt x="4417" y="875"/>
                    <a:pt x="4138" y="923"/>
                    <a:pt x="3859" y="923"/>
                  </a:cubicBezTo>
                  <a:cubicBezTo>
                    <a:pt x="3500" y="923"/>
                    <a:pt x="3141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2712150" y="2442700"/>
              <a:ext cx="96500" cy="256350"/>
            </a:xfrm>
            <a:custGeom>
              <a:avLst/>
              <a:gdLst/>
              <a:ahLst/>
              <a:cxnLst/>
              <a:rect l="l" t="t" r="r" b="b"/>
              <a:pathLst>
                <a:path w="3860" h="10254" extrusionOk="0">
                  <a:moveTo>
                    <a:pt x="7" y="0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84" y="16"/>
                    <a:pt x="422" y="1593"/>
                    <a:pt x="797" y="3471"/>
                  </a:cubicBezTo>
                  <a:cubicBezTo>
                    <a:pt x="1351" y="6247"/>
                    <a:pt x="1985" y="9680"/>
                    <a:pt x="1985" y="9680"/>
                  </a:cubicBezTo>
                  <a:lnTo>
                    <a:pt x="1985" y="10253"/>
                  </a:lnTo>
                  <a:lnTo>
                    <a:pt x="3860" y="10253"/>
                  </a:lnTo>
                  <a:lnTo>
                    <a:pt x="3860" y="8598"/>
                  </a:lnTo>
                  <a:lnTo>
                    <a:pt x="1391" y="2691"/>
                  </a:lnTo>
                  <a:cubicBezTo>
                    <a:pt x="1391" y="2690"/>
                    <a:pt x="1390" y="2689"/>
                    <a:pt x="1390" y="2686"/>
                  </a:cubicBezTo>
                  <a:lnTo>
                    <a:pt x="1322" y="2529"/>
                  </a:lnTo>
                  <a:lnTo>
                    <a:pt x="367" y="243"/>
                  </a:lnTo>
                  <a:cubicBezTo>
                    <a:pt x="307" y="96"/>
                    <a:pt x="165" y="0"/>
                    <a:pt x="7" y="0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2615625" y="3257800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2615625" y="3214825"/>
              <a:ext cx="50" cy="3175"/>
            </a:xfrm>
            <a:custGeom>
              <a:avLst/>
              <a:gdLst/>
              <a:ahLst/>
              <a:cxnLst/>
              <a:rect l="l" t="t" r="r" b="b"/>
              <a:pathLst>
                <a:path w="2" h="127" extrusionOk="0">
                  <a:moveTo>
                    <a:pt x="2" y="0"/>
                  </a:moveTo>
                  <a:cubicBezTo>
                    <a:pt x="1" y="42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2615625" y="317182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1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2615625" y="312887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1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2808625" y="2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2614950" y="3259400"/>
              <a:ext cx="193700" cy="175925"/>
            </a:xfrm>
            <a:custGeom>
              <a:avLst/>
              <a:gdLst/>
              <a:ahLst/>
              <a:cxnLst/>
              <a:rect l="l" t="t" r="r" b="b"/>
              <a:pathLst>
                <a:path w="7748" h="7037" extrusionOk="0">
                  <a:moveTo>
                    <a:pt x="7748" y="0"/>
                  </a:moveTo>
                  <a:cubicBezTo>
                    <a:pt x="7748" y="570"/>
                    <a:pt x="7371" y="1141"/>
                    <a:pt x="6617" y="1576"/>
                  </a:cubicBezTo>
                  <a:cubicBezTo>
                    <a:pt x="5864" y="2011"/>
                    <a:pt x="4876" y="2229"/>
                    <a:pt x="3888" y="2229"/>
                  </a:cubicBezTo>
                  <a:cubicBezTo>
                    <a:pt x="2900" y="2229"/>
                    <a:pt x="1911" y="2011"/>
                    <a:pt x="1157" y="1576"/>
                  </a:cubicBezTo>
                  <a:cubicBezTo>
                    <a:pt x="431" y="1156"/>
                    <a:pt x="57" y="612"/>
                    <a:pt x="29" y="63"/>
                  </a:cubicBezTo>
                  <a:lnTo>
                    <a:pt x="29" y="4745"/>
                  </a:lnTo>
                  <a:cubicBezTo>
                    <a:pt x="0" y="5336"/>
                    <a:pt x="376" y="5932"/>
                    <a:pt x="1157" y="6383"/>
                  </a:cubicBezTo>
                  <a:cubicBezTo>
                    <a:pt x="1911" y="6819"/>
                    <a:pt x="2899" y="7037"/>
                    <a:pt x="3887" y="7037"/>
                  </a:cubicBezTo>
                  <a:cubicBezTo>
                    <a:pt x="4875" y="7037"/>
                    <a:pt x="5863" y="6819"/>
                    <a:pt x="6617" y="6383"/>
                  </a:cubicBezTo>
                  <a:cubicBezTo>
                    <a:pt x="7371" y="5949"/>
                    <a:pt x="7748" y="5378"/>
                    <a:pt x="7748" y="4808"/>
                  </a:cubicBezTo>
                  <a:lnTo>
                    <a:pt x="7748" y="0"/>
                  </a:ln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2615650" y="3216400"/>
              <a:ext cx="193000" cy="98725"/>
            </a:xfrm>
            <a:custGeom>
              <a:avLst/>
              <a:gdLst/>
              <a:ahLst/>
              <a:cxnLst/>
              <a:rect l="l" t="t" r="r" b="b"/>
              <a:pathLst>
                <a:path w="7720" h="3949" extrusionOk="0">
                  <a:moveTo>
                    <a:pt x="7720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1"/>
                    <a:pt x="6956" y="1364"/>
                    <a:pt x="6589" y="1577"/>
                  </a:cubicBezTo>
                  <a:cubicBezTo>
                    <a:pt x="5836" y="2012"/>
                    <a:pt x="4848" y="2229"/>
                    <a:pt x="3860" y="2229"/>
                  </a:cubicBezTo>
                  <a:cubicBezTo>
                    <a:pt x="2872" y="2229"/>
                    <a:pt x="1883" y="2012"/>
                    <a:pt x="1129" y="1577"/>
                  </a:cubicBezTo>
                  <a:cubicBezTo>
                    <a:pt x="762" y="1366"/>
                    <a:pt x="485" y="1121"/>
                    <a:pt x="297" y="860"/>
                  </a:cubicBezTo>
                  <a:cubicBezTo>
                    <a:pt x="113" y="605"/>
                    <a:pt x="14" y="335"/>
                    <a:pt x="1" y="64"/>
                  </a:cubicBezTo>
                  <a:lnTo>
                    <a:pt x="1" y="1783"/>
                  </a:lnTo>
                  <a:cubicBezTo>
                    <a:pt x="28" y="2332"/>
                    <a:pt x="403" y="2876"/>
                    <a:pt x="1129" y="3296"/>
                  </a:cubicBezTo>
                  <a:cubicBezTo>
                    <a:pt x="1883" y="3731"/>
                    <a:pt x="2871" y="3949"/>
                    <a:pt x="3859" y="3949"/>
                  </a:cubicBezTo>
                  <a:cubicBezTo>
                    <a:pt x="4847" y="3949"/>
                    <a:pt x="5835" y="3731"/>
                    <a:pt x="6589" y="3296"/>
                  </a:cubicBezTo>
                  <a:cubicBezTo>
                    <a:pt x="7343" y="2861"/>
                    <a:pt x="7720" y="2290"/>
                    <a:pt x="7720" y="1720"/>
                  </a:cubicBezTo>
                  <a:lnTo>
                    <a:pt x="7720" y="1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2615650" y="3173425"/>
              <a:ext cx="193025" cy="98725"/>
            </a:xfrm>
            <a:custGeom>
              <a:avLst/>
              <a:gdLst/>
              <a:ahLst/>
              <a:cxnLst/>
              <a:rect l="l" t="t" r="r" b="b"/>
              <a:pathLst>
                <a:path w="7721" h="3949" extrusionOk="0">
                  <a:moveTo>
                    <a:pt x="7721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9"/>
                    <a:pt x="3860" y="2229"/>
                  </a:cubicBezTo>
                  <a:cubicBezTo>
                    <a:pt x="2988" y="2229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5"/>
                    <a:pt x="486" y="1120"/>
                    <a:pt x="298" y="860"/>
                  </a:cubicBezTo>
                  <a:cubicBezTo>
                    <a:pt x="113" y="605"/>
                    <a:pt x="14" y="335"/>
                    <a:pt x="1" y="63"/>
                  </a:cubicBezTo>
                  <a:lnTo>
                    <a:pt x="1" y="1783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40"/>
                    <a:pt x="762" y="3083"/>
                    <a:pt x="1129" y="3296"/>
                  </a:cubicBezTo>
                  <a:cubicBezTo>
                    <a:pt x="1883" y="3731"/>
                    <a:pt x="2871" y="3948"/>
                    <a:pt x="3859" y="3948"/>
                  </a:cubicBezTo>
                  <a:cubicBezTo>
                    <a:pt x="4847" y="3948"/>
                    <a:pt x="5835" y="3731"/>
                    <a:pt x="6589" y="3296"/>
                  </a:cubicBezTo>
                  <a:cubicBezTo>
                    <a:pt x="6957" y="3085"/>
                    <a:pt x="7233" y="2840"/>
                    <a:pt x="7422" y="2579"/>
                  </a:cubicBezTo>
                  <a:cubicBezTo>
                    <a:pt x="7621" y="2305"/>
                    <a:pt x="7721" y="2012"/>
                    <a:pt x="7721" y="1720"/>
                  </a:cubicBezTo>
                  <a:lnTo>
                    <a:pt x="7721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2615650" y="3130450"/>
              <a:ext cx="193000" cy="98700"/>
            </a:xfrm>
            <a:custGeom>
              <a:avLst/>
              <a:gdLst/>
              <a:ahLst/>
              <a:cxnLst/>
              <a:rect l="l" t="t" r="r" b="b"/>
              <a:pathLst>
                <a:path w="7720" h="3948" extrusionOk="0">
                  <a:moveTo>
                    <a:pt x="7720" y="0"/>
                  </a:moveTo>
                  <a:cubicBezTo>
                    <a:pt x="7720" y="292"/>
                    <a:pt x="7620" y="585"/>
                    <a:pt x="7422" y="859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8"/>
                    <a:pt x="3860" y="2228"/>
                  </a:cubicBezTo>
                  <a:cubicBezTo>
                    <a:pt x="2988" y="2228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4"/>
                    <a:pt x="486" y="1120"/>
                    <a:pt x="298" y="859"/>
                  </a:cubicBezTo>
                  <a:cubicBezTo>
                    <a:pt x="113" y="605"/>
                    <a:pt x="14" y="334"/>
                    <a:pt x="1" y="63"/>
                  </a:cubicBezTo>
                  <a:lnTo>
                    <a:pt x="1" y="1782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39"/>
                    <a:pt x="762" y="3083"/>
                    <a:pt x="1129" y="3295"/>
                  </a:cubicBezTo>
                  <a:cubicBezTo>
                    <a:pt x="1218" y="3346"/>
                    <a:pt x="1310" y="3393"/>
                    <a:pt x="1404" y="3439"/>
                  </a:cubicBezTo>
                  <a:cubicBezTo>
                    <a:pt x="2116" y="3778"/>
                    <a:pt x="2988" y="3948"/>
                    <a:pt x="3860" y="3948"/>
                  </a:cubicBezTo>
                  <a:cubicBezTo>
                    <a:pt x="4732" y="3948"/>
                    <a:pt x="5604" y="3778"/>
                    <a:pt x="6315" y="3439"/>
                  </a:cubicBezTo>
                  <a:cubicBezTo>
                    <a:pt x="6409" y="3393"/>
                    <a:pt x="6501" y="3346"/>
                    <a:pt x="6589" y="3295"/>
                  </a:cubicBezTo>
                  <a:cubicBezTo>
                    <a:pt x="6956" y="3084"/>
                    <a:pt x="7233" y="2839"/>
                    <a:pt x="7422" y="2579"/>
                  </a:cubicBezTo>
                  <a:cubicBezTo>
                    <a:pt x="7620" y="2305"/>
                    <a:pt x="7720" y="2012"/>
                    <a:pt x="7720" y="1720"/>
                  </a:cubicBezTo>
                  <a:lnTo>
                    <a:pt x="772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2615650" y="2659200"/>
              <a:ext cx="64350" cy="523825"/>
            </a:xfrm>
            <a:custGeom>
              <a:avLst/>
              <a:gdLst/>
              <a:ahLst/>
              <a:cxnLst/>
              <a:rect l="l" t="t" r="r" b="b"/>
              <a:pathLst>
                <a:path w="2574" h="20953" extrusionOk="0">
                  <a:moveTo>
                    <a:pt x="1" y="0"/>
                  </a:moveTo>
                  <a:lnTo>
                    <a:pt x="1" y="18914"/>
                  </a:lnTo>
                  <a:cubicBezTo>
                    <a:pt x="14" y="19186"/>
                    <a:pt x="113" y="19456"/>
                    <a:pt x="298" y="19710"/>
                  </a:cubicBezTo>
                  <a:cubicBezTo>
                    <a:pt x="486" y="19971"/>
                    <a:pt x="762" y="20215"/>
                    <a:pt x="1129" y="20427"/>
                  </a:cubicBezTo>
                  <a:cubicBezTo>
                    <a:pt x="1218" y="20478"/>
                    <a:pt x="1310" y="20525"/>
                    <a:pt x="1404" y="20570"/>
                  </a:cubicBezTo>
                  <a:cubicBezTo>
                    <a:pt x="1760" y="20740"/>
                    <a:pt x="2157" y="20868"/>
                    <a:pt x="2573" y="20952"/>
                  </a:cubicBezTo>
                  <a:lnTo>
                    <a:pt x="1875" y="1021"/>
                  </a:lnTo>
                  <a:cubicBezTo>
                    <a:pt x="1875" y="1021"/>
                    <a:pt x="1649" y="1148"/>
                    <a:pt x="1355" y="1148"/>
                  </a:cubicBezTo>
                  <a:cubicBezTo>
                    <a:pt x="1208" y="1148"/>
                    <a:pt x="1043" y="1116"/>
                    <a:pt x="881" y="1020"/>
                  </a:cubicBezTo>
                  <a:cubicBezTo>
                    <a:pt x="230" y="634"/>
                    <a:pt x="5" y="55"/>
                    <a:pt x="1" y="0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2744275" y="2657625"/>
              <a:ext cx="64375" cy="525350"/>
            </a:xfrm>
            <a:custGeom>
              <a:avLst/>
              <a:gdLst/>
              <a:ahLst/>
              <a:cxnLst/>
              <a:rect l="l" t="t" r="r" b="b"/>
              <a:pathLst>
                <a:path w="2575" h="21014" extrusionOk="0">
                  <a:moveTo>
                    <a:pt x="2575" y="1"/>
                  </a:moveTo>
                  <a:cubicBezTo>
                    <a:pt x="2575" y="75"/>
                    <a:pt x="2347" y="703"/>
                    <a:pt x="1693" y="1083"/>
                  </a:cubicBezTo>
                  <a:cubicBezTo>
                    <a:pt x="1528" y="1179"/>
                    <a:pt x="1363" y="1211"/>
                    <a:pt x="1216" y="1211"/>
                  </a:cubicBezTo>
                  <a:cubicBezTo>
                    <a:pt x="922" y="1211"/>
                    <a:pt x="700" y="1083"/>
                    <a:pt x="700" y="1083"/>
                  </a:cubicBezTo>
                  <a:lnTo>
                    <a:pt x="1" y="21014"/>
                  </a:lnTo>
                  <a:cubicBezTo>
                    <a:pt x="417" y="20929"/>
                    <a:pt x="814" y="20801"/>
                    <a:pt x="1169" y="20633"/>
                  </a:cubicBezTo>
                  <a:cubicBezTo>
                    <a:pt x="1264" y="20587"/>
                    <a:pt x="1356" y="20540"/>
                    <a:pt x="1444" y="20489"/>
                  </a:cubicBezTo>
                  <a:cubicBezTo>
                    <a:pt x="1811" y="20277"/>
                    <a:pt x="2088" y="20033"/>
                    <a:pt x="2277" y="19772"/>
                  </a:cubicBezTo>
                  <a:cubicBezTo>
                    <a:pt x="2475" y="19498"/>
                    <a:pt x="2575" y="19205"/>
                    <a:pt x="2575" y="18913"/>
                  </a:cubicBezTo>
                  <a:lnTo>
                    <a:pt x="2575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2662500" y="2684675"/>
              <a:ext cx="99275" cy="501475"/>
            </a:xfrm>
            <a:custGeom>
              <a:avLst/>
              <a:gdLst/>
              <a:ahLst/>
              <a:cxnLst/>
              <a:rect l="l" t="t" r="r" b="b"/>
              <a:pathLst>
                <a:path w="3971" h="20059" extrusionOk="0">
                  <a:moveTo>
                    <a:pt x="1" y="1"/>
                  </a:moveTo>
                  <a:lnTo>
                    <a:pt x="1" y="19740"/>
                  </a:lnTo>
                  <a:cubicBezTo>
                    <a:pt x="229" y="19820"/>
                    <a:pt x="463" y="19884"/>
                    <a:pt x="699" y="19932"/>
                  </a:cubicBezTo>
                  <a:cubicBezTo>
                    <a:pt x="1117" y="20016"/>
                    <a:pt x="1542" y="20059"/>
                    <a:pt x="1968" y="20059"/>
                  </a:cubicBezTo>
                  <a:cubicBezTo>
                    <a:pt x="1974" y="20059"/>
                    <a:pt x="1980" y="20059"/>
                    <a:pt x="1986" y="20059"/>
                  </a:cubicBezTo>
                  <a:cubicBezTo>
                    <a:pt x="1992" y="20059"/>
                    <a:pt x="1998" y="20059"/>
                    <a:pt x="2004" y="20059"/>
                  </a:cubicBezTo>
                  <a:cubicBezTo>
                    <a:pt x="2430" y="20059"/>
                    <a:pt x="2854" y="20016"/>
                    <a:pt x="3273" y="19932"/>
                  </a:cubicBezTo>
                  <a:cubicBezTo>
                    <a:pt x="3510" y="19884"/>
                    <a:pt x="3743" y="19820"/>
                    <a:pt x="3971" y="19740"/>
                  </a:cubicBezTo>
                  <a:lnTo>
                    <a:pt x="3971" y="1"/>
                  </a:lnTo>
                  <a:cubicBezTo>
                    <a:pt x="3480" y="856"/>
                    <a:pt x="1983" y="861"/>
                    <a:pt x="1983" y="861"/>
                  </a:cubicBezTo>
                  <a:cubicBezTo>
                    <a:pt x="1983" y="861"/>
                    <a:pt x="1983" y="861"/>
                    <a:pt x="1983" y="861"/>
                  </a:cubicBezTo>
                  <a:cubicBezTo>
                    <a:pt x="1967" y="861"/>
                    <a:pt x="483" y="859"/>
                    <a:pt x="1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2676300" y="2442675"/>
              <a:ext cx="72125" cy="90375"/>
            </a:xfrm>
            <a:custGeom>
              <a:avLst/>
              <a:gdLst/>
              <a:ahLst/>
              <a:cxnLst/>
              <a:rect l="l" t="t" r="r" b="b"/>
              <a:pathLst>
                <a:path w="2885" h="3615" extrusionOk="0">
                  <a:moveTo>
                    <a:pt x="1438" y="0"/>
                  </a:moveTo>
                  <a:cubicBezTo>
                    <a:pt x="1437" y="0"/>
                    <a:pt x="1436" y="0"/>
                    <a:pt x="1435" y="0"/>
                  </a:cubicBezTo>
                  <a:lnTo>
                    <a:pt x="1434" y="0"/>
                  </a:lnTo>
                  <a:cubicBezTo>
                    <a:pt x="1433" y="0"/>
                    <a:pt x="1432" y="0"/>
                    <a:pt x="1431" y="0"/>
                  </a:cubicBezTo>
                  <a:cubicBezTo>
                    <a:pt x="1271" y="0"/>
                    <a:pt x="1127" y="96"/>
                    <a:pt x="1068" y="245"/>
                  </a:cubicBezTo>
                  <a:lnTo>
                    <a:pt x="128" y="2508"/>
                  </a:lnTo>
                  <a:lnTo>
                    <a:pt x="34" y="2733"/>
                  </a:lnTo>
                  <a:cubicBezTo>
                    <a:pt x="0" y="2964"/>
                    <a:pt x="137" y="3201"/>
                    <a:pt x="442" y="3378"/>
                  </a:cubicBezTo>
                  <a:cubicBezTo>
                    <a:pt x="716" y="3536"/>
                    <a:pt x="1075" y="3615"/>
                    <a:pt x="1434" y="3615"/>
                  </a:cubicBezTo>
                  <a:cubicBezTo>
                    <a:pt x="1713" y="3615"/>
                    <a:pt x="1992" y="3567"/>
                    <a:pt x="2230" y="3472"/>
                  </a:cubicBezTo>
                  <a:cubicBezTo>
                    <a:pt x="2299" y="3445"/>
                    <a:pt x="2364" y="3414"/>
                    <a:pt x="2427" y="3378"/>
                  </a:cubicBezTo>
                  <a:cubicBezTo>
                    <a:pt x="2750" y="3190"/>
                    <a:pt x="2884" y="2935"/>
                    <a:pt x="2825" y="2691"/>
                  </a:cubicBezTo>
                  <a:cubicBezTo>
                    <a:pt x="2825" y="2690"/>
                    <a:pt x="2824" y="2689"/>
                    <a:pt x="2824" y="2687"/>
                  </a:cubicBezTo>
                  <a:lnTo>
                    <a:pt x="2756" y="2530"/>
                  </a:lnTo>
                  <a:lnTo>
                    <a:pt x="1801" y="244"/>
                  </a:lnTo>
                  <a:cubicBezTo>
                    <a:pt x="1741" y="96"/>
                    <a:pt x="1597" y="0"/>
                    <a:pt x="1438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2677175" y="2505350"/>
              <a:ext cx="2375" cy="5675"/>
            </a:xfrm>
            <a:custGeom>
              <a:avLst/>
              <a:gdLst/>
              <a:ahLst/>
              <a:cxnLst/>
              <a:rect l="l" t="t" r="r" b="b"/>
              <a:pathLst>
                <a:path w="95" h="227" extrusionOk="0">
                  <a:moveTo>
                    <a:pt x="94" y="1"/>
                  </a:moveTo>
                  <a:cubicBezTo>
                    <a:pt x="46" y="68"/>
                    <a:pt x="14" y="145"/>
                    <a:pt x="0" y="226"/>
                  </a:cubicBezTo>
                  <a:lnTo>
                    <a:pt x="94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2745200" y="2505925"/>
              <a:ext cx="1700" cy="3975"/>
            </a:xfrm>
            <a:custGeom>
              <a:avLst/>
              <a:gdLst/>
              <a:ahLst/>
              <a:cxnLst/>
              <a:rect l="l" t="t" r="r" b="b"/>
              <a:pathLst>
                <a:path w="68" h="159" extrusionOk="0">
                  <a:moveTo>
                    <a:pt x="0" y="0"/>
                  </a:moveTo>
                  <a:lnTo>
                    <a:pt x="68" y="159"/>
                  </a:lnTo>
                  <a:cubicBezTo>
                    <a:pt x="53" y="103"/>
                    <a:pt x="32" y="50"/>
                    <a:pt x="0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2712150" y="2442700"/>
              <a:ext cx="36275" cy="86775"/>
            </a:xfrm>
            <a:custGeom>
              <a:avLst/>
              <a:gdLst/>
              <a:ahLst/>
              <a:cxnLst/>
              <a:rect l="l" t="t" r="r" b="b"/>
              <a:pathLst>
                <a:path w="1451" h="3471" extrusionOk="0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84" y="17"/>
                    <a:pt x="422" y="1594"/>
                    <a:pt x="797" y="3471"/>
                  </a:cubicBezTo>
                  <a:cubicBezTo>
                    <a:pt x="865" y="3445"/>
                    <a:pt x="930" y="3414"/>
                    <a:pt x="993" y="3377"/>
                  </a:cubicBezTo>
                  <a:cubicBezTo>
                    <a:pt x="1316" y="3189"/>
                    <a:pt x="1450" y="2934"/>
                    <a:pt x="1391" y="2691"/>
                  </a:cubicBezTo>
                  <a:cubicBezTo>
                    <a:pt x="1391" y="2690"/>
                    <a:pt x="1390" y="2689"/>
                    <a:pt x="1390" y="2688"/>
                  </a:cubicBezTo>
                  <a:lnTo>
                    <a:pt x="1322" y="2529"/>
                  </a:lnTo>
                  <a:lnTo>
                    <a:pt x="367" y="244"/>
                  </a:lnTo>
                  <a:cubicBezTo>
                    <a:pt x="307" y="97"/>
                    <a:pt x="163" y="0"/>
                    <a:pt x="4" y="0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2615650" y="3132000"/>
              <a:ext cx="46875" cy="175150"/>
            </a:xfrm>
            <a:custGeom>
              <a:avLst/>
              <a:gdLst/>
              <a:ahLst/>
              <a:cxnLst/>
              <a:rect l="l" t="t" r="r" b="b"/>
              <a:pathLst>
                <a:path w="1875" h="7006" extrusionOk="0">
                  <a:moveTo>
                    <a:pt x="1" y="1"/>
                  </a:moveTo>
                  <a:lnTo>
                    <a:pt x="1" y="5159"/>
                  </a:lnTo>
                  <a:cubicBezTo>
                    <a:pt x="29" y="5708"/>
                    <a:pt x="404" y="6254"/>
                    <a:pt x="1129" y="6672"/>
                  </a:cubicBezTo>
                  <a:cubicBezTo>
                    <a:pt x="1367" y="6806"/>
                    <a:pt x="1617" y="6918"/>
                    <a:pt x="1875" y="7005"/>
                  </a:cubicBezTo>
                  <a:lnTo>
                    <a:pt x="1875" y="1847"/>
                  </a:lnTo>
                  <a:cubicBezTo>
                    <a:pt x="1714" y="1793"/>
                    <a:pt x="1558" y="1729"/>
                    <a:pt x="1404" y="1658"/>
                  </a:cubicBezTo>
                  <a:cubicBezTo>
                    <a:pt x="1310" y="1612"/>
                    <a:pt x="1218" y="1565"/>
                    <a:pt x="1129" y="1514"/>
                  </a:cubicBezTo>
                  <a:cubicBezTo>
                    <a:pt x="762" y="1302"/>
                    <a:pt x="486" y="1058"/>
                    <a:pt x="298" y="797"/>
                  </a:cubicBezTo>
                  <a:cubicBezTo>
                    <a:pt x="113" y="543"/>
                    <a:pt x="14" y="272"/>
                    <a:pt x="1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2614950" y="3260975"/>
              <a:ext cx="162875" cy="174325"/>
            </a:xfrm>
            <a:custGeom>
              <a:avLst/>
              <a:gdLst/>
              <a:ahLst/>
              <a:cxnLst/>
              <a:rect l="l" t="t" r="r" b="b"/>
              <a:pathLst>
                <a:path w="6515" h="6973" extrusionOk="0">
                  <a:moveTo>
                    <a:pt x="29" y="0"/>
                  </a:moveTo>
                  <a:lnTo>
                    <a:pt x="29" y="4682"/>
                  </a:lnTo>
                  <a:cubicBezTo>
                    <a:pt x="0" y="5273"/>
                    <a:pt x="376" y="5870"/>
                    <a:pt x="1157" y="6322"/>
                  </a:cubicBezTo>
                  <a:cubicBezTo>
                    <a:pt x="1910" y="6756"/>
                    <a:pt x="2895" y="6972"/>
                    <a:pt x="3881" y="6972"/>
                  </a:cubicBezTo>
                  <a:cubicBezTo>
                    <a:pt x="4827" y="6972"/>
                    <a:pt x="5773" y="6773"/>
                    <a:pt x="6515" y="6375"/>
                  </a:cubicBezTo>
                  <a:lnTo>
                    <a:pt x="6515" y="6375"/>
                  </a:lnTo>
                  <a:cubicBezTo>
                    <a:pt x="6192" y="6530"/>
                    <a:pt x="5529" y="6630"/>
                    <a:pt x="4804" y="6630"/>
                  </a:cubicBezTo>
                  <a:cubicBezTo>
                    <a:pt x="3460" y="6630"/>
                    <a:pt x="1903" y="6287"/>
                    <a:pt x="1903" y="5319"/>
                  </a:cubicBezTo>
                  <a:cubicBezTo>
                    <a:pt x="1903" y="4600"/>
                    <a:pt x="1903" y="1850"/>
                    <a:pt x="1903" y="1850"/>
                  </a:cubicBezTo>
                  <a:cubicBezTo>
                    <a:pt x="1645" y="1762"/>
                    <a:pt x="1395" y="1648"/>
                    <a:pt x="1157" y="1513"/>
                  </a:cubicBezTo>
                  <a:cubicBezTo>
                    <a:pt x="432" y="1095"/>
                    <a:pt x="57" y="549"/>
                    <a:pt x="29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7273E1A4-3586-4DA3-B7EA-497FD6BEF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30"/>
          <p:cNvCxnSpPr/>
          <p:nvPr/>
        </p:nvCxnSpPr>
        <p:spPr>
          <a:xfrm>
            <a:off x="4030125" y="2118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" name="Google Shape;327;p30"/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328" name="Google Shape;328;p30"/>
          <p:cNvSpPr txBox="1">
            <a:spLocks noGrp="1"/>
          </p:cNvSpPr>
          <p:nvPr>
            <p:ph type="ctrTitle" idx="2"/>
          </p:nvPr>
        </p:nvSpPr>
        <p:spPr>
          <a:xfrm flipH="1">
            <a:off x="345825" y="1845300"/>
            <a:ext cx="2987953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ALAT DAN BAHAN</a:t>
            </a:r>
          </a:p>
        </p:txBody>
      </p:sp>
      <p:sp>
        <p:nvSpPr>
          <p:cNvPr id="330" name="Google Shape;330;p30"/>
          <p:cNvSpPr txBox="1">
            <a:spLocks noGrp="1"/>
          </p:cNvSpPr>
          <p:nvPr>
            <p:ph type="title" idx="3"/>
          </p:nvPr>
        </p:nvSpPr>
        <p:spPr>
          <a:xfrm>
            <a:off x="3311803" y="1765675"/>
            <a:ext cx="8268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06</a:t>
            </a:r>
            <a:endParaRPr dirty="0"/>
          </a:p>
        </p:txBody>
      </p:sp>
      <p:sp>
        <p:nvSpPr>
          <p:cNvPr id="331" name="Google Shape;331;p30"/>
          <p:cNvSpPr txBox="1">
            <a:spLocks noGrp="1"/>
          </p:cNvSpPr>
          <p:nvPr>
            <p:ph type="ctrTitle" idx="4"/>
          </p:nvPr>
        </p:nvSpPr>
        <p:spPr>
          <a:xfrm flipH="1">
            <a:off x="5806474" y="2301679"/>
            <a:ext cx="3147025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 PENELITIAN</a:t>
            </a:r>
            <a:endParaRPr dirty="0"/>
          </a:p>
        </p:txBody>
      </p:sp>
      <p:sp>
        <p:nvSpPr>
          <p:cNvPr id="333" name="Google Shape;333;p30"/>
          <p:cNvSpPr txBox="1">
            <a:spLocks noGrp="1"/>
          </p:cNvSpPr>
          <p:nvPr>
            <p:ph type="ctrTitle" idx="7"/>
          </p:nvPr>
        </p:nvSpPr>
        <p:spPr>
          <a:xfrm flipH="1">
            <a:off x="262278" y="2788958"/>
            <a:ext cx="3099327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JADWAL PENELITIAN</a:t>
            </a:r>
          </a:p>
        </p:txBody>
      </p:sp>
      <p:sp>
        <p:nvSpPr>
          <p:cNvPr id="335" name="Google Shape;335;p30"/>
          <p:cNvSpPr txBox="1">
            <a:spLocks noGrp="1"/>
          </p:cNvSpPr>
          <p:nvPr>
            <p:ph type="title" idx="9"/>
          </p:nvPr>
        </p:nvSpPr>
        <p:spPr>
          <a:xfrm>
            <a:off x="3198543" y="2687826"/>
            <a:ext cx="10533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08</a:t>
            </a:r>
            <a:endParaRPr dirty="0"/>
          </a:p>
        </p:txBody>
      </p:sp>
      <p:sp>
        <p:nvSpPr>
          <p:cNvPr id="341" name="Google Shape;341;p30"/>
          <p:cNvSpPr txBox="1">
            <a:spLocks noGrp="1"/>
          </p:cNvSpPr>
          <p:nvPr>
            <p:ph type="title" idx="6"/>
          </p:nvPr>
        </p:nvSpPr>
        <p:spPr>
          <a:xfrm>
            <a:off x="4852249" y="2320275"/>
            <a:ext cx="947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07</a:t>
            </a:r>
            <a:endParaRPr dirty="0"/>
          </a:p>
        </p:txBody>
      </p:sp>
      <p:cxnSp>
        <p:nvCxnSpPr>
          <p:cNvPr id="343" name="Google Shape;343;p30"/>
          <p:cNvCxnSpPr/>
          <p:nvPr/>
        </p:nvCxnSpPr>
        <p:spPr>
          <a:xfrm>
            <a:off x="4030125" y="3066300"/>
            <a:ext cx="5475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30"/>
          <p:cNvCxnSpPr/>
          <p:nvPr/>
        </p:nvCxnSpPr>
        <p:spPr>
          <a:xfrm>
            <a:off x="4482925" y="2609175"/>
            <a:ext cx="5358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0"/>
          <p:cNvGrpSpPr/>
          <p:nvPr/>
        </p:nvGrpSpPr>
        <p:grpSpPr>
          <a:xfrm>
            <a:off x="4182162" y="1440613"/>
            <a:ext cx="692687" cy="3251368"/>
            <a:chOff x="2603475" y="2442675"/>
            <a:chExt cx="217375" cy="1020325"/>
          </a:xfrm>
        </p:grpSpPr>
        <p:sp>
          <p:nvSpPr>
            <p:cNvPr id="348" name="Google Shape;348;p30"/>
            <p:cNvSpPr/>
            <p:nvPr/>
          </p:nvSpPr>
          <p:spPr>
            <a:xfrm>
              <a:off x="2603475" y="3337500"/>
              <a:ext cx="217375" cy="125500"/>
            </a:xfrm>
            <a:custGeom>
              <a:avLst/>
              <a:gdLst/>
              <a:ahLst/>
              <a:cxnLst/>
              <a:rect l="l" t="t" r="r" b="b"/>
              <a:pathLst>
                <a:path w="8695" h="5020" extrusionOk="0">
                  <a:moveTo>
                    <a:pt x="4347" y="0"/>
                  </a:moveTo>
                  <a:cubicBezTo>
                    <a:pt x="1947" y="0"/>
                    <a:pt x="0" y="1125"/>
                    <a:pt x="0" y="2510"/>
                  </a:cubicBezTo>
                  <a:cubicBezTo>
                    <a:pt x="0" y="3897"/>
                    <a:pt x="1947" y="5020"/>
                    <a:pt x="4347" y="5020"/>
                  </a:cubicBezTo>
                  <a:cubicBezTo>
                    <a:pt x="6748" y="5020"/>
                    <a:pt x="8694" y="3897"/>
                    <a:pt x="8694" y="2510"/>
                  </a:cubicBezTo>
                  <a:cubicBezTo>
                    <a:pt x="8694" y="1125"/>
                    <a:pt x="6748" y="0"/>
                    <a:pt x="43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49" y="0"/>
                  </a:moveTo>
                  <a:lnTo>
                    <a:pt x="5249" y="0"/>
                  </a:lnTo>
                  <a:cubicBezTo>
                    <a:pt x="5308" y="244"/>
                    <a:pt x="5175" y="498"/>
                    <a:pt x="4851" y="686"/>
                  </a:cubicBezTo>
                  <a:cubicBezTo>
                    <a:pt x="4577" y="844"/>
                    <a:pt x="4218" y="924"/>
                    <a:pt x="3859" y="924"/>
                  </a:cubicBezTo>
                  <a:cubicBezTo>
                    <a:pt x="3500" y="924"/>
                    <a:pt x="3140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2615700" y="2509975"/>
              <a:ext cx="192950" cy="246375"/>
            </a:xfrm>
            <a:custGeom>
              <a:avLst/>
              <a:gdLst/>
              <a:ahLst/>
              <a:cxnLst/>
              <a:rect l="l" t="t" r="r" b="b"/>
              <a:pathLst>
                <a:path w="7718" h="9855" extrusionOk="0">
                  <a:moveTo>
                    <a:pt x="5250" y="0"/>
                  </a:moveTo>
                  <a:lnTo>
                    <a:pt x="5250" y="0"/>
                  </a:lnTo>
                  <a:cubicBezTo>
                    <a:pt x="5308" y="244"/>
                    <a:pt x="5175" y="498"/>
                    <a:pt x="4852" y="686"/>
                  </a:cubicBezTo>
                  <a:cubicBezTo>
                    <a:pt x="4789" y="722"/>
                    <a:pt x="4723" y="753"/>
                    <a:pt x="4655" y="780"/>
                  </a:cubicBezTo>
                  <a:cubicBezTo>
                    <a:pt x="4417" y="875"/>
                    <a:pt x="4138" y="923"/>
                    <a:pt x="3859" y="923"/>
                  </a:cubicBezTo>
                  <a:cubicBezTo>
                    <a:pt x="3500" y="923"/>
                    <a:pt x="3141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2712150" y="2442700"/>
              <a:ext cx="96500" cy="256350"/>
            </a:xfrm>
            <a:custGeom>
              <a:avLst/>
              <a:gdLst/>
              <a:ahLst/>
              <a:cxnLst/>
              <a:rect l="l" t="t" r="r" b="b"/>
              <a:pathLst>
                <a:path w="3860" h="10254" extrusionOk="0">
                  <a:moveTo>
                    <a:pt x="7" y="0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84" y="16"/>
                    <a:pt x="422" y="1593"/>
                    <a:pt x="797" y="3471"/>
                  </a:cubicBezTo>
                  <a:cubicBezTo>
                    <a:pt x="1351" y="6247"/>
                    <a:pt x="1985" y="9680"/>
                    <a:pt x="1985" y="9680"/>
                  </a:cubicBezTo>
                  <a:lnTo>
                    <a:pt x="1985" y="10253"/>
                  </a:lnTo>
                  <a:lnTo>
                    <a:pt x="3860" y="10253"/>
                  </a:lnTo>
                  <a:lnTo>
                    <a:pt x="3860" y="8598"/>
                  </a:lnTo>
                  <a:lnTo>
                    <a:pt x="1391" y="2691"/>
                  </a:lnTo>
                  <a:cubicBezTo>
                    <a:pt x="1391" y="2690"/>
                    <a:pt x="1390" y="2689"/>
                    <a:pt x="1390" y="2686"/>
                  </a:cubicBezTo>
                  <a:lnTo>
                    <a:pt x="1322" y="2529"/>
                  </a:lnTo>
                  <a:lnTo>
                    <a:pt x="367" y="243"/>
                  </a:lnTo>
                  <a:cubicBezTo>
                    <a:pt x="307" y="96"/>
                    <a:pt x="165" y="0"/>
                    <a:pt x="7" y="0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2615625" y="3257800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2615625" y="3214825"/>
              <a:ext cx="50" cy="3175"/>
            </a:xfrm>
            <a:custGeom>
              <a:avLst/>
              <a:gdLst/>
              <a:ahLst/>
              <a:cxnLst/>
              <a:rect l="l" t="t" r="r" b="b"/>
              <a:pathLst>
                <a:path w="2" h="127" extrusionOk="0">
                  <a:moveTo>
                    <a:pt x="2" y="0"/>
                  </a:moveTo>
                  <a:cubicBezTo>
                    <a:pt x="1" y="42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2615625" y="317182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1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2615625" y="3128875"/>
              <a:ext cx="50" cy="3200"/>
            </a:xfrm>
            <a:custGeom>
              <a:avLst/>
              <a:gdLst/>
              <a:ahLst/>
              <a:cxnLst/>
              <a:rect l="l" t="t" r="r" b="b"/>
              <a:pathLst>
                <a:path w="2" h="128" extrusionOk="0">
                  <a:moveTo>
                    <a:pt x="2" y="0"/>
                  </a:moveTo>
                  <a:cubicBezTo>
                    <a:pt x="1" y="41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2808625" y="2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2614950" y="3259400"/>
              <a:ext cx="193700" cy="175925"/>
            </a:xfrm>
            <a:custGeom>
              <a:avLst/>
              <a:gdLst/>
              <a:ahLst/>
              <a:cxnLst/>
              <a:rect l="l" t="t" r="r" b="b"/>
              <a:pathLst>
                <a:path w="7748" h="7037" extrusionOk="0">
                  <a:moveTo>
                    <a:pt x="7748" y="0"/>
                  </a:moveTo>
                  <a:cubicBezTo>
                    <a:pt x="7748" y="570"/>
                    <a:pt x="7371" y="1141"/>
                    <a:pt x="6617" y="1576"/>
                  </a:cubicBezTo>
                  <a:cubicBezTo>
                    <a:pt x="5864" y="2011"/>
                    <a:pt x="4876" y="2229"/>
                    <a:pt x="3888" y="2229"/>
                  </a:cubicBezTo>
                  <a:cubicBezTo>
                    <a:pt x="2900" y="2229"/>
                    <a:pt x="1911" y="2011"/>
                    <a:pt x="1157" y="1576"/>
                  </a:cubicBezTo>
                  <a:cubicBezTo>
                    <a:pt x="431" y="1156"/>
                    <a:pt x="57" y="612"/>
                    <a:pt x="29" y="63"/>
                  </a:cubicBezTo>
                  <a:lnTo>
                    <a:pt x="29" y="4745"/>
                  </a:lnTo>
                  <a:cubicBezTo>
                    <a:pt x="0" y="5336"/>
                    <a:pt x="376" y="5932"/>
                    <a:pt x="1157" y="6383"/>
                  </a:cubicBezTo>
                  <a:cubicBezTo>
                    <a:pt x="1911" y="6819"/>
                    <a:pt x="2899" y="7037"/>
                    <a:pt x="3887" y="7037"/>
                  </a:cubicBezTo>
                  <a:cubicBezTo>
                    <a:pt x="4875" y="7037"/>
                    <a:pt x="5863" y="6819"/>
                    <a:pt x="6617" y="6383"/>
                  </a:cubicBezTo>
                  <a:cubicBezTo>
                    <a:pt x="7371" y="5949"/>
                    <a:pt x="7748" y="5378"/>
                    <a:pt x="7748" y="4808"/>
                  </a:cubicBezTo>
                  <a:lnTo>
                    <a:pt x="7748" y="0"/>
                  </a:ln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2615650" y="3216400"/>
              <a:ext cx="193000" cy="98725"/>
            </a:xfrm>
            <a:custGeom>
              <a:avLst/>
              <a:gdLst/>
              <a:ahLst/>
              <a:cxnLst/>
              <a:rect l="l" t="t" r="r" b="b"/>
              <a:pathLst>
                <a:path w="7720" h="3949" extrusionOk="0">
                  <a:moveTo>
                    <a:pt x="7720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1"/>
                    <a:pt x="6956" y="1364"/>
                    <a:pt x="6589" y="1577"/>
                  </a:cubicBezTo>
                  <a:cubicBezTo>
                    <a:pt x="5836" y="2012"/>
                    <a:pt x="4848" y="2229"/>
                    <a:pt x="3860" y="2229"/>
                  </a:cubicBezTo>
                  <a:cubicBezTo>
                    <a:pt x="2872" y="2229"/>
                    <a:pt x="1883" y="2012"/>
                    <a:pt x="1129" y="1577"/>
                  </a:cubicBezTo>
                  <a:cubicBezTo>
                    <a:pt x="762" y="1366"/>
                    <a:pt x="485" y="1121"/>
                    <a:pt x="297" y="860"/>
                  </a:cubicBezTo>
                  <a:cubicBezTo>
                    <a:pt x="113" y="605"/>
                    <a:pt x="14" y="335"/>
                    <a:pt x="1" y="64"/>
                  </a:cubicBezTo>
                  <a:lnTo>
                    <a:pt x="1" y="1783"/>
                  </a:lnTo>
                  <a:cubicBezTo>
                    <a:pt x="28" y="2332"/>
                    <a:pt x="403" y="2876"/>
                    <a:pt x="1129" y="3296"/>
                  </a:cubicBezTo>
                  <a:cubicBezTo>
                    <a:pt x="1883" y="3731"/>
                    <a:pt x="2871" y="3949"/>
                    <a:pt x="3859" y="3949"/>
                  </a:cubicBezTo>
                  <a:cubicBezTo>
                    <a:pt x="4847" y="3949"/>
                    <a:pt x="5835" y="3731"/>
                    <a:pt x="6589" y="3296"/>
                  </a:cubicBezTo>
                  <a:cubicBezTo>
                    <a:pt x="7343" y="2861"/>
                    <a:pt x="7720" y="2290"/>
                    <a:pt x="7720" y="1720"/>
                  </a:cubicBezTo>
                  <a:lnTo>
                    <a:pt x="7720" y="1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2615650" y="3173425"/>
              <a:ext cx="193025" cy="98725"/>
            </a:xfrm>
            <a:custGeom>
              <a:avLst/>
              <a:gdLst/>
              <a:ahLst/>
              <a:cxnLst/>
              <a:rect l="l" t="t" r="r" b="b"/>
              <a:pathLst>
                <a:path w="7721" h="3949" extrusionOk="0">
                  <a:moveTo>
                    <a:pt x="7721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9"/>
                    <a:pt x="3860" y="2229"/>
                  </a:cubicBezTo>
                  <a:cubicBezTo>
                    <a:pt x="2988" y="2229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5"/>
                    <a:pt x="486" y="1120"/>
                    <a:pt x="298" y="860"/>
                  </a:cubicBezTo>
                  <a:cubicBezTo>
                    <a:pt x="113" y="605"/>
                    <a:pt x="14" y="335"/>
                    <a:pt x="1" y="63"/>
                  </a:cubicBezTo>
                  <a:lnTo>
                    <a:pt x="1" y="1783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40"/>
                    <a:pt x="762" y="3083"/>
                    <a:pt x="1129" y="3296"/>
                  </a:cubicBezTo>
                  <a:cubicBezTo>
                    <a:pt x="1883" y="3731"/>
                    <a:pt x="2871" y="3948"/>
                    <a:pt x="3859" y="3948"/>
                  </a:cubicBezTo>
                  <a:cubicBezTo>
                    <a:pt x="4847" y="3948"/>
                    <a:pt x="5835" y="3731"/>
                    <a:pt x="6589" y="3296"/>
                  </a:cubicBezTo>
                  <a:cubicBezTo>
                    <a:pt x="6957" y="3085"/>
                    <a:pt x="7233" y="2840"/>
                    <a:pt x="7422" y="2579"/>
                  </a:cubicBezTo>
                  <a:cubicBezTo>
                    <a:pt x="7621" y="2305"/>
                    <a:pt x="7721" y="2012"/>
                    <a:pt x="7721" y="1720"/>
                  </a:cubicBezTo>
                  <a:lnTo>
                    <a:pt x="7721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2615650" y="3130450"/>
              <a:ext cx="193000" cy="98700"/>
            </a:xfrm>
            <a:custGeom>
              <a:avLst/>
              <a:gdLst/>
              <a:ahLst/>
              <a:cxnLst/>
              <a:rect l="l" t="t" r="r" b="b"/>
              <a:pathLst>
                <a:path w="7720" h="3948" extrusionOk="0">
                  <a:moveTo>
                    <a:pt x="7720" y="0"/>
                  </a:moveTo>
                  <a:cubicBezTo>
                    <a:pt x="7720" y="292"/>
                    <a:pt x="7620" y="585"/>
                    <a:pt x="7422" y="859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8"/>
                    <a:pt x="3860" y="2228"/>
                  </a:cubicBezTo>
                  <a:cubicBezTo>
                    <a:pt x="2988" y="2228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4"/>
                    <a:pt x="486" y="1120"/>
                    <a:pt x="298" y="859"/>
                  </a:cubicBezTo>
                  <a:cubicBezTo>
                    <a:pt x="113" y="605"/>
                    <a:pt x="14" y="334"/>
                    <a:pt x="1" y="63"/>
                  </a:cubicBezTo>
                  <a:lnTo>
                    <a:pt x="1" y="1782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39"/>
                    <a:pt x="762" y="3083"/>
                    <a:pt x="1129" y="3295"/>
                  </a:cubicBezTo>
                  <a:cubicBezTo>
                    <a:pt x="1218" y="3346"/>
                    <a:pt x="1310" y="3393"/>
                    <a:pt x="1404" y="3439"/>
                  </a:cubicBezTo>
                  <a:cubicBezTo>
                    <a:pt x="2116" y="3778"/>
                    <a:pt x="2988" y="3948"/>
                    <a:pt x="3860" y="3948"/>
                  </a:cubicBezTo>
                  <a:cubicBezTo>
                    <a:pt x="4732" y="3948"/>
                    <a:pt x="5604" y="3778"/>
                    <a:pt x="6315" y="3439"/>
                  </a:cubicBezTo>
                  <a:cubicBezTo>
                    <a:pt x="6409" y="3393"/>
                    <a:pt x="6501" y="3346"/>
                    <a:pt x="6589" y="3295"/>
                  </a:cubicBezTo>
                  <a:cubicBezTo>
                    <a:pt x="6956" y="3084"/>
                    <a:pt x="7233" y="2839"/>
                    <a:pt x="7422" y="2579"/>
                  </a:cubicBezTo>
                  <a:cubicBezTo>
                    <a:pt x="7620" y="2305"/>
                    <a:pt x="7720" y="2012"/>
                    <a:pt x="7720" y="1720"/>
                  </a:cubicBezTo>
                  <a:lnTo>
                    <a:pt x="772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2615650" y="2659200"/>
              <a:ext cx="64350" cy="523825"/>
            </a:xfrm>
            <a:custGeom>
              <a:avLst/>
              <a:gdLst/>
              <a:ahLst/>
              <a:cxnLst/>
              <a:rect l="l" t="t" r="r" b="b"/>
              <a:pathLst>
                <a:path w="2574" h="20953" extrusionOk="0">
                  <a:moveTo>
                    <a:pt x="1" y="0"/>
                  </a:moveTo>
                  <a:lnTo>
                    <a:pt x="1" y="18914"/>
                  </a:lnTo>
                  <a:cubicBezTo>
                    <a:pt x="14" y="19186"/>
                    <a:pt x="113" y="19456"/>
                    <a:pt x="298" y="19710"/>
                  </a:cubicBezTo>
                  <a:cubicBezTo>
                    <a:pt x="486" y="19971"/>
                    <a:pt x="762" y="20215"/>
                    <a:pt x="1129" y="20427"/>
                  </a:cubicBezTo>
                  <a:cubicBezTo>
                    <a:pt x="1218" y="20478"/>
                    <a:pt x="1310" y="20525"/>
                    <a:pt x="1404" y="20570"/>
                  </a:cubicBezTo>
                  <a:cubicBezTo>
                    <a:pt x="1760" y="20740"/>
                    <a:pt x="2157" y="20868"/>
                    <a:pt x="2573" y="20952"/>
                  </a:cubicBezTo>
                  <a:lnTo>
                    <a:pt x="1875" y="1021"/>
                  </a:lnTo>
                  <a:cubicBezTo>
                    <a:pt x="1875" y="1021"/>
                    <a:pt x="1649" y="1148"/>
                    <a:pt x="1355" y="1148"/>
                  </a:cubicBezTo>
                  <a:cubicBezTo>
                    <a:pt x="1208" y="1148"/>
                    <a:pt x="1043" y="1116"/>
                    <a:pt x="881" y="1020"/>
                  </a:cubicBezTo>
                  <a:cubicBezTo>
                    <a:pt x="230" y="634"/>
                    <a:pt x="5" y="55"/>
                    <a:pt x="1" y="0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2744275" y="2657625"/>
              <a:ext cx="64375" cy="525350"/>
            </a:xfrm>
            <a:custGeom>
              <a:avLst/>
              <a:gdLst/>
              <a:ahLst/>
              <a:cxnLst/>
              <a:rect l="l" t="t" r="r" b="b"/>
              <a:pathLst>
                <a:path w="2575" h="21014" extrusionOk="0">
                  <a:moveTo>
                    <a:pt x="2575" y="1"/>
                  </a:moveTo>
                  <a:cubicBezTo>
                    <a:pt x="2575" y="75"/>
                    <a:pt x="2347" y="703"/>
                    <a:pt x="1693" y="1083"/>
                  </a:cubicBezTo>
                  <a:cubicBezTo>
                    <a:pt x="1528" y="1179"/>
                    <a:pt x="1363" y="1211"/>
                    <a:pt x="1216" y="1211"/>
                  </a:cubicBezTo>
                  <a:cubicBezTo>
                    <a:pt x="922" y="1211"/>
                    <a:pt x="700" y="1083"/>
                    <a:pt x="700" y="1083"/>
                  </a:cubicBezTo>
                  <a:lnTo>
                    <a:pt x="1" y="21014"/>
                  </a:lnTo>
                  <a:cubicBezTo>
                    <a:pt x="417" y="20929"/>
                    <a:pt x="814" y="20801"/>
                    <a:pt x="1169" y="20633"/>
                  </a:cubicBezTo>
                  <a:cubicBezTo>
                    <a:pt x="1264" y="20587"/>
                    <a:pt x="1356" y="20540"/>
                    <a:pt x="1444" y="20489"/>
                  </a:cubicBezTo>
                  <a:cubicBezTo>
                    <a:pt x="1811" y="20277"/>
                    <a:pt x="2088" y="20033"/>
                    <a:pt x="2277" y="19772"/>
                  </a:cubicBezTo>
                  <a:cubicBezTo>
                    <a:pt x="2475" y="19498"/>
                    <a:pt x="2575" y="19205"/>
                    <a:pt x="2575" y="18913"/>
                  </a:cubicBezTo>
                  <a:lnTo>
                    <a:pt x="2575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2662500" y="2684675"/>
              <a:ext cx="99275" cy="501475"/>
            </a:xfrm>
            <a:custGeom>
              <a:avLst/>
              <a:gdLst/>
              <a:ahLst/>
              <a:cxnLst/>
              <a:rect l="l" t="t" r="r" b="b"/>
              <a:pathLst>
                <a:path w="3971" h="20059" extrusionOk="0">
                  <a:moveTo>
                    <a:pt x="1" y="1"/>
                  </a:moveTo>
                  <a:lnTo>
                    <a:pt x="1" y="19740"/>
                  </a:lnTo>
                  <a:cubicBezTo>
                    <a:pt x="229" y="19820"/>
                    <a:pt x="463" y="19884"/>
                    <a:pt x="699" y="19932"/>
                  </a:cubicBezTo>
                  <a:cubicBezTo>
                    <a:pt x="1117" y="20016"/>
                    <a:pt x="1542" y="20059"/>
                    <a:pt x="1968" y="20059"/>
                  </a:cubicBezTo>
                  <a:cubicBezTo>
                    <a:pt x="1974" y="20059"/>
                    <a:pt x="1980" y="20059"/>
                    <a:pt x="1986" y="20059"/>
                  </a:cubicBezTo>
                  <a:cubicBezTo>
                    <a:pt x="1992" y="20059"/>
                    <a:pt x="1998" y="20059"/>
                    <a:pt x="2004" y="20059"/>
                  </a:cubicBezTo>
                  <a:cubicBezTo>
                    <a:pt x="2430" y="20059"/>
                    <a:pt x="2854" y="20016"/>
                    <a:pt x="3273" y="19932"/>
                  </a:cubicBezTo>
                  <a:cubicBezTo>
                    <a:pt x="3510" y="19884"/>
                    <a:pt x="3743" y="19820"/>
                    <a:pt x="3971" y="19740"/>
                  </a:cubicBezTo>
                  <a:lnTo>
                    <a:pt x="3971" y="1"/>
                  </a:lnTo>
                  <a:cubicBezTo>
                    <a:pt x="3480" y="856"/>
                    <a:pt x="1983" y="861"/>
                    <a:pt x="1983" y="861"/>
                  </a:cubicBezTo>
                  <a:cubicBezTo>
                    <a:pt x="1983" y="861"/>
                    <a:pt x="1983" y="861"/>
                    <a:pt x="1983" y="861"/>
                  </a:cubicBezTo>
                  <a:cubicBezTo>
                    <a:pt x="1967" y="861"/>
                    <a:pt x="483" y="859"/>
                    <a:pt x="1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2676300" y="2442675"/>
              <a:ext cx="72125" cy="90375"/>
            </a:xfrm>
            <a:custGeom>
              <a:avLst/>
              <a:gdLst/>
              <a:ahLst/>
              <a:cxnLst/>
              <a:rect l="l" t="t" r="r" b="b"/>
              <a:pathLst>
                <a:path w="2885" h="3615" extrusionOk="0">
                  <a:moveTo>
                    <a:pt x="1438" y="0"/>
                  </a:moveTo>
                  <a:cubicBezTo>
                    <a:pt x="1437" y="0"/>
                    <a:pt x="1436" y="0"/>
                    <a:pt x="1435" y="0"/>
                  </a:cubicBezTo>
                  <a:lnTo>
                    <a:pt x="1434" y="0"/>
                  </a:lnTo>
                  <a:cubicBezTo>
                    <a:pt x="1433" y="0"/>
                    <a:pt x="1432" y="0"/>
                    <a:pt x="1431" y="0"/>
                  </a:cubicBezTo>
                  <a:cubicBezTo>
                    <a:pt x="1271" y="0"/>
                    <a:pt x="1127" y="96"/>
                    <a:pt x="1068" y="245"/>
                  </a:cubicBezTo>
                  <a:lnTo>
                    <a:pt x="128" y="2508"/>
                  </a:lnTo>
                  <a:lnTo>
                    <a:pt x="34" y="2733"/>
                  </a:lnTo>
                  <a:cubicBezTo>
                    <a:pt x="0" y="2964"/>
                    <a:pt x="137" y="3201"/>
                    <a:pt x="442" y="3378"/>
                  </a:cubicBezTo>
                  <a:cubicBezTo>
                    <a:pt x="716" y="3536"/>
                    <a:pt x="1075" y="3615"/>
                    <a:pt x="1434" y="3615"/>
                  </a:cubicBezTo>
                  <a:cubicBezTo>
                    <a:pt x="1713" y="3615"/>
                    <a:pt x="1992" y="3567"/>
                    <a:pt x="2230" y="3472"/>
                  </a:cubicBezTo>
                  <a:cubicBezTo>
                    <a:pt x="2299" y="3445"/>
                    <a:pt x="2364" y="3414"/>
                    <a:pt x="2427" y="3378"/>
                  </a:cubicBezTo>
                  <a:cubicBezTo>
                    <a:pt x="2750" y="3190"/>
                    <a:pt x="2884" y="2935"/>
                    <a:pt x="2825" y="2691"/>
                  </a:cubicBezTo>
                  <a:cubicBezTo>
                    <a:pt x="2825" y="2690"/>
                    <a:pt x="2824" y="2689"/>
                    <a:pt x="2824" y="2687"/>
                  </a:cubicBezTo>
                  <a:lnTo>
                    <a:pt x="2756" y="2530"/>
                  </a:lnTo>
                  <a:lnTo>
                    <a:pt x="1801" y="244"/>
                  </a:lnTo>
                  <a:cubicBezTo>
                    <a:pt x="1741" y="96"/>
                    <a:pt x="1597" y="0"/>
                    <a:pt x="1438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2677175" y="2505350"/>
              <a:ext cx="2375" cy="5675"/>
            </a:xfrm>
            <a:custGeom>
              <a:avLst/>
              <a:gdLst/>
              <a:ahLst/>
              <a:cxnLst/>
              <a:rect l="l" t="t" r="r" b="b"/>
              <a:pathLst>
                <a:path w="95" h="227" extrusionOk="0">
                  <a:moveTo>
                    <a:pt x="94" y="1"/>
                  </a:moveTo>
                  <a:cubicBezTo>
                    <a:pt x="46" y="68"/>
                    <a:pt x="14" y="145"/>
                    <a:pt x="0" y="226"/>
                  </a:cubicBezTo>
                  <a:lnTo>
                    <a:pt x="94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2745200" y="2505925"/>
              <a:ext cx="1700" cy="3975"/>
            </a:xfrm>
            <a:custGeom>
              <a:avLst/>
              <a:gdLst/>
              <a:ahLst/>
              <a:cxnLst/>
              <a:rect l="l" t="t" r="r" b="b"/>
              <a:pathLst>
                <a:path w="68" h="159" extrusionOk="0">
                  <a:moveTo>
                    <a:pt x="0" y="0"/>
                  </a:moveTo>
                  <a:lnTo>
                    <a:pt x="68" y="159"/>
                  </a:lnTo>
                  <a:cubicBezTo>
                    <a:pt x="53" y="103"/>
                    <a:pt x="32" y="50"/>
                    <a:pt x="0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2712150" y="2442700"/>
              <a:ext cx="36275" cy="86775"/>
            </a:xfrm>
            <a:custGeom>
              <a:avLst/>
              <a:gdLst/>
              <a:ahLst/>
              <a:cxnLst/>
              <a:rect l="l" t="t" r="r" b="b"/>
              <a:pathLst>
                <a:path w="1451" h="3471" extrusionOk="0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84" y="17"/>
                    <a:pt x="422" y="1594"/>
                    <a:pt x="797" y="3471"/>
                  </a:cubicBezTo>
                  <a:cubicBezTo>
                    <a:pt x="865" y="3445"/>
                    <a:pt x="930" y="3414"/>
                    <a:pt x="993" y="3377"/>
                  </a:cubicBezTo>
                  <a:cubicBezTo>
                    <a:pt x="1316" y="3189"/>
                    <a:pt x="1450" y="2934"/>
                    <a:pt x="1391" y="2691"/>
                  </a:cubicBezTo>
                  <a:cubicBezTo>
                    <a:pt x="1391" y="2690"/>
                    <a:pt x="1390" y="2689"/>
                    <a:pt x="1390" y="2688"/>
                  </a:cubicBezTo>
                  <a:lnTo>
                    <a:pt x="1322" y="2529"/>
                  </a:lnTo>
                  <a:lnTo>
                    <a:pt x="367" y="244"/>
                  </a:lnTo>
                  <a:cubicBezTo>
                    <a:pt x="307" y="97"/>
                    <a:pt x="163" y="0"/>
                    <a:pt x="4" y="0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2615650" y="3132000"/>
              <a:ext cx="46875" cy="175150"/>
            </a:xfrm>
            <a:custGeom>
              <a:avLst/>
              <a:gdLst/>
              <a:ahLst/>
              <a:cxnLst/>
              <a:rect l="l" t="t" r="r" b="b"/>
              <a:pathLst>
                <a:path w="1875" h="7006" extrusionOk="0">
                  <a:moveTo>
                    <a:pt x="1" y="1"/>
                  </a:moveTo>
                  <a:lnTo>
                    <a:pt x="1" y="5159"/>
                  </a:lnTo>
                  <a:cubicBezTo>
                    <a:pt x="29" y="5708"/>
                    <a:pt x="404" y="6254"/>
                    <a:pt x="1129" y="6672"/>
                  </a:cubicBezTo>
                  <a:cubicBezTo>
                    <a:pt x="1367" y="6806"/>
                    <a:pt x="1617" y="6918"/>
                    <a:pt x="1875" y="7005"/>
                  </a:cubicBezTo>
                  <a:lnTo>
                    <a:pt x="1875" y="1847"/>
                  </a:lnTo>
                  <a:cubicBezTo>
                    <a:pt x="1714" y="1793"/>
                    <a:pt x="1558" y="1729"/>
                    <a:pt x="1404" y="1658"/>
                  </a:cubicBezTo>
                  <a:cubicBezTo>
                    <a:pt x="1310" y="1612"/>
                    <a:pt x="1218" y="1565"/>
                    <a:pt x="1129" y="1514"/>
                  </a:cubicBezTo>
                  <a:cubicBezTo>
                    <a:pt x="762" y="1302"/>
                    <a:pt x="486" y="1058"/>
                    <a:pt x="298" y="797"/>
                  </a:cubicBezTo>
                  <a:cubicBezTo>
                    <a:pt x="113" y="543"/>
                    <a:pt x="14" y="272"/>
                    <a:pt x="1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2614950" y="3260975"/>
              <a:ext cx="162875" cy="174325"/>
            </a:xfrm>
            <a:custGeom>
              <a:avLst/>
              <a:gdLst/>
              <a:ahLst/>
              <a:cxnLst/>
              <a:rect l="l" t="t" r="r" b="b"/>
              <a:pathLst>
                <a:path w="6515" h="6973" extrusionOk="0">
                  <a:moveTo>
                    <a:pt x="29" y="0"/>
                  </a:moveTo>
                  <a:lnTo>
                    <a:pt x="29" y="4682"/>
                  </a:lnTo>
                  <a:cubicBezTo>
                    <a:pt x="0" y="5273"/>
                    <a:pt x="376" y="5870"/>
                    <a:pt x="1157" y="6322"/>
                  </a:cubicBezTo>
                  <a:cubicBezTo>
                    <a:pt x="1910" y="6756"/>
                    <a:pt x="2895" y="6972"/>
                    <a:pt x="3881" y="6972"/>
                  </a:cubicBezTo>
                  <a:cubicBezTo>
                    <a:pt x="4827" y="6972"/>
                    <a:pt x="5773" y="6773"/>
                    <a:pt x="6515" y="6375"/>
                  </a:cubicBezTo>
                  <a:lnTo>
                    <a:pt x="6515" y="6375"/>
                  </a:lnTo>
                  <a:cubicBezTo>
                    <a:pt x="6192" y="6530"/>
                    <a:pt x="5529" y="6630"/>
                    <a:pt x="4804" y="6630"/>
                  </a:cubicBezTo>
                  <a:cubicBezTo>
                    <a:pt x="3460" y="6630"/>
                    <a:pt x="1903" y="6287"/>
                    <a:pt x="1903" y="5319"/>
                  </a:cubicBezTo>
                  <a:cubicBezTo>
                    <a:pt x="1903" y="4600"/>
                    <a:pt x="1903" y="1850"/>
                    <a:pt x="1903" y="1850"/>
                  </a:cubicBezTo>
                  <a:cubicBezTo>
                    <a:pt x="1645" y="1762"/>
                    <a:pt x="1395" y="1648"/>
                    <a:pt x="1157" y="1513"/>
                  </a:cubicBezTo>
                  <a:cubicBezTo>
                    <a:pt x="432" y="1095"/>
                    <a:pt x="57" y="549"/>
                    <a:pt x="29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75ACA0AB-1D50-49FA-BD27-E037499F8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6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1"/>
          <p:cNvSpPr txBox="1">
            <a:spLocks noGrp="1"/>
          </p:cNvSpPr>
          <p:nvPr>
            <p:ph type="ctrTitle"/>
          </p:nvPr>
        </p:nvSpPr>
        <p:spPr>
          <a:xfrm>
            <a:off x="3308350" y="2031176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LATAR BELAKANG</a:t>
            </a:r>
          </a:p>
        </p:txBody>
      </p:sp>
      <p:sp>
        <p:nvSpPr>
          <p:cNvPr id="377" name="Google Shape;377;p31"/>
          <p:cNvSpPr txBox="1">
            <a:spLocks noGrp="1"/>
          </p:cNvSpPr>
          <p:nvPr>
            <p:ph type="title" idx="2"/>
          </p:nvPr>
        </p:nvSpPr>
        <p:spPr>
          <a:xfrm>
            <a:off x="52505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1" name="Google Shape;1307;p43">
            <a:extLst>
              <a:ext uri="{FF2B5EF4-FFF2-40B4-BE49-F238E27FC236}">
                <a16:creationId xmlns:a16="http://schemas.microsoft.com/office/drawing/2014/main" id="{DBB63D6D-A90F-438C-B191-EFC6FED26CD8}"/>
              </a:ext>
            </a:extLst>
          </p:cNvPr>
          <p:cNvGrpSpPr/>
          <p:nvPr/>
        </p:nvGrpSpPr>
        <p:grpSpPr>
          <a:xfrm>
            <a:off x="217240" y="1917945"/>
            <a:ext cx="3905480" cy="2677553"/>
            <a:chOff x="3555975" y="2466200"/>
            <a:chExt cx="1348950" cy="924825"/>
          </a:xfrm>
        </p:grpSpPr>
        <p:sp>
          <p:nvSpPr>
            <p:cNvPr id="22" name="Google Shape;1308;p43">
              <a:extLst>
                <a:ext uri="{FF2B5EF4-FFF2-40B4-BE49-F238E27FC236}">
                  <a16:creationId xmlns:a16="http://schemas.microsoft.com/office/drawing/2014/main" id="{3E0E987E-C072-440E-B6A2-BC04ED0F7193}"/>
                </a:ext>
              </a:extLst>
            </p:cNvPr>
            <p:cNvSpPr/>
            <p:nvPr/>
          </p:nvSpPr>
          <p:spPr>
            <a:xfrm>
              <a:off x="3563500" y="2639025"/>
              <a:ext cx="1338550" cy="752000"/>
            </a:xfrm>
            <a:custGeom>
              <a:avLst/>
              <a:gdLst/>
              <a:ahLst/>
              <a:cxnLst/>
              <a:rect l="l" t="t" r="r" b="b"/>
              <a:pathLst>
                <a:path w="53542" h="30080" extrusionOk="0">
                  <a:moveTo>
                    <a:pt x="41169" y="1"/>
                  </a:moveTo>
                  <a:cubicBezTo>
                    <a:pt x="39089" y="1"/>
                    <a:pt x="4445" y="15378"/>
                    <a:pt x="4445" y="15378"/>
                  </a:cubicBezTo>
                  <a:cubicBezTo>
                    <a:pt x="4445" y="15378"/>
                    <a:pt x="369" y="19596"/>
                    <a:pt x="130" y="20078"/>
                  </a:cubicBezTo>
                  <a:cubicBezTo>
                    <a:pt x="0" y="20342"/>
                    <a:pt x="144" y="20459"/>
                    <a:pt x="825" y="20459"/>
                  </a:cubicBezTo>
                  <a:cubicBezTo>
                    <a:pt x="1147" y="20459"/>
                    <a:pt x="1590" y="20433"/>
                    <a:pt x="2180" y="20383"/>
                  </a:cubicBezTo>
                  <a:cubicBezTo>
                    <a:pt x="4092" y="20223"/>
                    <a:pt x="10108" y="19301"/>
                    <a:pt x="10108" y="19301"/>
                  </a:cubicBezTo>
                  <a:lnTo>
                    <a:pt x="15006" y="16473"/>
                  </a:lnTo>
                  <a:cubicBezTo>
                    <a:pt x="15006" y="16473"/>
                    <a:pt x="15788" y="18232"/>
                    <a:pt x="17836" y="19415"/>
                  </a:cubicBezTo>
                  <a:lnTo>
                    <a:pt x="36158" y="29992"/>
                  </a:lnTo>
                  <a:cubicBezTo>
                    <a:pt x="36258" y="30050"/>
                    <a:pt x="36389" y="30080"/>
                    <a:pt x="36520" y="30080"/>
                  </a:cubicBezTo>
                  <a:cubicBezTo>
                    <a:pt x="36651" y="30080"/>
                    <a:pt x="36783" y="30050"/>
                    <a:pt x="36883" y="29992"/>
                  </a:cubicBezTo>
                  <a:lnTo>
                    <a:pt x="53341" y="20490"/>
                  </a:lnTo>
                  <a:cubicBezTo>
                    <a:pt x="53541" y="20375"/>
                    <a:pt x="53541" y="20188"/>
                    <a:pt x="53341" y="20072"/>
                  </a:cubicBezTo>
                  <a:lnTo>
                    <a:pt x="31056" y="7206"/>
                  </a:lnTo>
                  <a:lnTo>
                    <a:pt x="41247" y="1321"/>
                  </a:lnTo>
                  <a:cubicBezTo>
                    <a:pt x="41247" y="1321"/>
                    <a:pt x="42206" y="560"/>
                    <a:pt x="41247" y="15"/>
                  </a:cubicBezTo>
                  <a:cubicBezTo>
                    <a:pt x="41231" y="5"/>
                    <a:pt x="41205" y="1"/>
                    <a:pt x="41169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9;p43">
              <a:extLst>
                <a:ext uri="{FF2B5EF4-FFF2-40B4-BE49-F238E27FC236}">
                  <a16:creationId xmlns:a16="http://schemas.microsoft.com/office/drawing/2014/main" id="{3F22D11F-A2C3-4993-A720-A3966F6E526C}"/>
                </a:ext>
              </a:extLst>
            </p:cNvPr>
            <p:cNvSpPr/>
            <p:nvPr/>
          </p:nvSpPr>
          <p:spPr>
            <a:xfrm>
              <a:off x="3600175" y="2793825"/>
              <a:ext cx="348200" cy="334775"/>
            </a:xfrm>
            <a:custGeom>
              <a:avLst/>
              <a:gdLst/>
              <a:ahLst/>
              <a:cxnLst/>
              <a:rect l="l" t="t" r="r" b="b"/>
              <a:pathLst>
                <a:path w="13928" h="13391" extrusionOk="0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323" y="11277"/>
                    <a:pt x="1773" y="12056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10;p43">
              <a:extLst>
                <a:ext uri="{FF2B5EF4-FFF2-40B4-BE49-F238E27FC236}">
                  <a16:creationId xmlns:a16="http://schemas.microsoft.com/office/drawing/2014/main" id="{B3F43987-CC5A-403F-AF99-50C7E4812D5F}"/>
                </a:ext>
              </a:extLst>
            </p:cNvPr>
            <p:cNvSpPr/>
            <p:nvPr/>
          </p:nvSpPr>
          <p:spPr>
            <a:xfrm>
              <a:off x="3600175" y="2793825"/>
              <a:ext cx="348200" cy="334775"/>
            </a:xfrm>
            <a:custGeom>
              <a:avLst/>
              <a:gdLst/>
              <a:ahLst/>
              <a:cxnLst/>
              <a:rect l="l" t="t" r="r" b="b"/>
              <a:pathLst>
                <a:path w="13928" h="13391" extrusionOk="0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261" y="11241"/>
                    <a:pt x="1672" y="11888"/>
                    <a:pt x="1756" y="12476"/>
                  </a:cubicBezTo>
                  <a:cubicBezTo>
                    <a:pt x="1767" y="12548"/>
                    <a:pt x="1773" y="12622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11;p43">
              <a:extLst>
                <a:ext uri="{FF2B5EF4-FFF2-40B4-BE49-F238E27FC236}">
                  <a16:creationId xmlns:a16="http://schemas.microsoft.com/office/drawing/2014/main" id="{51E10F5A-508B-4DBC-97D0-D7DF642BAAA0}"/>
                </a:ext>
              </a:extLst>
            </p:cNvPr>
            <p:cNvSpPr/>
            <p:nvPr/>
          </p:nvSpPr>
          <p:spPr>
            <a:xfrm>
              <a:off x="3558100" y="3046025"/>
              <a:ext cx="273075" cy="91175"/>
            </a:xfrm>
            <a:custGeom>
              <a:avLst/>
              <a:gdLst/>
              <a:ahLst/>
              <a:cxnLst/>
              <a:rect l="l" t="t" r="r" b="b"/>
              <a:pathLst>
                <a:path w="10923" h="3647" extrusionOk="0">
                  <a:moveTo>
                    <a:pt x="9975" y="1"/>
                  </a:moveTo>
                  <a:lnTo>
                    <a:pt x="9473" y="291"/>
                  </a:lnTo>
                  <a:cubicBezTo>
                    <a:pt x="9473" y="291"/>
                    <a:pt x="6149" y="1471"/>
                    <a:pt x="3439" y="2389"/>
                  </a:cubicBezTo>
                  <a:cubicBezTo>
                    <a:pt x="1714" y="2973"/>
                    <a:pt x="238" y="3450"/>
                    <a:pt x="25" y="3450"/>
                  </a:cubicBezTo>
                  <a:cubicBezTo>
                    <a:pt x="12" y="3450"/>
                    <a:pt x="3" y="3449"/>
                    <a:pt x="0" y="3445"/>
                  </a:cubicBezTo>
                  <a:lnTo>
                    <a:pt x="0" y="3445"/>
                  </a:lnTo>
                  <a:cubicBezTo>
                    <a:pt x="71" y="3570"/>
                    <a:pt x="203" y="3646"/>
                    <a:pt x="345" y="3646"/>
                  </a:cubicBezTo>
                  <a:cubicBezTo>
                    <a:pt x="363" y="3646"/>
                    <a:pt x="380" y="3645"/>
                    <a:pt x="398" y="3643"/>
                  </a:cubicBezTo>
                  <a:lnTo>
                    <a:pt x="2882" y="3323"/>
                  </a:lnTo>
                  <a:lnTo>
                    <a:pt x="3053" y="3302"/>
                  </a:lnTo>
                  <a:lnTo>
                    <a:pt x="3058" y="3302"/>
                  </a:lnTo>
                  <a:lnTo>
                    <a:pt x="9473" y="2479"/>
                  </a:lnTo>
                  <a:lnTo>
                    <a:pt x="10922" y="1642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12;p43">
              <a:extLst>
                <a:ext uri="{FF2B5EF4-FFF2-40B4-BE49-F238E27FC236}">
                  <a16:creationId xmlns:a16="http://schemas.microsoft.com/office/drawing/2014/main" id="{F02C71A1-D93A-4A8B-8F89-90D94DDDD937}"/>
                </a:ext>
              </a:extLst>
            </p:cNvPr>
            <p:cNvSpPr/>
            <p:nvPr/>
          </p:nvSpPr>
          <p:spPr>
            <a:xfrm>
              <a:off x="4401175" y="2530750"/>
              <a:ext cx="2800" cy="1625"/>
            </a:xfrm>
            <a:custGeom>
              <a:avLst/>
              <a:gdLst/>
              <a:ahLst/>
              <a:cxnLst/>
              <a:rect l="l" t="t" r="r" b="b"/>
              <a:pathLst>
                <a:path w="112" h="65" extrusionOk="0">
                  <a:moveTo>
                    <a:pt x="112" y="1"/>
                  </a:moveTo>
                  <a:cubicBezTo>
                    <a:pt x="73" y="21"/>
                    <a:pt x="37" y="42"/>
                    <a:pt x="1" y="64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13;p43">
              <a:extLst>
                <a:ext uri="{FF2B5EF4-FFF2-40B4-BE49-F238E27FC236}">
                  <a16:creationId xmlns:a16="http://schemas.microsoft.com/office/drawing/2014/main" id="{EBA004AC-ED3F-477C-8F58-AB024FDC1A73}"/>
                </a:ext>
              </a:extLst>
            </p:cNvPr>
            <p:cNvSpPr/>
            <p:nvPr/>
          </p:nvSpPr>
          <p:spPr>
            <a:xfrm>
              <a:off x="4363575" y="2552475"/>
              <a:ext cx="2800" cy="1650"/>
            </a:xfrm>
            <a:custGeom>
              <a:avLst/>
              <a:gdLst/>
              <a:ahLst/>
              <a:cxnLst/>
              <a:rect l="l" t="t" r="r" b="b"/>
              <a:pathLst>
                <a:path w="112" h="66" extrusionOk="0">
                  <a:moveTo>
                    <a:pt x="111" y="0"/>
                  </a:moveTo>
                  <a:cubicBezTo>
                    <a:pt x="73" y="21"/>
                    <a:pt x="36" y="41"/>
                    <a:pt x="0" y="65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14;p43">
              <a:extLst>
                <a:ext uri="{FF2B5EF4-FFF2-40B4-BE49-F238E27FC236}">
                  <a16:creationId xmlns:a16="http://schemas.microsoft.com/office/drawing/2014/main" id="{1A452F00-AE43-4325-A3D4-55F31F2231F5}"/>
                </a:ext>
              </a:extLst>
            </p:cNvPr>
            <p:cNvSpPr/>
            <p:nvPr/>
          </p:nvSpPr>
          <p:spPr>
            <a:xfrm>
              <a:off x="4325950" y="2574200"/>
              <a:ext cx="2800" cy="1600"/>
            </a:xfrm>
            <a:custGeom>
              <a:avLst/>
              <a:gdLst/>
              <a:ahLst/>
              <a:cxnLst/>
              <a:rect l="l" t="t" r="r" b="b"/>
              <a:pathLst>
                <a:path w="112" h="64" extrusionOk="0">
                  <a:moveTo>
                    <a:pt x="112" y="0"/>
                  </a:moveTo>
                  <a:cubicBezTo>
                    <a:pt x="73" y="21"/>
                    <a:pt x="36" y="41"/>
                    <a:pt x="1" y="64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15;p43">
              <a:extLst>
                <a:ext uri="{FF2B5EF4-FFF2-40B4-BE49-F238E27FC236}">
                  <a16:creationId xmlns:a16="http://schemas.microsoft.com/office/drawing/2014/main" id="{86D18291-8BD4-4CB6-9DE2-8AF55D74F860}"/>
                </a:ext>
              </a:extLst>
            </p:cNvPr>
            <p:cNvSpPr/>
            <p:nvPr/>
          </p:nvSpPr>
          <p:spPr>
            <a:xfrm>
              <a:off x="4288325" y="2595900"/>
              <a:ext cx="2775" cy="1625"/>
            </a:xfrm>
            <a:custGeom>
              <a:avLst/>
              <a:gdLst/>
              <a:ahLst/>
              <a:cxnLst/>
              <a:rect l="l" t="t" r="r" b="b"/>
              <a:pathLst>
                <a:path w="111" h="65" extrusionOk="0">
                  <a:moveTo>
                    <a:pt x="111" y="1"/>
                  </a:moveTo>
                  <a:cubicBezTo>
                    <a:pt x="73" y="21"/>
                    <a:pt x="36" y="42"/>
                    <a:pt x="1" y="65"/>
                  </a:cubicBezTo>
                  <a:lnTo>
                    <a:pt x="11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16;p43">
              <a:extLst>
                <a:ext uri="{FF2B5EF4-FFF2-40B4-BE49-F238E27FC236}">
                  <a16:creationId xmlns:a16="http://schemas.microsoft.com/office/drawing/2014/main" id="{C9445879-E74A-43F9-87E2-C9424D960AD3}"/>
                </a:ext>
              </a:extLst>
            </p:cNvPr>
            <p:cNvSpPr/>
            <p:nvPr/>
          </p:nvSpPr>
          <p:spPr>
            <a:xfrm>
              <a:off x="3794925" y="3107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17;p43">
              <a:extLst>
                <a:ext uri="{FF2B5EF4-FFF2-40B4-BE49-F238E27FC236}">
                  <a16:creationId xmlns:a16="http://schemas.microsoft.com/office/drawing/2014/main" id="{988EC8E4-85D5-40DE-AFEF-47A8566FE843}"/>
                </a:ext>
              </a:extLst>
            </p:cNvPr>
            <p:cNvSpPr/>
            <p:nvPr/>
          </p:nvSpPr>
          <p:spPr>
            <a:xfrm>
              <a:off x="4403950" y="2466200"/>
              <a:ext cx="221550" cy="234275"/>
            </a:xfrm>
            <a:custGeom>
              <a:avLst/>
              <a:gdLst/>
              <a:ahLst/>
              <a:cxnLst/>
              <a:rect l="l" t="t" r="r" b="b"/>
              <a:pathLst>
                <a:path w="8862" h="9371" extrusionOk="0">
                  <a:moveTo>
                    <a:pt x="4872" y="1"/>
                  </a:moveTo>
                  <a:cubicBezTo>
                    <a:pt x="4581" y="1"/>
                    <a:pt x="4319" y="75"/>
                    <a:pt x="4097" y="218"/>
                  </a:cubicBezTo>
                  <a:lnTo>
                    <a:pt x="1" y="2584"/>
                  </a:lnTo>
                  <a:cubicBezTo>
                    <a:pt x="197" y="2483"/>
                    <a:pt x="420" y="2430"/>
                    <a:pt x="663" y="2430"/>
                  </a:cubicBezTo>
                  <a:cubicBezTo>
                    <a:pt x="1034" y="2430"/>
                    <a:pt x="1452" y="2551"/>
                    <a:pt x="1894" y="2807"/>
                  </a:cubicBezTo>
                  <a:cubicBezTo>
                    <a:pt x="3418" y="3687"/>
                    <a:pt x="4654" y="5825"/>
                    <a:pt x="4654" y="7584"/>
                  </a:cubicBezTo>
                  <a:cubicBezTo>
                    <a:pt x="4654" y="8464"/>
                    <a:pt x="4345" y="9081"/>
                    <a:pt x="3845" y="9371"/>
                  </a:cubicBezTo>
                  <a:lnTo>
                    <a:pt x="8053" y="6941"/>
                  </a:lnTo>
                  <a:cubicBezTo>
                    <a:pt x="8552" y="6652"/>
                    <a:pt x="8861" y="6035"/>
                    <a:pt x="8861" y="5155"/>
                  </a:cubicBezTo>
                  <a:cubicBezTo>
                    <a:pt x="8861" y="3396"/>
                    <a:pt x="7626" y="1256"/>
                    <a:pt x="6103" y="377"/>
                  </a:cubicBezTo>
                  <a:cubicBezTo>
                    <a:pt x="5660" y="121"/>
                    <a:pt x="5242" y="1"/>
                    <a:pt x="4872" y="1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18;p43">
              <a:extLst>
                <a:ext uri="{FF2B5EF4-FFF2-40B4-BE49-F238E27FC236}">
                  <a16:creationId xmlns:a16="http://schemas.microsoft.com/office/drawing/2014/main" id="{05D2D965-5A61-4287-8997-BDAB064CC4BB}"/>
                </a:ext>
              </a:extLst>
            </p:cNvPr>
            <p:cNvSpPr/>
            <p:nvPr/>
          </p:nvSpPr>
          <p:spPr>
            <a:xfrm>
              <a:off x="4366350" y="2526925"/>
              <a:ext cx="153925" cy="195250"/>
            </a:xfrm>
            <a:custGeom>
              <a:avLst/>
              <a:gdLst/>
              <a:ahLst/>
              <a:cxnLst/>
              <a:rect l="l" t="t" r="r" b="b"/>
              <a:pathLst>
                <a:path w="6157" h="7810" extrusionOk="0">
                  <a:moveTo>
                    <a:pt x="2168" y="1"/>
                  </a:moveTo>
                  <a:cubicBezTo>
                    <a:pt x="1924" y="1"/>
                    <a:pt x="1701" y="53"/>
                    <a:pt x="1505" y="154"/>
                  </a:cubicBezTo>
                  <a:lnTo>
                    <a:pt x="1394" y="217"/>
                  </a:lnTo>
                  <a:lnTo>
                    <a:pt x="0" y="1022"/>
                  </a:lnTo>
                  <a:cubicBezTo>
                    <a:pt x="196" y="921"/>
                    <a:pt x="420" y="870"/>
                    <a:pt x="665" y="870"/>
                  </a:cubicBezTo>
                  <a:cubicBezTo>
                    <a:pt x="724" y="870"/>
                    <a:pt x="784" y="873"/>
                    <a:pt x="846" y="879"/>
                  </a:cubicBezTo>
                  <a:cubicBezTo>
                    <a:pt x="1169" y="912"/>
                    <a:pt x="1523" y="1032"/>
                    <a:pt x="1893" y="1245"/>
                  </a:cubicBezTo>
                  <a:cubicBezTo>
                    <a:pt x="3417" y="2125"/>
                    <a:pt x="4653" y="4264"/>
                    <a:pt x="4653" y="6024"/>
                  </a:cubicBezTo>
                  <a:cubicBezTo>
                    <a:pt x="4653" y="6452"/>
                    <a:pt x="4578" y="6818"/>
                    <a:pt x="4445" y="7114"/>
                  </a:cubicBezTo>
                  <a:cubicBezTo>
                    <a:pt x="4306" y="7426"/>
                    <a:pt x="4102" y="7660"/>
                    <a:pt x="3848" y="7808"/>
                  </a:cubicBezTo>
                  <a:lnTo>
                    <a:pt x="3848" y="7808"/>
                  </a:lnTo>
                  <a:lnTo>
                    <a:pt x="5349" y="6941"/>
                  </a:lnTo>
                  <a:cubicBezTo>
                    <a:pt x="5849" y="6652"/>
                    <a:pt x="6156" y="6035"/>
                    <a:pt x="6156" y="5155"/>
                  </a:cubicBezTo>
                  <a:cubicBezTo>
                    <a:pt x="6156" y="3396"/>
                    <a:pt x="4922" y="1256"/>
                    <a:pt x="3398" y="377"/>
                  </a:cubicBezTo>
                  <a:cubicBezTo>
                    <a:pt x="2956" y="121"/>
                    <a:pt x="2538" y="1"/>
                    <a:pt x="2168" y="1"/>
                  </a:cubicBezTo>
                  <a:close/>
                  <a:moveTo>
                    <a:pt x="3848" y="7808"/>
                  </a:moveTo>
                  <a:lnTo>
                    <a:pt x="3845" y="7810"/>
                  </a:lnTo>
                  <a:cubicBezTo>
                    <a:pt x="3846" y="7809"/>
                    <a:pt x="3847" y="7808"/>
                    <a:pt x="3848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19;p43">
              <a:extLst>
                <a:ext uri="{FF2B5EF4-FFF2-40B4-BE49-F238E27FC236}">
                  <a16:creationId xmlns:a16="http://schemas.microsoft.com/office/drawing/2014/main" id="{C633C44F-309A-485E-9951-506915C39140}"/>
                </a:ext>
              </a:extLst>
            </p:cNvPr>
            <p:cNvSpPr/>
            <p:nvPr/>
          </p:nvSpPr>
          <p:spPr>
            <a:xfrm>
              <a:off x="4328725" y="2548675"/>
              <a:ext cx="153950" cy="195225"/>
            </a:xfrm>
            <a:custGeom>
              <a:avLst/>
              <a:gdLst/>
              <a:ahLst/>
              <a:cxnLst/>
              <a:rect l="l" t="t" r="r" b="b"/>
              <a:pathLst>
                <a:path w="6158" h="7809" extrusionOk="0">
                  <a:moveTo>
                    <a:pt x="2166" y="0"/>
                  </a:moveTo>
                  <a:cubicBezTo>
                    <a:pt x="1923" y="0"/>
                    <a:pt x="1701" y="52"/>
                    <a:pt x="1505" y="152"/>
                  </a:cubicBezTo>
                  <a:lnTo>
                    <a:pt x="1394" y="216"/>
                  </a:lnTo>
                  <a:lnTo>
                    <a:pt x="1" y="1021"/>
                  </a:lnTo>
                  <a:cubicBezTo>
                    <a:pt x="197" y="920"/>
                    <a:pt x="421" y="868"/>
                    <a:pt x="665" y="868"/>
                  </a:cubicBezTo>
                  <a:cubicBezTo>
                    <a:pt x="725" y="868"/>
                    <a:pt x="785" y="871"/>
                    <a:pt x="846" y="877"/>
                  </a:cubicBezTo>
                  <a:cubicBezTo>
                    <a:pt x="1171" y="911"/>
                    <a:pt x="1523" y="1031"/>
                    <a:pt x="1895" y="1244"/>
                  </a:cubicBezTo>
                  <a:cubicBezTo>
                    <a:pt x="1983" y="1296"/>
                    <a:pt x="2071" y="1352"/>
                    <a:pt x="2158" y="1412"/>
                  </a:cubicBezTo>
                  <a:cubicBezTo>
                    <a:pt x="3471" y="2315"/>
                    <a:pt x="4515" y="4122"/>
                    <a:pt x="4640" y="5710"/>
                  </a:cubicBezTo>
                  <a:cubicBezTo>
                    <a:pt x="4649" y="5815"/>
                    <a:pt x="4653" y="5920"/>
                    <a:pt x="4653" y="6022"/>
                  </a:cubicBezTo>
                  <a:cubicBezTo>
                    <a:pt x="4653" y="6451"/>
                    <a:pt x="4580" y="6816"/>
                    <a:pt x="4447" y="7113"/>
                  </a:cubicBezTo>
                  <a:cubicBezTo>
                    <a:pt x="4306" y="7424"/>
                    <a:pt x="4102" y="7659"/>
                    <a:pt x="3848" y="7806"/>
                  </a:cubicBezTo>
                  <a:lnTo>
                    <a:pt x="3848" y="7806"/>
                  </a:lnTo>
                  <a:lnTo>
                    <a:pt x="5350" y="6940"/>
                  </a:lnTo>
                  <a:cubicBezTo>
                    <a:pt x="5607" y="6792"/>
                    <a:pt x="5812" y="6557"/>
                    <a:pt x="5952" y="6244"/>
                  </a:cubicBezTo>
                  <a:cubicBezTo>
                    <a:pt x="6084" y="5948"/>
                    <a:pt x="6158" y="5582"/>
                    <a:pt x="6158" y="5154"/>
                  </a:cubicBezTo>
                  <a:cubicBezTo>
                    <a:pt x="6158" y="3394"/>
                    <a:pt x="4922" y="1255"/>
                    <a:pt x="3400" y="375"/>
                  </a:cubicBezTo>
                  <a:cubicBezTo>
                    <a:pt x="3028" y="162"/>
                    <a:pt x="2674" y="42"/>
                    <a:pt x="2352" y="10"/>
                  </a:cubicBezTo>
                  <a:cubicBezTo>
                    <a:pt x="2289" y="3"/>
                    <a:pt x="2227" y="0"/>
                    <a:pt x="2166" y="0"/>
                  </a:cubicBezTo>
                  <a:close/>
                  <a:moveTo>
                    <a:pt x="3848" y="7806"/>
                  </a:moveTo>
                  <a:lnTo>
                    <a:pt x="3845" y="7808"/>
                  </a:lnTo>
                  <a:cubicBezTo>
                    <a:pt x="3846" y="7808"/>
                    <a:pt x="3847" y="7807"/>
                    <a:pt x="3848" y="7806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20;p43">
              <a:extLst>
                <a:ext uri="{FF2B5EF4-FFF2-40B4-BE49-F238E27FC236}">
                  <a16:creationId xmlns:a16="http://schemas.microsoft.com/office/drawing/2014/main" id="{BE4F6968-F34E-4DE7-B76B-CBE594C221B5}"/>
                </a:ext>
              </a:extLst>
            </p:cNvPr>
            <p:cNvSpPr/>
            <p:nvPr/>
          </p:nvSpPr>
          <p:spPr>
            <a:xfrm>
              <a:off x="4291075" y="2570350"/>
              <a:ext cx="153975" cy="195275"/>
            </a:xfrm>
            <a:custGeom>
              <a:avLst/>
              <a:gdLst/>
              <a:ahLst/>
              <a:cxnLst/>
              <a:rect l="l" t="t" r="r" b="b"/>
              <a:pathLst>
                <a:path w="6159" h="7811" extrusionOk="0">
                  <a:moveTo>
                    <a:pt x="2169" y="1"/>
                  </a:moveTo>
                  <a:cubicBezTo>
                    <a:pt x="1925" y="1"/>
                    <a:pt x="1702" y="53"/>
                    <a:pt x="1505" y="154"/>
                  </a:cubicBezTo>
                  <a:lnTo>
                    <a:pt x="1394" y="218"/>
                  </a:lnTo>
                  <a:lnTo>
                    <a:pt x="1" y="1023"/>
                  </a:lnTo>
                  <a:cubicBezTo>
                    <a:pt x="197" y="922"/>
                    <a:pt x="420" y="870"/>
                    <a:pt x="664" y="870"/>
                  </a:cubicBezTo>
                  <a:cubicBezTo>
                    <a:pt x="724" y="870"/>
                    <a:pt x="785" y="873"/>
                    <a:pt x="848" y="879"/>
                  </a:cubicBezTo>
                  <a:cubicBezTo>
                    <a:pt x="1171" y="913"/>
                    <a:pt x="1525" y="1032"/>
                    <a:pt x="1895" y="1246"/>
                  </a:cubicBezTo>
                  <a:cubicBezTo>
                    <a:pt x="1984" y="1298"/>
                    <a:pt x="2073" y="1353"/>
                    <a:pt x="2159" y="1414"/>
                  </a:cubicBezTo>
                  <a:cubicBezTo>
                    <a:pt x="3472" y="2316"/>
                    <a:pt x="4516" y="4124"/>
                    <a:pt x="4640" y="5712"/>
                  </a:cubicBezTo>
                  <a:cubicBezTo>
                    <a:pt x="4649" y="5817"/>
                    <a:pt x="4653" y="5922"/>
                    <a:pt x="4653" y="6024"/>
                  </a:cubicBezTo>
                  <a:cubicBezTo>
                    <a:pt x="4653" y="6453"/>
                    <a:pt x="4580" y="6818"/>
                    <a:pt x="4447" y="7115"/>
                  </a:cubicBezTo>
                  <a:cubicBezTo>
                    <a:pt x="4308" y="7426"/>
                    <a:pt x="4104" y="7661"/>
                    <a:pt x="3849" y="7808"/>
                  </a:cubicBezTo>
                  <a:lnTo>
                    <a:pt x="3849" y="7808"/>
                  </a:lnTo>
                  <a:lnTo>
                    <a:pt x="5351" y="6941"/>
                  </a:lnTo>
                  <a:cubicBezTo>
                    <a:pt x="5607" y="6794"/>
                    <a:pt x="5812" y="6559"/>
                    <a:pt x="5952" y="6246"/>
                  </a:cubicBezTo>
                  <a:cubicBezTo>
                    <a:pt x="6085" y="5949"/>
                    <a:pt x="6158" y="5584"/>
                    <a:pt x="6158" y="5155"/>
                  </a:cubicBezTo>
                  <a:cubicBezTo>
                    <a:pt x="6158" y="5053"/>
                    <a:pt x="6153" y="4948"/>
                    <a:pt x="6145" y="4843"/>
                  </a:cubicBezTo>
                  <a:cubicBezTo>
                    <a:pt x="6021" y="3255"/>
                    <a:pt x="4976" y="1448"/>
                    <a:pt x="3664" y="545"/>
                  </a:cubicBezTo>
                  <a:cubicBezTo>
                    <a:pt x="3577" y="486"/>
                    <a:pt x="3489" y="429"/>
                    <a:pt x="3400" y="377"/>
                  </a:cubicBezTo>
                  <a:cubicBezTo>
                    <a:pt x="3029" y="164"/>
                    <a:pt x="2676" y="44"/>
                    <a:pt x="2352" y="10"/>
                  </a:cubicBezTo>
                  <a:cubicBezTo>
                    <a:pt x="2290" y="4"/>
                    <a:pt x="2229" y="1"/>
                    <a:pt x="2169" y="1"/>
                  </a:cubicBezTo>
                  <a:close/>
                  <a:moveTo>
                    <a:pt x="3849" y="7808"/>
                  </a:moveTo>
                  <a:lnTo>
                    <a:pt x="3846" y="7810"/>
                  </a:lnTo>
                  <a:cubicBezTo>
                    <a:pt x="3847" y="7809"/>
                    <a:pt x="3848" y="7809"/>
                    <a:pt x="3849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21;p43">
              <a:extLst>
                <a:ext uri="{FF2B5EF4-FFF2-40B4-BE49-F238E27FC236}">
                  <a16:creationId xmlns:a16="http://schemas.microsoft.com/office/drawing/2014/main" id="{A098F695-F1D3-4DC0-AA57-58959A6B1010}"/>
                </a:ext>
              </a:extLst>
            </p:cNvPr>
            <p:cNvSpPr/>
            <p:nvPr/>
          </p:nvSpPr>
          <p:spPr>
            <a:xfrm>
              <a:off x="3698825" y="2592075"/>
              <a:ext cx="669375" cy="374375"/>
            </a:xfrm>
            <a:custGeom>
              <a:avLst/>
              <a:gdLst/>
              <a:ahLst/>
              <a:cxnLst/>
              <a:rect l="l" t="t" r="r" b="b"/>
              <a:pathLst>
                <a:path w="26775" h="14975" extrusionOk="0">
                  <a:moveTo>
                    <a:pt x="24354" y="1"/>
                  </a:moveTo>
                  <a:cubicBezTo>
                    <a:pt x="24110" y="1"/>
                    <a:pt x="23887" y="53"/>
                    <a:pt x="23691" y="154"/>
                  </a:cubicBezTo>
                  <a:lnTo>
                    <a:pt x="23581" y="218"/>
                  </a:lnTo>
                  <a:lnTo>
                    <a:pt x="140" y="13768"/>
                  </a:lnTo>
                  <a:lnTo>
                    <a:pt x="0" y="13849"/>
                  </a:lnTo>
                  <a:cubicBezTo>
                    <a:pt x="18" y="13840"/>
                    <a:pt x="119" y="13820"/>
                    <a:pt x="274" y="13820"/>
                  </a:cubicBezTo>
                  <a:cubicBezTo>
                    <a:pt x="527" y="13820"/>
                    <a:pt x="923" y="13872"/>
                    <a:pt x="1336" y="14105"/>
                  </a:cubicBezTo>
                  <a:cubicBezTo>
                    <a:pt x="1832" y="14383"/>
                    <a:pt x="1839" y="14975"/>
                    <a:pt x="1839" y="14975"/>
                  </a:cubicBezTo>
                  <a:lnTo>
                    <a:pt x="26775" y="1375"/>
                  </a:lnTo>
                  <a:cubicBezTo>
                    <a:pt x="26490" y="1054"/>
                    <a:pt x="26178" y="772"/>
                    <a:pt x="25849" y="545"/>
                  </a:cubicBezTo>
                  <a:cubicBezTo>
                    <a:pt x="25763" y="486"/>
                    <a:pt x="25674" y="429"/>
                    <a:pt x="25585" y="377"/>
                  </a:cubicBezTo>
                  <a:cubicBezTo>
                    <a:pt x="25215" y="163"/>
                    <a:pt x="24861" y="44"/>
                    <a:pt x="24538" y="10"/>
                  </a:cubicBezTo>
                  <a:cubicBezTo>
                    <a:pt x="24475" y="4"/>
                    <a:pt x="24414" y="1"/>
                    <a:pt x="24354" y="1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22;p43">
              <a:extLst>
                <a:ext uri="{FF2B5EF4-FFF2-40B4-BE49-F238E27FC236}">
                  <a16:creationId xmlns:a16="http://schemas.microsoft.com/office/drawing/2014/main" id="{A5A02CA5-B34A-4F66-AFFA-3736D2C7F355}"/>
                </a:ext>
              </a:extLst>
            </p:cNvPr>
            <p:cNvSpPr/>
            <p:nvPr/>
          </p:nvSpPr>
          <p:spPr>
            <a:xfrm>
              <a:off x="3794925" y="2682750"/>
              <a:ext cx="612500" cy="425250"/>
            </a:xfrm>
            <a:custGeom>
              <a:avLst/>
              <a:gdLst/>
              <a:ahLst/>
              <a:cxnLst/>
              <a:rect l="l" t="t" r="r" b="b"/>
              <a:pathLst>
                <a:path w="24500" h="17010" extrusionOk="0">
                  <a:moveTo>
                    <a:pt x="24230" y="1"/>
                  </a:moveTo>
                  <a:lnTo>
                    <a:pt x="0" y="14822"/>
                  </a:lnTo>
                  <a:cubicBezTo>
                    <a:pt x="0" y="14822"/>
                    <a:pt x="503" y="15114"/>
                    <a:pt x="502" y="15690"/>
                  </a:cubicBezTo>
                  <a:cubicBezTo>
                    <a:pt x="500" y="16455"/>
                    <a:pt x="65" y="16972"/>
                    <a:pt x="0" y="17009"/>
                  </a:cubicBezTo>
                  <a:lnTo>
                    <a:pt x="196" y="16897"/>
                  </a:lnTo>
                  <a:lnTo>
                    <a:pt x="23691" y="3314"/>
                  </a:lnTo>
                  <a:cubicBezTo>
                    <a:pt x="23948" y="3167"/>
                    <a:pt x="24153" y="2932"/>
                    <a:pt x="24293" y="2619"/>
                  </a:cubicBezTo>
                  <a:cubicBezTo>
                    <a:pt x="24426" y="2322"/>
                    <a:pt x="24499" y="1957"/>
                    <a:pt x="24499" y="1528"/>
                  </a:cubicBezTo>
                  <a:cubicBezTo>
                    <a:pt x="24499" y="1426"/>
                    <a:pt x="24495" y="1321"/>
                    <a:pt x="24486" y="1216"/>
                  </a:cubicBezTo>
                  <a:cubicBezTo>
                    <a:pt x="24455" y="819"/>
                    <a:pt x="24366" y="407"/>
                    <a:pt x="24230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3;p43">
              <a:extLst>
                <a:ext uri="{FF2B5EF4-FFF2-40B4-BE49-F238E27FC236}">
                  <a16:creationId xmlns:a16="http://schemas.microsoft.com/office/drawing/2014/main" id="{A4969C40-C870-4917-9B29-E8290E33CE93}"/>
                </a:ext>
              </a:extLst>
            </p:cNvPr>
            <p:cNvSpPr/>
            <p:nvPr/>
          </p:nvSpPr>
          <p:spPr>
            <a:xfrm>
              <a:off x="3744775" y="2613575"/>
              <a:ext cx="660525" cy="439725"/>
            </a:xfrm>
            <a:custGeom>
              <a:avLst/>
              <a:gdLst/>
              <a:ahLst/>
              <a:cxnLst/>
              <a:rect l="l" t="t" r="r" b="b"/>
              <a:pathLst>
                <a:path w="26421" h="17589" extrusionOk="0">
                  <a:moveTo>
                    <a:pt x="24416" y="1"/>
                  </a:moveTo>
                  <a:lnTo>
                    <a:pt x="1" y="14114"/>
                  </a:lnTo>
                  <a:cubicBezTo>
                    <a:pt x="5" y="14113"/>
                    <a:pt x="9" y="14113"/>
                    <a:pt x="13" y="14113"/>
                  </a:cubicBezTo>
                  <a:cubicBezTo>
                    <a:pt x="1007" y="14113"/>
                    <a:pt x="1755" y="15414"/>
                    <a:pt x="1755" y="15414"/>
                  </a:cubicBezTo>
                  <a:cubicBezTo>
                    <a:pt x="1755" y="15414"/>
                    <a:pt x="2507" y="16727"/>
                    <a:pt x="2006" y="17589"/>
                  </a:cubicBezTo>
                  <a:lnTo>
                    <a:pt x="26421" y="3475"/>
                  </a:lnTo>
                  <a:cubicBezTo>
                    <a:pt x="26375" y="3235"/>
                    <a:pt x="26314" y="2998"/>
                    <a:pt x="26236" y="2766"/>
                  </a:cubicBezTo>
                  <a:cubicBezTo>
                    <a:pt x="26096" y="2353"/>
                    <a:pt x="25917" y="1954"/>
                    <a:pt x="25697" y="1577"/>
                  </a:cubicBezTo>
                  <a:cubicBezTo>
                    <a:pt x="25480" y="1198"/>
                    <a:pt x="25225" y="842"/>
                    <a:pt x="24937" y="515"/>
                  </a:cubicBezTo>
                  <a:cubicBezTo>
                    <a:pt x="24774" y="331"/>
                    <a:pt x="24600" y="160"/>
                    <a:pt x="24416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24;p43">
              <a:extLst>
                <a:ext uri="{FF2B5EF4-FFF2-40B4-BE49-F238E27FC236}">
                  <a16:creationId xmlns:a16="http://schemas.microsoft.com/office/drawing/2014/main" id="{B6EF0580-4163-4DBA-A700-5F524824D3CA}"/>
                </a:ext>
              </a:extLst>
            </p:cNvPr>
            <p:cNvSpPr/>
            <p:nvPr/>
          </p:nvSpPr>
          <p:spPr>
            <a:xfrm>
              <a:off x="3555975" y="3064350"/>
              <a:ext cx="88500" cy="72850"/>
            </a:xfrm>
            <a:custGeom>
              <a:avLst/>
              <a:gdLst/>
              <a:ahLst/>
              <a:cxnLst/>
              <a:rect l="l" t="t" r="r" b="b"/>
              <a:pathLst>
                <a:path w="3540" h="2914" extrusionOk="0">
                  <a:moveTo>
                    <a:pt x="2089" y="0"/>
                  </a:moveTo>
                  <a:cubicBezTo>
                    <a:pt x="1966" y="0"/>
                    <a:pt x="1857" y="37"/>
                    <a:pt x="1768" y="108"/>
                  </a:cubicBezTo>
                  <a:lnTo>
                    <a:pt x="1618" y="303"/>
                  </a:lnTo>
                  <a:lnTo>
                    <a:pt x="112" y="2268"/>
                  </a:lnTo>
                  <a:cubicBezTo>
                    <a:pt x="12" y="2396"/>
                    <a:pt x="1" y="2572"/>
                    <a:pt x="83" y="2710"/>
                  </a:cubicBezTo>
                  <a:lnTo>
                    <a:pt x="83" y="2712"/>
                  </a:lnTo>
                  <a:cubicBezTo>
                    <a:pt x="154" y="2837"/>
                    <a:pt x="286" y="2913"/>
                    <a:pt x="428" y="2913"/>
                  </a:cubicBezTo>
                  <a:cubicBezTo>
                    <a:pt x="445" y="2913"/>
                    <a:pt x="463" y="2912"/>
                    <a:pt x="481" y="2910"/>
                  </a:cubicBezTo>
                  <a:lnTo>
                    <a:pt x="2964" y="2591"/>
                  </a:lnTo>
                  <a:lnTo>
                    <a:pt x="3137" y="2570"/>
                  </a:lnTo>
                  <a:lnTo>
                    <a:pt x="3140" y="2570"/>
                  </a:lnTo>
                  <a:cubicBezTo>
                    <a:pt x="3384" y="2498"/>
                    <a:pt x="3540" y="2252"/>
                    <a:pt x="3540" y="1874"/>
                  </a:cubicBezTo>
                  <a:cubicBezTo>
                    <a:pt x="3540" y="1801"/>
                    <a:pt x="3535" y="1728"/>
                    <a:pt x="3524" y="1656"/>
                  </a:cubicBezTo>
                  <a:cubicBezTo>
                    <a:pt x="3440" y="1067"/>
                    <a:pt x="3029" y="422"/>
                    <a:pt x="2537" y="138"/>
                  </a:cubicBezTo>
                  <a:cubicBezTo>
                    <a:pt x="2376" y="45"/>
                    <a:pt x="2224" y="0"/>
                    <a:pt x="2089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5;p43">
              <a:extLst>
                <a:ext uri="{FF2B5EF4-FFF2-40B4-BE49-F238E27FC236}">
                  <a16:creationId xmlns:a16="http://schemas.microsoft.com/office/drawing/2014/main" id="{47CF8369-CAF9-49ED-9974-B9134185502D}"/>
                </a:ext>
              </a:extLst>
            </p:cNvPr>
            <p:cNvSpPr/>
            <p:nvPr/>
          </p:nvSpPr>
          <p:spPr>
            <a:xfrm>
              <a:off x="3596400" y="3067000"/>
              <a:ext cx="3800" cy="4950"/>
            </a:xfrm>
            <a:custGeom>
              <a:avLst/>
              <a:gdLst/>
              <a:ahLst/>
              <a:cxnLst/>
              <a:rect l="l" t="t" r="r" b="b"/>
              <a:pathLst>
                <a:path w="152" h="198" extrusionOk="0">
                  <a:moveTo>
                    <a:pt x="151" y="1"/>
                  </a:moveTo>
                  <a:lnTo>
                    <a:pt x="151" y="1"/>
                  </a:lnTo>
                  <a:cubicBezTo>
                    <a:pt x="86" y="54"/>
                    <a:pt x="36" y="121"/>
                    <a:pt x="1" y="197"/>
                  </a:cubicBezTo>
                  <a:lnTo>
                    <a:pt x="15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26;p43">
              <a:extLst>
                <a:ext uri="{FF2B5EF4-FFF2-40B4-BE49-F238E27FC236}">
                  <a16:creationId xmlns:a16="http://schemas.microsoft.com/office/drawing/2014/main" id="{F30B6BB2-0EA8-4AFE-ABB4-579FC6EF0C82}"/>
                </a:ext>
              </a:extLst>
            </p:cNvPr>
            <p:cNvSpPr/>
            <p:nvPr/>
          </p:nvSpPr>
          <p:spPr>
            <a:xfrm>
              <a:off x="3630100" y="3128600"/>
              <a:ext cx="4325" cy="550"/>
            </a:xfrm>
            <a:custGeom>
              <a:avLst/>
              <a:gdLst/>
              <a:ahLst/>
              <a:cxnLst/>
              <a:rect l="l" t="t" r="r" b="b"/>
              <a:pathLst>
                <a:path w="173" h="22" extrusionOk="0">
                  <a:moveTo>
                    <a:pt x="173" y="0"/>
                  </a:moveTo>
                  <a:lnTo>
                    <a:pt x="0" y="21"/>
                  </a:lnTo>
                  <a:cubicBezTo>
                    <a:pt x="8" y="21"/>
                    <a:pt x="15" y="21"/>
                    <a:pt x="22" y="21"/>
                  </a:cubicBezTo>
                  <a:cubicBezTo>
                    <a:pt x="73" y="21"/>
                    <a:pt x="123" y="14"/>
                    <a:pt x="173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27;p43">
              <a:extLst>
                <a:ext uri="{FF2B5EF4-FFF2-40B4-BE49-F238E27FC236}">
                  <a16:creationId xmlns:a16="http://schemas.microsoft.com/office/drawing/2014/main" id="{2BAE439C-8085-4EAC-BD66-860D271B3D31}"/>
                </a:ext>
              </a:extLst>
            </p:cNvPr>
            <p:cNvSpPr/>
            <p:nvPr/>
          </p:nvSpPr>
          <p:spPr>
            <a:xfrm>
              <a:off x="3558050" y="3105725"/>
              <a:ext cx="86425" cy="31475"/>
            </a:xfrm>
            <a:custGeom>
              <a:avLst/>
              <a:gdLst/>
              <a:ahLst/>
              <a:cxnLst/>
              <a:rect l="l" t="t" r="r" b="b"/>
              <a:pathLst>
                <a:path w="3457" h="1259" extrusionOk="0">
                  <a:moveTo>
                    <a:pt x="3440" y="1"/>
                  </a:moveTo>
                  <a:cubicBezTo>
                    <a:pt x="1714" y="584"/>
                    <a:pt x="237" y="1062"/>
                    <a:pt x="25" y="1062"/>
                  </a:cubicBezTo>
                  <a:cubicBezTo>
                    <a:pt x="12" y="1062"/>
                    <a:pt x="4" y="1060"/>
                    <a:pt x="1" y="1057"/>
                  </a:cubicBezTo>
                  <a:lnTo>
                    <a:pt x="1" y="1057"/>
                  </a:lnTo>
                  <a:cubicBezTo>
                    <a:pt x="72" y="1182"/>
                    <a:pt x="205" y="1258"/>
                    <a:pt x="346" y="1258"/>
                  </a:cubicBezTo>
                  <a:cubicBezTo>
                    <a:pt x="364" y="1258"/>
                    <a:pt x="381" y="1257"/>
                    <a:pt x="399" y="1255"/>
                  </a:cubicBezTo>
                  <a:lnTo>
                    <a:pt x="2882" y="935"/>
                  </a:lnTo>
                  <a:lnTo>
                    <a:pt x="3055" y="914"/>
                  </a:lnTo>
                  <a:lnTo>
                    <a:pt x="3059" y="914"/>
                  </a:lnTo>
                  <a:cubicBezTo>
                    <a:pt x="3301" y="843"/>
                    <a:pt x="3457" y="597"/>
                    <a:pt x="3457" y="219"/>
                  </a:cubicBezTo>
                  <a:cubicBezTo>
                    <a:pt x="3457" y="146"/>
                    <a:pt x="3451" y="72"/>
                    <a:pt x="3440" y="1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28;p43">
              <a:extLst>
                <a:ext uri="{FF2B5EF4-FFF2-40B4-BE49-F238E27FC236}">
                  <a16:creationId xmlns:a16="http://schemas.microsoft.com/office/drawing/2014/main" id="{A07AD0C5-A388-470A-BE28-64EBE9F8C84D}"/>
                </a:ext>
              </a:extLst>
            </p:cNvPr>
            <p:cNvSpPr/>
            <p:nvPr/>
          </p:nvSpPr>
          <p:spPr>
            <a:xfrm>
              <a:off x="4291075" y="2526925"/>
              <a:ext cx="176975" cy="86675"/>
            </a:xfrm>
            <a:custGeom>
              <a:avLst/>
              <a:gdLst/>
              <a:ahLst/>
              <a:cxnLst/>
              <a:rect l="l" t="t" r="r" b="b"/>
              <a:pathLst>
                <a:path w="7079" h="3467" extrusionOk="0">
                  <a:moveTo>
                    <a:pt x="5180" y="1"/>
                  </a:moveTo>
                  <a:cubicBezTo>
                    <a:pt x="4936" y="1"/>
                    <a:pt x="4712" y="53"/>
                    <a:pt x="4516" y="154"/>
                  </a:cubicBezTo>
                  <a:lnTo>
                    <a:pt x="4405" y="219"/>
                  </a:lnTo>
                  <a:lnTo>
                    <a:pt x="3011" y="1022"/>
                  </a:lnTo>
                  <a:lnTo>
                    <a:pt x="2900" y="1086"/>
                  </a:lnTo>
                  <a:lnTo>
                    <a:pt x="1505" y="1891"/>
                  </a:lnTo>
                  <a:lnTo>
                    <a:pt x="1394" y="1955"/>
                  </a:lnTo>
                  <a:lnTo>
                    <a:pt x="1" y="2760"/>
                  </a:lnTo>
                  <a:cubicBezTo>
                    <a:pt x="197" y="2659"/>
                    <a:pt x="420" y="2607"/>
                    <a:pt x="664" y="2607"/>
                  </a:cubicBezTo>
                  <a:cubicBezTo>
                    <a:pt x="724" y="2607"/>
                    <a:pt x="785" y="2610"/>
                    <a:pt x="848" y="2616"/>
                  </a:cubicBezTo>
                  <a:cubicBezTo>
                    <a:pt x="1171" y="2649"/>
                    <a:pt x="1525" y="2768"/>
                    <a:pt x="1895" y="2982"/>
                  </a:cubicBezTo>
                  <a:cubicBezTo>
                    <a:pt x="1984" y="3034"/>
                    <a:pt x="2073" y="3090"/>
                    <a:pt x="2159" y="3151"/>
                  </a:cubicBezTo>
                  <a:cubicBezTo>
                    <a:pt x="2299" y="3248"/>
                    <a:pt x="2435" y="3355"/>
                    <a:pt x="2564" y="3467"/>
                  </a:cubicBezTo>
                  <a:lnTo>
                    <a:pt x="7079" y="862"/>
                  </a:lnTo>
                  <a:cubicBezTo>
                    <a:pt x="6871" y="680"/>
                    <a:pt x="6648" y="517"/>
                    <a:pt x="6410" y="377"/>
                  </a:cubicBezTo>
                  <a:cubicBezTo>
                    <a:pt x="5968" y="121"/>
                    <a:pt x="5550" y="1"/>
                    <a:pt x="5180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29;p43">
              <a:extLst>
                <a:ext uri="{FF2B5EF4-FFF2-40B4-BE49-F238E27FC236}">
                  <a16:creationId xmlns:a16="http://schemas.microsoft.com/office/drawing/2014/main" id="{D911E255-F7C9-4A3A-98FB-485C58DD9DCF}"/>
                </a:ext>
              </a:extLst>
            </p:cNvPr>
            <p:cNvSpPr/>
            <p:nvPr/>
          </p:nvSpPr>
          <p:spPr>
            <a:xfrm>
              <a:off x="4403950" y="2466200"/>
              <a:ext cx="221425" cy="125950"/>
            </a:xfrm>
            <a:custGeom>
              <a:avLst/>
              <a:gdLst/>
              <a:ahLst/>
              <a:cxnLst/>
              <a:rect l="l" t="t" r="r" b="b"/>
              <a:pathLst>
                <a:path w="8857" h="5038" extrusionOk="0">
                  <a:moveTo>
                    <a:pt x="4871" y="0"/>
                  </a:moveTo>
                  <a:cubicBezTo>
                    <a:pt x="4580" y="0"/>
                    <a:pt x="4319" y="75"/>
                    <a:pt x="4097" y="218"/>
                  </a:cubicBezTo>
                  <a:lnTo>
                    <a:pt x="1" y="2583"/>
                  </a:lnTo>
                  <a:cubicBezTo>
                    <a:pt x="197" y="2482"/>
                    <a:pt x="420" y="2430"/>
                    <a:pt x="664" y="2430"/>
                  </a:cubicBezTo>
                  <a:cubicBezTo>
                    <a:pt x="1034" y="2430"/>
                    <a:pt x="1452" y="2550"/>
                    <a:pt x="1894" y="2806"/>
                  </a:cubicBezTo>
                  <a:cubicBezTo>
                    <a:pt x="2133" y="2944"/>
                    <a:pt x="2357" y="3106"/>
                    <a:pt x="2565" y="3288"/>
                  </a:cubicBezTo>
                  <a:cubicBezTo>
                    <a:pt x="2565" y="3288"/>
                    <a:pt x="4972" y="1900"/>
                    <a:pt x="5601" y="1536"/>
                  </a:cubicBezTo>
                  <a:cubicBezTo>
                    <a:pt x="5735" y="1459"/>
                    <a:pt x="5876" y="1423"/>
                    <a:pt x="6020" y="1423"/>
                  </a:cubicBezTo>
                  <a:cubicBezTo>
                    <a:pt x="7273" y="1423"/>
                    <a:pt x="8786" y="4114"/>
                    <a:pt x="8856" y="5038"/>
                  </a:cubicBezTo>
                  <a:cubicBezTo>
                    <a:pt x="8803" y="3300"/>
                    <a:pt x="7593" y="1237"/>
                    <a:pt x="6103" y="377"/>
                  </a:cubicBezTo>
                  <a:cubicBezTo>
                    <a:pt x="5660" y="121"/>
                    <a:pt x="5242" y="0"/>
                    <a:pt x="4871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30;p43">
              <a:extLst>
                <a:ext uri="{FF2B5EF4-FFF2-40B4-BE49-F238E27FC236}">
                  <a16:creationId xmlns:a16="http://schemas.microsoft.com/office/drawing/2014/main" id="{8A1B330F-5C2D-4BA5-89A7-08409874027D}"/>
                </a:ext>
              </a:extLst>
            </p:cNvPr>
            <p:cNvSpPr/>
            <p:nvPr/>
          </p:nvSpPr>
          <p:spPr>
            <a:xfrm>
              <a:off x="3934350" y="2668225"/>
              <a:ext cx="970575" cy="712775"/>
            </a:xfrm>
            <a:custGeom>
              <a:avLst/>
              <a:gdLst/>
              <a:ahLst/>
              <a:cxnLst/>
              <a:rect l="l" t="t" r="r" b="b"/>
              <a:pathLst>
                <a:path w="38823" h="28511" extrusionOk="0">
                  <a:moveTo>
                    <a:pt x="17703" y="0"/>
                  </a:moveTo>
                  <a:lnTo>
                    <a:pt x="0" y="10220"/>
                  </a:lnTo>
                  <a:lnTo>
                    <a:pt x="0" y="13089"/>
                  </a:lnTo>
                  <a:cubicBezTo>
                    <a:pt x="0" y="14674"/>
                    <a:pt x="1779" y="16986"/>
                    <a:pt x="3974" y="18253"/>
                  </a:cubicBezTo>
                  <a:lnTo>
                    <a:pt x="21741" y="28510"/>
                  </a:lnTo>
                  <a:lnTo>
                    <a:pt x="38822" y="18648"/>
                  </a:lnTo>
                  <a:lnTo>
                    <a:pt x="21676" y="8749"/>
                  </a:lnTo>
                  <a:cubicBezTo>
                    <a:pt x="19482" y="7482"/>
                    <a:pt x="17703" y="5010"/>
                    <a:pt x="17703" y="3228"/>
                  </a:cubicBezTo>
                  <a:lnTo>
                    <a:pt x="17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31;p43">
              <a:extLst>
                <a:ext uri="{FF2B5EF4-FFF2-40B4-BE49-F238E27FC236}">
                  <a16:creationId xmlns:a16="http://schemas.microsoft.com/office/drawing/2014/main" id="{62B68031-D432-4B5D-8A8A-6E3A89C1A601}"/>
                </a:ext>
              </a:extLst>
            </p:cNvPr>
            <p:cNvSpPr/>
            <p:nvPr/>
          </p:nvSpPr>
          <p:spPr>
            <a:xfrm>
              <a:off x="4151325" y="2942225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0"/>
                  </a:moveTo>
                  <a:cubicBezTo>
                    <a:pt x="12723" y="0"/>
                    <a:pt x="12579" y="32"/>
                    <a:pt x="12470" y="95"/>
                  </a:cubicBezTo>
                  <a:lnTo>
                    <a:pt x="220" y="7167"/>
                  </a:lnTo>
                  <a:cubicBezTo>
                    <a:pt x="0" y="7294"/>
                    <a:pt x="0" y="7499"/>
                    <a:pt x="220" y="7626"/>
                  </a:cubicBezTo>
                  <a:lnTo>
                    <a:pt x="358" y="7705"/>
                  </a:lnTo>
                  <a:cubicBezTo>
                    <a:pt x="467" y="7769"/>
                    <a:pt x="611" y="7800"/>
                    <a:pt x="755" y="7800"/>
                  </a:cubicBezTo>
                  <a:cubicBezTo>
                    <a:pt x="898" y="7800"/>
                    <a:pt x="1042" y="7769"/>
                    <a:pt x="1152" y="7705"/>
                  </a:cubicBezTo>
                  <a:lnTo>
                    <a:pt x="13401" y="633"/>
                  </a:lnTo>
                  <a:cubicBezTo>
                    <a:pt x="13621" y="507"/>
                    <a:pt x="13621" y="300"/>
                    <a:pt x="13401" y="174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32;p43">
              <a:extLst>
                <a:ext uri="{FF2B5EF4-FFF2-40B4-BE49-F238E27FC236}">
                  <a16:creationId xmlns:a16="http://schemas.microsoft.com/office/drawing/2014/main" id="{6727047A-D1E6-4589-ACF0-032C1A6FD80D}"/>
                </a:ext>
              </a:extLst>
            </p:cNvPr>
            <p:cNvSpPr/>
            <p:nvPr/>
          </p:nvSpPr>
          <p:spPr>
            <a:xfrm>
              <a:off x="4227250" y="2986050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0"/>
                  </a:moveTo>
                  <a:cubicBezTo>
                    <a:pt x="12723" y="0"/>
                    <a:pt x="12580" y="32"/>
                    <a:pt x="12470" y="95"/>
                  </a:cubicBezTo>
                  <a:lnTo>
                    <a:pt x="220" y="7169"/>
                  </a:lnTo>
                  <a:cubicBezTo>
                    <a:pt x="1" y="7295"/>
                    <a:pt x="1" y="7500"/>
                    <a:pt x="220" y="7627"/>
                  </a:cubicBezTo>
                  <a:lnTo>
                    <a:pt x="358" y="7707"/>
                  </a:lnTo>
                  <a:cubicBezTo>
                    <a:pt x="468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2" y="7707"/>
                  </a:cubicBezTo>
                  <a:lnTo>
                    <a:pt x="13401" y="633"/>
                  </a:lnTo>
                  <a:cubicBezTo>
                    <a:pt x="13621" y="507"/>
                    <a:pt x="13621" y="302"/>
                    <a:pt x="13401" y="175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33;p43">
              <a:extLst>
                <a:ext uri="{FF2B5EF4-FFF2-40B4-BE49-F238E27FC236}">
                  <a16:creationId xmlns:a16="http://schemas.microsoft.com/office/drawing/2014/main" id="{11B8C5FE-CCAC-40BE-AE92-4F45483A7177}"/>
                </a:ext>
              </a:extLst>
            </p:cNvPr>
            <p:cNvSpPr/>
            <p:nvPr/>
          </p:nvSpPr>
          <p:spPr>
            <a:xfrm>
              <a:off x="4100850" y="2911375"/>
              <a:ext cx="341375" cy="196725"/>
            </a:xfrm>
            <a:custGeom>
              <a:avLst/>
              <a:gdLst/>
              <a:ahLst/>
              <a:cxnLst/>
              <a:rect l="l" t="t" r="r" b="b"/>
              <a:pathLst>
                <a:path w="13655" h="7869" extrusionOk="0">
                  <a:moveTo>
                    <a:pt x="12940" y="0"/>
                  </a:moveTo>
                  <a:cubicBezTo>
                    <a:pt x="12831" y="0"/>
                    <a:pt x="12648" y="60"/>
                    <a:pt x="12477" y="159"/>
                  </a:cubicBezTo>
                  <a:lnTo>
                    <a:pt x="220" y="7236"/>
                  </a:lnTo>
                  <a:cubicBezTo>
                    <a:pt x="1" y="7362"/>
                    <a:pt x="1" y="7567"/>
                    <a:pt x="220" y="7694"/>
                  </a:cubicBezTo>
                  <a:lnTo>
                    <a:pt x="358" y="7774"/>
                  </a:lnTo>
                  <a:cubicBezTo>
                    <a:pt x="468" y="7837"/>
                    <a:pt x="612" y="7869"/>
                    <a:pt x="755" y="7869"/>
                  </a:cubicBezTo>
                  <a:cubicBezTo>
                    <a:pt x="899" y="7869"/>
                    <a:pt x="1043" y="7837"/>
                    <a:pt x="1152" y="7774"/>
                  </a:cubicBezTo>
                  <a:lnTo>
                    <a:pt x="13402" y="702"/>
                  </a:lnTo>
                  <a:cubicBezTo>
                    <a:pt x="13622" y="575"/>
                    <a:pt x="13655" y="388"/>
                    <a:pt x="13476" y="285"/>
                  </a:cubicBezTo>
                  <a:lnTo>
                    <a:pt x="13153" y="98"/>
                  </a:lnTo>
                  <a:cubicBezTo>
                    <a:pt x="13106" y="72"/>
                    <a:pt x="13059" y="44"/>
                    <a:pt x="13013" y="15"/>
                  </a:cubicBezTo>
                  <a:cubicBezTo>
                    <a:pt x="12996" y="5"/>
                    <a:pt x="12971" y="0"/>
                    <a:pt x="12940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34;p43">
              <a:extLst>
                <a:ext uri="{FF2B5EF4-FFF2-40B4-BE49-F238E27FC236}">
                  <a16:creationId xmlns:a16="http://schemas.microsoft.com/office/drawing/2014/main" id="{2313F63E-C912-4B2B-9989-89AC01AE96E2}"/>
                </a:ext>
              </a:extLst>
            </p:cNvPr>
            <p:cNvSpPr/>
            <p:nvPr/>
          </p:nvSpPr>
          <p:spPr>
            <a:xfrm>
              <a:off x="4058375" y="2882875"/>
              <a:ext cx="340450" cy="198350"/>
            </a:xfrm>
            <a:custGeom>
              <a:avLst/>
              <a:gdLst/>
              <a:ahLst/>
              <a:cxnLst/>
              <a:rect l="l" t="t" r="r" b="b"/>
              <a:pathLst>
                <a:path w="13618" h="7934" extrusionOk="0">
                  <a:moveTo>
                    <a:pt x="12942" y="1"/>
                  </a:moveTo>
                  <a:cubicBezTo>
                    <a:pt x="12838" y="1"/>
                    <a:pt x="12736" y="24"/>
                    <a:pt x="12650" y="74"/>
                  </a:cubicBezTo>
                  <a:lnTo>
                    <a:pt x="241" y="7239"/>
                  </a:lnTo>
                  <a:cubicBezTo>
                    <a:pt x="21" y="7366"/>
                    <a:pt x="1" y="7601"/>
                    <a:pt x="202" y="7754"/>
                  </a:cubicBezTo>
                  <a:lnTo>
                    <a:pt x="278" y="7811"/>
                  </a:lnTo>
                  <a:cubicBezTo>
                    <a:pt x="389" y="7893"/>
                    <a:pt x="543" y="7934"/>
                    <a:pt x="695" y="7934"/>
                  </a:cubicBezTo>
                  <a:cubicBezTo>
                    <a:pt x="823" y="7934"/>
                    <a:pt x="950" y="7905"/>
                    <a:pt x="1049" y="7847"/>
                  </a:cubicBezTo>
                  <a:lnTo>
                    <a:pt x="13381" y="728"/>
                  </a:lnTo>
                  <a:cubicBezTo>
                    <a:pt x="13601" y="601"/>
                    <a:pt x="13618" y="371"/>
                    <a:pt x="13428" y="203"/>
                  </a:cubicBezTo>
                  <a:lnTo>
                    <a:pt x="13381" y="160"/>
                  </a:lnTo>
                  <a:cubicBezTo>
                    <a:pt x="13267" y="57"/>
                    <a:pt x="13103" y="1"/>
                    <a:pt x="12942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35;p43">
              <a:extLst>
                <a:ext uri="{FF2B5EF4-FFF2-40B4-BE49-F238E27FC236}">
                  <a16:creationId xmlns:a16="http://schemas.microsoft.com/office/drawing/2014/main" id="{AFE625AE-5716-465D-873C-712ED00D4F65}"/>
                </a:ext>
              </a:extLst>
            </p:cNvPr>
            <p:cNvSpPr/>
            <p:nvPr/>
          </p:nvSpPr>
          <p:spPr>
            <a:xfrm>
              <a:off x="4277725" y="3015175"/>
              <a:ext cx="340525" cy="195050"/>
            </a:xfrm>
            <a:custGeom>
              <a:avLst/>
              <a:gdLst/>
              <a:ahLst/>
              <a:cxnLst/>
              <a:rect l="l" t="t" r="r" b="b"/>
              <a:pathLst>
                <a:path w="13621" h="7802" extrusionOk="0">
                  <a:moveTo>
                    <a:pt x="12867" y="1"/>
                  </a:moveTo>
                  <a:cubicBezTo>
                    <a:pt x="12723" y="1"/>
                    <a:pt x="12579" y="33"/>
                    <a:pt x="12469" y="96"/>
                  </a:cubicBezTo>
                  <a:lnTo>
                    <a:pt x="220" y="7169"/>
                  </a:lnTo>
                  <a:cubicBezTo>
                    <a:pt x="0" y="7296"/>
                    <a:pt x="0" y="7501"/>
                    <a:pt x="220" y="7628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9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1" y="507"/>
                    <a:pt x="13621" y="302"/>
                    <a:pt x="13402" y="176"/>
                  </a:cubicBezTo>
                  <a:lnTo>
                    <a:pt x="13265" y="96"/>
                  </a:lnTo>
                  <a:cubicBezTo>
                    <a:pt x="13155" y="33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36;p43">
              <a:extLst>
                <a:ext uri="{FF2B5EF4-FFF2-40B4-BE49-F238E27FC236}">
                  <a16:creationId xmlns:a16="http://schemas.microsoft.com/office/drawing/2014/main" id="{D6939E9D-DDA1-43F7-BDA4-351466AF20E5}"/>
                </a:ext>
              </a:extLst>
            </p:cNvPr>
            <p:cNvSpPr/>
            <p:nvPr/>
          </p:nvSpPr>
          <p:spPr>
            <a:xfrm>
              <a:off x="3989250" y="2791200"/>
              <a:ext cx="355850" cy="219600"/>
            </a:xfrm>
            <a:custGeom>
              <a:avLst/>
              <a:gdLst/>
              <a:ahLst/>
              <a:cxnLst/>
              <a:rect l="l" t="t" r="r" b="b"/>
              <a:pathLst>
                <a:path w="14234" h="8784" extrusionOk="0">
                  <a:moveTo>
                    <a:pt x="13878" y="0"/>
                  </a:moveTo>
                  <a:cubicBezTo>
                    <a:pt x="13832" y="0"/>
                    <a:pt x="13779" y="18"/>
                    <a:pt x="13721" y="58"/>
                  </a:cubicBezTo>
                  <a:lnTo>
                    <a:pt x="162" y="7886"/>
                  </a:lnTo>
                  <a:cubicBezTo>
                    <a:pt x="1" y="8015"/>
                    <a:pt x="57" y="8783"/>
                    <a:pt x="397" y="8783"/>
                  </a:cubicBezTo>
                  <a:cubicBezTo>
                    <a:pt x="444" y="8783"/>
                    <a:pt x="496" y="8768"/>
                    <a:pt x="554" y="8735"/>
                  </a:cubicBezTo>
                  <a:lnTo>
                    <a:pt x="14016" y="963"/>
                  </a:lnTo>
                  <a:cubicBezTo>
                    <a:pt x="14233" y="823"/>
                    <a:pt x="14195" y="0"/>
                    <a:pt x="13878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37;p43">
              <a:extLst>
                <a:ext uri="{FF2B5EF4-FFF2-40B4-BE49-F238E27FC236}">
                  <a16:creationId xmlns:a16="http://schemas.microsoft.com/office/drawing/2014/main" id="{D6E84F82-505A-4230-9F6C-66CC6B1107C8}"/>
                </a:ext>
              </a:extLst>
            </p:cNvPr>
            <p:cNvSpPr/>
            <p:nvPr/>
          </p:nvSpPr>
          <p:spPr>
            <a:xfrm>
              <a:off x="4328225" y="3044350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1"/>
                  </a:moveTo>
                  <a:cubicBezTo>
                    <a:pt x="12723" y="1"/>
                    <a:pt x="12579" y="32"/>
                    <a:pt x="12469" y="96"/>
                  </a:cubicBezTo>
                  <a:lnTo>
                    <a:pt x="220" y="7168"/>
                  </a:lnTo>
                  <a:cubicBezTo>
                    <a:pt x="0" y="7294"/>
                    <a:pt x="0" y="7500"/>
                    <a:pt x="220" y="7626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0" y="506"/>
                    <a:pt x="13620" y="302"/>
                    <a:pt x="13402" y="174"/>
                  </a:cubicBezTo>
                  <a:lnTo>
                    <a:pt x="13264" y="96"/>
                  </a:lnTo>
                  <a:cubicBezTo>
                    <a:pt x="13155" y="32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38;p43">
              <a:extLst>
                <a:ext uri="{FF2B5EF4-FFF2-40B4-BE49-F238E27FC236}">
                  <a16:creationId xmlns:a16="http://schemas.microsoft.com/office/drawing/2014/main" id="{99C9A3FB-5E17-4189-8EB6-8ACC67A50665}"/>
                </a:ext>
              </a:extLst>
            </p:cNvPr>
            <p:cNvSpPr/>
            <p:nvPr/>
          </p:nvSpPr>
          <p:spPr>
            <a:xfrm>
              <a:off x="4433925" y="3222275"/>
              <a:ext cx="120550" cy="63425"/>
            </a:xfrm>
            <a:custGeom>
              <a:avLst/>
              <a:gdLst/>
              <a:ahLst/>
              <a:cxnLst/>
              <a:rect l="l" t="t" r="r" b="b"/>
              <a:pathLst>
                <a:path w="4822" h="2537" extrusionOk="0">
                  <a:moveTo>
                    <a:pt x="2411" y="1"/>
                  </a:moveTo>
                  <a:cubicBezTo>
                    <a:pt x="1849" y="1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3"/>
                    <a:pt x="1849" y="2537"/>
                    <a:pt x="2411" y="2537"/>
                  </a:cubicBezTo>
                  <a:cubicBezTo>
                    <a:pt x="2973" y="2537"/>
                    <a:pt x="3535" y="2413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3" y="1"/>
                    <a:pt x="241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39;p43">
              <a:extLst>
                <a:ext uri="{FF2B5EF4-FFF2-40B4-BE49-F238E27FC236}">
                  <a16:creationId xmlns:a16="http://schemas.microsoft.com/office/drawing/2014/main" id="{3EDDE56B-21D7-4267-9956-6133BC33EB82}"/>
                </a:ext>
              </a:extLst>
            </p:cNvPr>
            <p:cNvSpPr/>
            <p:nvPr/>
          </p:nvSpPr>
          <p:spPr>
            <a:xfrm>
              <a:off x="4433925" y="3216275"/>
              <a:ext cx="120550" cy="63400"/>
            </a:xfrm>
            <a:custGeom>
              <a:avLst/>
              <a:gdLst/>
              <a:ahLst/>
              <a:cxnLst/>
              <a:rect l="l" t="t" r="r" b="b"/>
              <a:pathLst>
                <a:path w="4822" h="2536" extrusionOk="0">
                  <a:moveTo>
                    <a:pt x="2412" y="0"/>
                  </a:moveTo>
                  <a:cubicBezTo>
                    <a:pt x="1850" y="0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2"/>
                    <a:pt x="1849" y="2536"/>
                    <a:pt x="2411" y="2536"/>
                  </a:cubicBezTo>
                  <a:cubicBezTo>
                    <a:pt x="2973" y="2536"/>
                    <a:pt x="3535" y="2412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4" y="0"/>
                    <a:pt x="2412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40;p43">
              <a:extLst>
                <a:ext uri="{FF2B5EF4-FFF2-40B4-BE49-F238E27FC236}">
                  <a16:creationId xmlns:a16="http://schemas.microsoft.com/office/drawing/2014/main" id="{9FAEC545-9895-4974-8822-0A280D0EDB21}"/>
                </a:ext>
              </a:extLst>
            </p:cNvPr>
            <p:cNvSpPr/>
            <p:nvPr/>
          </p:nvSpPr>
          <p:spPr>
            <a:xfrm>
              <a:off x="4460100" y="3230050"/>
              <a:ext cx="68200" cy="35850"/>
            </a:xfrm>
            <a:custGeom>
              <a:avLst/>
              <a:gdLst/>
              <a:ahLst/>
              <a:cxnLst/>
              <a:rect l="l" t="t" r="r" b="b"/>
              <a:pathLst>
                <a:path w="2728" h="1434" extrusionOk="0">
                  <a:moveTo>
                    <a:pt x="1364" y="0"/>
                  </a:moveTo>
                  <a:cubicBezTo>
                    <a:pt x="1047" y="0"/>
                    <a:pt x="729" y="70"/>
                    <a:pt x="486" y="210"/>
                  </a:cubicBezTo>
                  <a:cubicBezTo>
                    <a:pt x="0" y="490"/>
                    <a:pt x="0" y="944"/>
                    <a:pt x="486" y="1224"/>
                  </a:cubicBezTo>
                  <a:cubicBezTo>
                    <a:pt x="728" y="1364"/>
                    <a:pt x="1046" y="1434"/>
                    <a:pt x="1364" y="1434"/>
                  </a:cubicBezTo>
                  <a:cubicBezTo>
                    <a:pt x="1682" y="1434"/>
                    <a:pt x="2000" y="1364"/>
                    <a:pt x="2242" y="1224"/>
                  </a:cubicBezTo>
                  <a:cubicBezTo>
                    <a:pt x="2727" y="944"/>
                    <a:pt x="2727" y="490"/>
                    <a:pt x="2242" y="210"/>
                  </a:cubicBezTo>
                  <a:cubicBezTo>
                    <a:pt x="2000" y="70"/>
                    <a:pt x="1682" y="0"/>
                    <a:pt x="136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41;p43">
              <a:extLst>
                <a:ext uri="{FF2B5EF4-FFF2-40B4-BE49-F238E27FC236}">
                  <a16:creationId xmlns:a16="http://schemas.microsoft.com/office/drawing/2014/main" id="{2142294F-7143-415E-9EFD-545ECF630ED8}"/>
                </a:ext>
              </a:extLst>
            </p:cNvPr>
            <p:cNvSpPr/>
            <p:nvPr/>
          </p:nvSpPr>
          <p:spPr>
            <a:xfrm>
              <a:off x="4573100" y="3098875"/>
              <a:ext cx="179550" cy="113100"/>
            </a:xfrm>
            <a:custGeom>
              <a:avLst/>
              <a:gdLst/>
              <a:ahLst/>
              <a:cxnLst/>
              <a:rect l="l" t="t" r="r" b="b"/>
              <a:pathLst>
                <a:path w="7182" h="4524" extrusionOk="0">
                  <a:moveTo>
                    <a:pt x="4968" y="136"/>
                  </a:moveTo>
                  <a:cubicBezTo>
                    <a:pt x="4974" y="136"/>
                    <a:pt x="4979" y="141"/>
                    <a:pt x="4984" y="151"/>
                  </a:cubicBezTo>
                  <a:cubicBezTo>
                    <a:pt x="5013" y="209"/>
                    <a:pt x="4957" y="397"/>
                    <a:pt x="4945" y="453"/>
                  </a:cubicBezTo>
                  <a:cubicBezTo>
                    <a:pt x="4919" y="577"/>
                    <a:pt x="4880" y="696"/>
                    <a:pt x="4829" y="812"/>
                  </a:cubicBezTo>
                  <a:cubicBezTo>
                    <a:pt x="4826" y="743"/>
                    <a:pt x="4826" y="674"/>
                    <a:pt x="4831" y="607"/>
                  </a:cubicBezTo>
                  <a:cubicBezTo>
                    <a:pt x="4832" y="550"/>
                    <a:pt x="4914" y="136"/>
                    <a:pt x="4968" y="136"/>
                  </a:cubicBezTo>
                  <a:close/>
                  <a:moveTo>
                    <a:pt x="5012" y="0"/>
                  </a:moveTo>
                  <a:cubicBezTo>
                    <a:pt x="5005" y="0"/>
                    <a:pt x="4998" y="1"/>
                    <a:pt x="4992" y="3"/>
                  </a:cubicBezTo>
                  <a:cubicBezTo>
                    <a:pt x="4682" y="99"/>
                    <a:pt x="4642" y="592"/>
                    <a:pt x="4767" y="949"/>
                  </a:cubicBezTo>
                  <a:cubicBezTo>
                    <a:pt x="4763" y="955"/>
                    <a:pt x="4761" y="961"/>
                    <a:pt x="4758" y="967"/>
                  </a:cubicBezTo>
                  <a:cubicBezTo>
                    <a:pt x="4663" y="1163"/>
                    <a:pt x="4400" y="1600"/>
                    <a:pt x="4166" y="1697"/>
                  </a:cubicBezTo>
                  <a:cubicBezTo>
                    <a:pt x="4155" y="1702"/>
                    <a:pt x="4141" y="1704"/>
                    <a:pt x="4125" y="1704"/>
                  </a:cubicBezTo>
                  <a:cubicBezTo>
                    <a:pt x="4062" y="1704"/>
                    <a:pt x="3968" y="1677"/>
                    <a:pt x="3900" y="1677"/>
                  </a:cubicBezTo>
                  <a:cubicBezTo>
                    <a:pt x="3878" y="1677"/>
                    <a:pt x="3859" y="1679"/>
                    <a:pt x="3845" y="1687"/>
                  </a:cubicBezTo>
                  <a:cubicBezTo>
                    <a:pt x="3730" y="1745"/>
                    <a:pt x="3654" y="1901"/>
                    <a:pt x="3578" y="1999"/>
                  </a:cubicBezTo>
                  <a:cubicBezTo>
                    <a:pt x="3535" y="2053"/>
                    <a:pt x="3443" y="2204"/>
                    <a:pt x="3381" y="2238"/>
                  </a:cubicBezTo>
                  <a:cubicBezTo>
                    <a:pt x="3264" y="2304"/>
                    <a:pt x="3191" y="2330"/>
                    <a:pt x="3144" y="2330"/>
                  </a:cubicBezTo>
                  <a:cubicBezTo>
                    <a:pt x="3028" y="2330"/>
                    <a:pt x="3073" y="2173"/>
                    <a:pt x="3036" y="2070"/>
                  </a:cubicBezTo>
                  <a:cubicBezTo>
                    <a:pt x="3030" y="2053"/>
                    <a:pt x="3014" y="2047"/>
                    <a:pt x="2997" y="2047"/>
                  </a:cubicBezTo>
                  <a:cubicBezTo>
                    <a:pt x="2984" y="2047"/>
                    <a:pt x="2971" y="2051"/>
                    <a:pt x="2961" y="2056"/>
                  </a:cubicBezTo>
                  <a:cubicBezTo>
                    <a:pt x="2721" y="2187"/>
                    <a:pt x="2564" y="2576"/>
                    <a:pt x="2433" y="2804"/>
                  </a:cubicBezTo>
                  <a:cubicBezTo>
                    <a:pt x="2380" y="2896"/>
                    <a:pt x="2254" y="3243"/>
                    <a:pt x="2102" y="3243"/>
                  </a:cubicBezTo>
                  <a:cubicBezTo>
                    <a:pt x="2079" y="3243"/>
                    <a:pt x="2056" y="3235"/>
                    <a:pt x="2032" y="3218"/>
                  </a:cubicBezTo>
                  <a:cubicBezTo>
                    <a:pt x="1948" y="3155"/>
                    <a:pt x="1987" y="2880"/>
                    <a:pt x="2040" y="2642"/>
                  </a:cubicBezTo>
                  <a:cubicBezTo>
                    <a:pt x="2078" y="2526"/>
                    <a:pt x="2107" y="2407"/>
                    <a:pt x="2128" y="2288"/>
                  </a:cubicBezTo>
                  <a:cubicBezTo>
                    <a:pt x="2128" y="2284"/>
                    <a:pt x="2130" y="2279"/>
                    <a:pt x="2130" y="2277"/>
                  </a:cubicBezTo>
                  <a:cubicBezTo>
                    <a:pt x="2130" y="2272"/>
                    <a:pt x="2133" y="2267"/>
                    <a:pt x="2133" y="2262"/>
                  </a:cubicBezTo>
                  <a:cubicBezTo>
                    <a:pt x="2138" y="2231"/>
                    <a:pt x="2118" y="2219"/>
                    <a:pt x="2092" y="2219"/>
                  </a:cubicBezTo>
                  <a:cubicBezTo>
                    <a:pt x="2059" y="2219"/>
                    <a:pt x="2016" y="2240"/>
                    <a:pt x="2009" y="2272"/>
                  </a:cubicBezTo>
                  <a:cubicBezTo>
                    <a:pt x="1991" y="2365"/>
                    <a:pt x="1955" y="2484"/>
                    <a:pt x="1925" y="2611"/>
                  </a:cubicBezTo>
                  <a:cubicBezTo>
                    <a:pt x="1778" y="3066"/>
                    <a:pt x="1510" y="3482"/>
                    <a:pt x="1223" y="3861"/>
                  </a:cubicBezTo>
                  <a:cubicBezTo>
                    <a:pt x="1120" y="3997"/>
                    <a:pt x="801" y="4403"/>
                    <a:pt x="532" y="4403"/>
                  </a:cubicBezTo>
                  <a:cubicBezTo>
                    <a:pt x="427" y="4403"/>
                    <a:pt x="330" y="4341"/>
                    <a:pt x="256" y="4176"/>
                  </a:cubicBezTo>
                  <a:cubicBezTo>
                    <a:pt x="148" y="3935"/>
                    <a:pt x="241" y="3482"/>
                    <a:pt x="278" y="3247"/>
                  </a:cubicBezTo>
                  <a:cubicBezTo>
                    <a:pt x="373" y="2669"/>
                    <a:pt x="664" y="2166"/>
                    <a:pt x="1062" y="1741"/>
                  </a:cubicBezTo>
                  <a:cubicBezTo>
                    <a:pt x="1188" y="1607"/>
                    <a:pt x="1313" y="1547"/>
                    <a:pt x="1421" y="1547"/>
                  </a:cubicBezTo>
                  <a:cubicBezTo>
                    <a:pt x="1624" y="1547"/>
                    <a:pt x="1766" y="1758"/>
                    <a:pt x="1738" y="2085"/>
                  </a:cubicBezTo>
                  <a:cubicBezTo>
                    <a:pt x="1715" y="2360"/>
                    <a:pt x="1532" y="2548"/>
                    <a:pt x="1501" y="2806"/>
                  </a:cubicBezTo>
                  <a:cubicBezTo>
                    <a:pt x="1499" y="2829"/>
                    <a:pt x="1518" y="2840"/>
                    <a:pt x="1540" y="2840"/>
                  </a:cubicBezTo>
                  <a:cubicBezTo>
                    <a:pt x="1563" y="2840"/>
                    <a:pt x="1588" y="2829"/>
                    <a:pt x="1592" y="2808"/>
                  </a:cubicBezTo>
                  <a:cubicBezTo>
                    <a:pt x="1664" y="2449"/>
                    <a:pt x="2072" y="1997"/>
                    <a:pt x="1853" y="1620"/>
                  </a:cubicBezTo>
                  <a:cubicBezTo>
                    <a:pt x="1761" y="1462"/>
                    <a:pt x="1595" y="1354"/>
                    <a:pt x="1426" y="1354"/>
                  </a:cubicBezTo>
                  <a:cubicBezTo>
                    <a:pt x="1354" y="1354"/>
                    <a:pt x="1282" y="1373"/>
                    <a:pt x="1215" y="1416"/>
                  </a:cubicBezTo>
                  <a:cubicBezTo>
                    <a:pt x="933" y="1597"/>
                    <a:pt x="698" y="1946"/>
                    <a:pt x="525" y="2221"/>
                  </a:cubicBezTo>
                  <a:cubicBezTo>
                    <a:pt x="288" y="2600"/>
                    <a:pt x="155" y="3014"/>
                    <a:pt x="105" y="3458"/>
                  </a:cubicBezTo>
                  <a:cubicBezTo>
                    <a:pt x="75" y="3727"/>
                    <a:pt x="0" y="4207"/>
                    <a:pt x="220" y="4423"/>
                  </a:cubicBezTo>
                  <a:cubicBezTo>
                    <a:pt x="294" y="4496"/>
                    <a:pt x="392" y="4524"/>
                    <a:pt x="493" y="4524"/>
                  </a:cubicBezTo>
                  <a:cubicBezTo>
                    <a:pt x="604" y="4524"/>
                    <a:pt x="719" y="4489"/>
                    <a:pt x="810" y="4441"/>
                  </a:cubicBezTo>
                  <a:cubicBezTo>
                    <a:pt x="1138" y="4266"/>
                    <a:pt x="1368" y="3868"/>
                    <a:pt x="1564" y="3569"/>
                  </a:cubicBezTo>
                  <a:cubicBezTo>
                    <a:pt x="1674" y="3404"/>
                    <a:pt x="1774" y="3232"/>
                    <a:pt x="1866" y="3056"/>
                  </a:cubicBezTo>
                  <a:cubicBezTo>
                    <a:pt x="1869" y="3138"/>
                    <a:pt x="1888" y="3214"/>
                    <a:pt x="1926" y="3276"/>
                  </a:cubicBezTo>
                  <a:cubicBezTo>
                    <a:pt x="1973" y="3352"/>
                    <a:pt x="2028" y="3385"/>
                    <a:pt x="2086" y="3385"/>
                  </a:cubicBezTo>
                  <a:cubicBezTo>
                    <a:pt x="2142" y="3385"/>
                    <a:pt x="2200" y="3355"/>
                    <a:pt x="2254" y="3303"/>
                  </a:cubicBezTo>
                  <a:cubicBezTo>
                    <a:pt x="2403" y="3166"/>
                    <a:pt x="2493" y="2888"/>
                    <a:pt x="2597" y="2715"/>
                  </a:cubicBezTo>
                  <a:cubicBezTo>
                    <a:pt x="2650" y="2624"/>
                    <a:pt x="2803" y="2261"/>
                    <a:pt x="2905" y="2224"/>
                  </a:cubicBezTo>
                  <a:cubicBezTo>
                    <a:pt x="2931" y="2214"/>
                    <a:pt x="2944" y="2210"/>
                    <a:pt x="2950" y="2210"/>
                  </a:cubicBezTo>
                  <a:cubicBezTo>
                    <a:pt x="2966" y="2210"/>
                    <a:pt x="2909" y="2251"/>
                    <a:pt x="2951" y="2315"/>
                  </a:cubicBezTo>
                  <a:cubicBezTo>
                    <a:pt x="2970" y="2344"/>
                    <a:pt x="2969" y="2391"/>
                    <a:pt x="2994" y="2419"/>
                  </a:cubicBezTo>
                  <a:cubicBezTo>
                    <a:pt x="3031" y="2460"/>
                    <a:pt x="3079" y="2472"/>
                    <a:pt x="3129" y="2472"/>
                  </a:cubicBezTo>
                  <a:cubicBezTo>
                    <a:pt x="3152" y="2472"/>
                    <a:pt x="3175" y="2469"/>
                    <a:pt x="3197" y="2466"/>
                  </a:cubicBezTo>
                  <a:cubicBezTo>
                    <a:pt x="3485" y="2425"/>
                    <a:pt x="3599" y="2021"/>
                    <a:pt x="3793" y="1859"/>
                  </a:cubicBezTo>
                  <a:cubicBezTo>
                    <a:pt x="3855" y="1807"/>
                    <a:pt x="3879" y="1790"/>
                    <a:pt x="3887" y="1790"/>
                  </a:cubicBezTo>
                  <a:cubicBezTo>
                    <a:pt x="3903" y="1790"/>
                    <a:pt x="3852" y="1866"/>
                    <a:pt x="3944" y="1866"/>
                  </a:cubicBezTo>
                  <a:cubicBezTo>
                    <a:pt x="3952" y="1866"/>
                    <a:pt x="3961" y="1865"/>
                    <a:pt x="3971" y="1864"/>
                  </a:cubicBezTo>
                  <a:cubicBezTo>
                    <a:pt x="4051" y="1854"/>
                    <a:pt x="4104" y="1829"/>
                    <a:pt x="4172" y="1789"/>
                  </a:cubicBezTo>
                  <a:cubicBezTo>
                    <a:pt x="4442" y="1630"/>
                    <a:pt x="4663" y="1340"/>
                    <a:pt x="4814" y="1057"/>
                  </a:cubicBezTo>
                  <a:cubicBezTo>
                    <a:pt x="4868" y="1170"/>
                    <a:pt x="4942" y="1259"/>
                    <a:pt x="5030" y="1303"/>
                  </a:cubicBezTo>
                  <a:cubicBezTo>
                    <a:pt x="5120" y="1347"/>
                    <a:pt x="5215" y="1365"/>
                    <a:pt x="5311" y="1365"/>
                  </a:cubicBezTo>
                  <a:cubicBezTo>
                    <a:pt x="5572" y="1365"/>
                    <a:pt x="5844" y="1232"/>
                    <a:pt x="6066" y="1129"/>
                  </a:cubicBezTo>
                  <a:cubicBezTo>
                    <a:pt x="6481" y="936"/>
                    <a:pt x="6778" y="677"/>
                    <a:pt x="7141" y="410"/>
                  </a:cubicBezTo>
                  <a:cubicBezTo>
                    <a:pt x="7181" y="381"/>
                    <a:pt x="7146" y="353"/>
                    <a:pt x="7109" y="353"/>
                  </a:cubicBezTo>
                  <a:cubicBezTo>
                    <a:pt x="7096" y="353"/>
                    <a:pt x="7084" y="356"/>
                    <a:pt x="7074" y="363"/>
                  </a:cubicBezTo>
                  <a:cubicBezTo>
                    <a:pt x="6767" y="583"/>
                    <a:pt x="5919" y="1298"/>
                    <a:pt x="5341" y="1298"/>
                  </a:cubicBezTo>
                  <a:cubicBezTo>
                    <a:pt x="5137" y="1298"/>
                    <a:pt x="4966" y="1209"/>
                    <a:pt x="4866" y="976"/>
                  </a:cubicBezTo>
                  <a:cubicBezTo>
                    <a:pt x="4863" y="971"/>
                    <a:pt x="4862" y="966"/>
                    <a:pt x="4861" y="960"/>
                  </a:cubicBezTo>
                  <a:cubicBezTo>
                    <a:pt x="4867" y="947"/>
                    <a:pt x="4874" y="935"/>
                    <a:pt x="4880" y="922"/>
                  </a:cubicBezTo>
                  <a:cubicBezTo>
                    <a:pt x="4973" y="719"/>
                    <a:pt x="5196" y="227"/>
                    <a:pt x="5048" y="15"/>
                  </a:cubicBezTo>
                  <a:cubicBezTo>
                    <a:pt x="5040" y="5"/>
                    <a:pt x="5025" y="0"/>
                    <a:pt x="5012" y="0"/>
                  </a:cubicBezTo>
                  <a:close/>
                </a:path>
              </a:pathLst>
            </a:custGeom>
            <a:solidFill>
              <a:srgbClr val="4C68A5"/>
            </a:solidFill>
            <a:ln w="175" cap="flat" cmpd="sng">
              <a:solidFill>
                <a:srgbClr val="4C68A5"/>
              </a:solidFill>
              <a:prstDash val="solid"/>
              <a:miter lim="12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5" name="Google Shape;1775;p48"/>
          <p:cNvGrpSpPr/>
          <p:nvPr/>
        </p:nvGrpSpPr>
        <p:grpSpPr>
          <a:xfrm>
            <a:off x="745650" y="451525"/>
            <a:ext cx="3169722" cy="3002400"/>
            <a:chOff x="745650" y="1479275"/>
            <a:chExt cx="3169722" cy="3002400"/>
          </a:xfrm>
        </p:grpSpPr>
        <p:sp>
          <p:nvSpPr>
            <p:cNvPr id="1776" name="Google Shape;1776;p48"/>
            <p:cNvSpPr/>
            <p:nvPr/>
          </p:nvSpPr>
          <p:spPr>
            <a:xfrm>
              <a:off x="74565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8"/>
            <p:cNvSpPr/>
            <p:nvPr/>
          </p:nvSpPr>
          <p:spPr>
            <a:xfrm rot="10800000" flipH="1">
              <a:off x="3447072" y="2150875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8" name="Google Shape;1778;p48"/>
          <p:cNvSpPr txBox="1">
            <a:spLocks noGrp="1"/>
          </p:cNvSpPr>
          <p:nvPr>
            <p:ph type="title" idx="4"/>
          </p:nvPr>
        </p:nvSpPr>
        <p:spPr>
          <a:xfrm>
            <a:off x="4441907" y="347992"/>
            <a:ext cx="41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accent2"/>
                </a:solidFill>
              </a:rPr>
              <a:t>LATAR BELAKANG</a:t>
            </a:r>
            <a:endParaRPr sz="3600" dirty="0">
              <a:solidFill>
                <a:schemeClr val="accent2"/>
              </a:solidFill>
            </a:endParaRPr>
          </a:p>
        </p:txBody>
      </p:sp>
      <p:grpSp>
        <p:nvGrpSpPr>
          <p:cNvPr id="1805" name="Google Shape;1805;p48"/>
          <p:cNvGrpSpPr/>
          <p:nvPr/>
        </p:nvGrpSpPr>
        <p:grpSpPr>
          <a:xfrm rot="10800000" flipH="1">
            <a:off x="5238497" y="1746925"/>
            <a:ext cx="3160003" cy="3002400"/>
            <a:chOff x="5238497" y="1479275"/>
            <a:chExt cx="3160003" cy="3002400"/>
          </a:xfrm>
        </p:grpSpPr>
        <p:sp>
          <p:nvSpPr>
            <p:cNvPr id="1806" name="Google Shape;1806;p48"/>
            <p:cNvSpPr/>
            <p:nvPr/>
          </p:nvSpPr>
          <p:spPr>
            <a:xfrm>
              <a:off x="539610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8"/>
            <p:cNvSpPr/>
            <p:nvPr/>
          </p:nvSpPr>
          <p:spPr>
            <a:xfrm rot="10800000">
              <a:off x="5238497" y="3508000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9" name="Google Shape;1809;p48"/>
          <p:cNvSpPr txBox="1">
            <a:spLocks noGrp="1"/>
          </p:cNvSpPr>
          <p:nvPr>
            <p:ph type="ctrTitle" idx="2"/>
          </p:nvPr>
        </p:nvSpPr>
        <p:spPr>
          <a:xfrm flipH="1">
            <a:off x="1151501" y="1200412"/>
            <a:ext cx="2205600" cy="16029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SUMBER</a:t>
            </a:r>
            <a:br>
              <a:rPr lang="en-GB" dirty="0"/>
            </a:br>
            <a:r>
              <a:rPr lang="en-GB" dirty="0"/>
              <a:t>DAYA</a:t>
            </a:r>
            <a:br>
              <a:rPr lang="en-GB" dirty="0"/>
            </a:br>
            <a:r>
              <a:rPr lang="en-GB" dirty="0"/>
              <a:t>MANUSIA</a:t>
            </a:r>
            <a:endParaRPr dirty="0"/>
          </a:p>
        </p:txBody>
      </p:sp>
      <p:sp>
        <p:nvSpPr>
          <p:cNvPr id="1811" name="Google Shape;1811;p48"/>
          <p:cNvSpPr txBox="1">
            <a:spLocks noGrp="1"/>
          </p:cNvSpPr>
          <p:nvPr>
            <p:ph type="ctrTitle"/>
          </p:nvPr>
        </p:nvSpPr>
        <p:spPr>
          <a:xfrm flipH="1">
            <a:off x="5758076" y="2462172"/>
            <a:ext cx="2250000" cy="15719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REVOLUSI</a:t>
            </a:r>
            <a:br>
              <a:rPr lang="en-GB" dirty="0"/>
            </a:br>
            <a:r>
              <a:rPr lang="en-GB" dirty="0"/>
              <a:t>INDUSTRI</a:t>
            </a:r>
            <a:br>
              <a:rPr lang="en-GB" dirty="0"/>
            </a:br>
            <a:r>
              <a:rPr lang="en-GB" dirty="0"/>
              <a:t>4.0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D12D2C0-4DA1-4860-9009-E516703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grpSp>
        <p:nvGrpSpPr>
          <p:cNvPr id="74" name="Google Shape;3891;p55">
            <a:extLst>
              <a:ext uri="{FF2B5EF4-FFF2-40B4-BE49-F238E27FC236}">
                <a16:creationId xmlns:a16="http://schemas.microsoft.com/office/drawing/2014/main" id="{28DEAE28-E6A4-41E6-8822-6C7709636029}"/>
              </a:ext>
            </a:extLst>
          </p:cNvPr>
          <p:cNvGrpSpPr/>
          <p:nvPr/>
        </p:nvGrpSpPr>
        <p:grpSpPr>
          <a:xfrm>
            <a:off x="3704164" y="1529941"/>
            <a:ext cx="1534333" cy="2302458"/>
            <a:chOff x="5804850" y="4607575"/>
            <a:chExt cx="578875" cy="868675"/>
          </a:xfrm>
        </p:grpSpPr>
        <p:sp>
          <p:nvSpPr>
            <p:cNvPr id="75" name="Google Shape;3892;p55">
              <a:extLst>
                <a:ext uri="{FF2B5EF4-FFF2-40B4-BE49-F238E27FC236}">
                  <a16:creationId xmlns:a16="http://schemas.microsoft.com/office/drawing/2014/main" id="{766333D7-8C28-48A1-A109-C1AF05EAE44E}"/>
                </a:ext>
              </a:extLst>
            </p:cNvPr>
            <p:cNvSpPr/>
            <p:nvPr/>
          </p:nvSpPr>
          <p:spPr>
            <a:xfrm>
              <a:off x="5819875" y="5163100"/>
              <a:ext cx="542375" cy="313150"/>
            </a:xfrm>
            <a:custGeom>
              <a:avLst/>
              <a:gdLst/>
              <a:ahLst/>
              <a:cxnLst/>
              <a:rect l="l" t="t" r="r" b="b"/>
              <a:pathLst>
                <a:path w="21695" h="12526" extrusionOk="0">
                  <a:moveTo>
                    <a:pt x="10847" y="0"/>
                  </a:moveTo>
                  <a:cubicBezTo>
                    <a:pt x="7970" y="0"/>
                    <a:pt x="5212" y="660"/>
                    <a:pt x="3178" y="1834"/>
                  </a:cubicBezTo>
                  <a:cubicBezTo>
                    <a:pt x="1143" y="3008"/>
                    <a:pt x="1" y="4601"/>
                    <a:pt x="1" y="6262"/>
                  </a:cubicBezTo>
                  <a:cubicBezTo>
                    <a:pt x="1" y="7923"/>
                    <a:pt x="1143" y="9516"/>
                    <a:pt x="3178" y="10690"/>
                  </a:cubicBezTo>
                  <a:cubicBezTo>
                    <a:pt x="5212" y="11865"/>
                    <a:pt x="7970" y="12525"/>
                    <a:pt x="10847" y="12525"/>
                  </a:cubicBezTo>
                  <a:cubicBezTo>
                    <a:pt x="13725" y="12525"/>
                    <a:pt x="16483" y="11865"/>
                    <a:pt x="18517" y="10690"/>
                  </a:cubicBezTo>
                  <a:cubicBezTo>
                    <a:pt x="20552" y="9516"/>
                    <a:pt x="21694" y="7923"/>
                    <a:pt x="21694" y="6262"/>
                  </a:cubicBezTo>
                  <a:cubicBezTo>
                    <a:pt x="21694" y="4601"/>
                    <a:pt x="20552" y="3008"/>
                    <a:pt x="18517" y="1834"/>
                  </a:cubicBezTo>
                  <a:cubicBezTo>
                    <a:pt x="16483" y="660"/>
                    <a:pt x="13725" y="0"/>
                    <a:pt x="108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893;p55">
              <a:extLst>
                <a:ext uri="{FF2B5EF4-FFF2-40B4-BE49-F238E27FC236}">
                  <a16:creationId xmlns:a16="http://schemas.microsoft.com/office/drawing/2014/main" id="{C55B5B22-4373-41A5-9402-5E18A79BE959}"/>
                </a:ext>
              </a:extLst>
            </p:cNvPr>
            <p:cNvSpPr/>
            <p:nvPr/>
          </p:nvSpPr>
          <p:spPr>
            <a:xfrm>
              <a:off x="5903000" y="5208600"/>
              <a:ext cx="158950" cy="68625"/>
            </a:xfrm>
            <a:custGeom>
              <a:avLst/>
              <a:gdLst/>
              <a:ahLst/>
              <a:cxnLst/>
              <a:rect l="l" t="t" r="r" b="b"/>
              <a:pathLst>
                <a:path w="6358" h="2745" extrusionOk="0">
                  <a:moveTo>
                    <a:pt x="5997" y="1"/>
                  </a:moveTo>
                  <a:cubicBezTo>
                    <a:pt x="5997" y="1"/>
                    <a:pt x="5997" y="1"/>
                    <a:pt x="5997" y="1"/>
                  </a:cubicBezTo>
                  <a:lnTo>
                    <a:pt x="5997" y="1"/>
                  </a:lnTo>
                  <a:lnTo>
                    <a:pt x="5997" y="1"/>
                  </a:lnTo>
                  <a:close/>
                  <a:moveTo>
                    <a:pt x="5997" y="1"/>
                  </a:moveTo>
                  <a:lnTo>
                    <a:pt x="4161" y="92"/>
                  </a:lnTo>
                  <a:cubicBezTo>
                    <a:pt x="3732" y="613"/>
                    <a:pt x="1985" y="533"/>
                    <a:pt x="631" y="736"/>
                  </a:cubicBezTo>
                  <a:cubicBezTo>
                    <a:pt x="587" y="743"/>
                    <a:pt x="543" y="750"/>
                    <a:pt x="505" y="774"/>
                  </a:cubicBezTo>
                  <a:cubicBezTo>
                    <a:pt x="1" y="1086"/>
                    <a:pt x="688" y="1909"/>
                    <a:pt x="1092" y="2080"/>
                  </a:cubicBezTo>
                  <a:cubicBezTo>
                    <a:pt x="1399" y="2210"/>
                    <a:pt x="1721" y="2302"/>
                    <a:pt x="2051" y="2352"/>
                  </a:cubicBezTo>
                  <a:cubicBezTo>
                    <a:pt x="2428" y="2407"/>
                    <a:pt x="2729" y="2379"/>
                    <a:pt x="3110" y="2401"/>
                  </a:cubicBezTo>
                  <a:cubicBezTo>
                    <a:pt x="3427" y="2420"/>
                    <a:pt x="3887" y="2426"/>
                    <a:pt x="4189" y="2522"/>
                  </a:cubicBezTo>
                  <a:cubicBezTo>
                    <a:pt x="4420" y="2595"/>
                    <a:pt x="4622" y="2649"/>
                    <a:pt x="4928" y="2719"/>
                  </a:cubicBezTo>
                  <a:cubicBezTo>
                    <a:pt x="5004" y="2736"/>
                    <a:pt x="5087" y="2744"/>
                    <a:pt x="5173" y="2744"/>
                  </a:cubicBezTo>
                  <a:cubicBezTo>
                    <a:pt x="5554" y="2744"/>
                    <a:pt x="5999" y="2580"/>
                    <a:pt x="6217" y="2305"/>
                  </a:cubicBezTo>
                  <a:cubicBezTo>
                    <a:pt x="6283" y="2221"/>
                    <a:pt x="6340" y="2127"/>
                    <a:pt x="6351" y="2020"/>
                  </a:cubicBezTo>
                  <a:cubicBezTo>
                    <a:pt x="6358" y="1946"/>
                    <a:pt x="6341" y="1870"/>
                    <a:pt x="6325" y="1795"/>
                  </a:cubicBezTo>
                  <a:cubicBezTo>
                    <a:pt x="6296" y="1661"/>
                    <a:pt x="5942" y="4"/>
                    <a:pt x="5997" y="1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894;p55">
              <a:extLst>
                <a:ext uri="{FF2B5EF4-FFF2-40B4-BE49-F238E27FC236}">
                  <a16:creationId xmlns:a16="http://schemas.microsoft.com/office/drawing/2014/main" id="{924473EA-36B4-469D-970C-1C7DA142DA3C}"/>
                </a:ext>
              </a:extLst>
            </p:cNvPr>
            <p:cNvSpPr/>
            <p:nvPr/>
          </p:nvSpPr>
          <p:spPr>
            <a:xfrm>
              <a:off x="5990225" y="4980025"/>
              <a:ext cx="70975" cy="238100"/>
            </a:xfrm>
            <a:custGeom>
              <a:avLst/>
              <a:gdLst/>
              <a:ahLst/>
              <a:cxnLst/>
              <a:rect l="l" t="t" r="r" b="b"/>
              <a:pathLst>
                <a:path w="2839" h="9524" extrusionOk="0">
                  <a:moveTo>
                    <a:pt x="0" y="1"/>
                  </a:moveTo>
                  <a:lnTo>
                    <a:pt x="0" y="1"/>
                  </a:lnTo>
                  <a:cubicBezTo>
                    <a:pt x="124" y="1250"/>
                    <a:pt x="672" y="9235"/>
                    <a:pt x="672" y="9235"/>
                  </a:cubicBezTo>
                  <a:cubicBezTo>
                    <a:pt x="919" y="9449"/>
                    <a:pt x="1188" y="9523"/>
                    <a:pt x="1441" y="9523"/>
                  </a:cubicBezTo>
                  <a:cubicBezTo>
                    <a:pt x="2009" y="952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6"/>
                  </a:cubicBezTo>
                  <a:cubicBezTo>
                    <a:pt x="2838" y="1491"/>
                    <a:pt x="2351" y="226"/>
                    <a:pt x="2351" y="226"/>
                  </a:cubicBezTo>
                  <a:lnTo>
                    <a:pt x="1586" y="8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895;p55">
              <a:extLst>
                <a:ext uri="{FF2B5EF4-FFF2-40B4-BE49-F238E27FC236}">
                  <a16:creationId xmlns:a16="http://schemas.microsoft.com/office/drawing/2014/main" id="{DF6DD410-E863-4FDB-A9CB-A46590D0B7A4}"/>
                </a:ext>
              </a:extLst>
            </p:cNvPr>
            <p:cNvSpPr/>
            <p:nvPr/>
          </p:nvSpPr>
          <p:spPr>
            <a:xfrm>
              <a:off x="5804850" y="5258050"/>
              <a:ext cx="156325" cy="68500"/>
            </a:xfrm>
            <a:custGeom>
              <a:avLst/>
              <a:gdLst/>
              <a:ahLst/>
              <a:cxnLst/>
              <a:rect l="l" t="t" r="r" b="b"/>
              <a:pathLst>
                <a:path w="6253" h="2740" extrusionOk="0">
                  <a:moveTo>
                    <a:pt x="6071" y="76"/>
                  </a:moveTo>
                  <a:lnTo>
                    <a:pt x="6071" y="76"/>
                  </a:lnTo>
                  <a:cubicBezTo>
                    <a:pt x="6071" y="76"/>
                    <a:pt x="6071" y="76"/>
                    <a:pt x="6071" y="76"/>
                  </a:cubicBezTo>
                  <a:close/>
                  <a:moveTo>
                    <a:pt x="4234" y="1"/>
                  </a:moveTo>
                  <a:cubicBezTo>
                    <a:pt x="3969" y="267"/>
                    <a:pt x="3313" y="311"/>
                    <a:pt x="2547" y="311"/>
                  </a:cubicBezTo>
                  <a:cubicBezTo>
                    <a:pt x="2178" y="311"/>
                    <a:pt x="1783" y="301"/>
                    <a:pt x="1394" y="301"/>
                  </a:cubicBezTo>
                  <a:cubicBezTo>
                    <a:pt x="1144" y="301"/>
                    <a:pt x="896" y="305"/>
                    <a:pt x="659" y="319"/>
                  </a:cubicBezTo>
                  <a:cubicBezTo>
                    <a:pt x="615" y="321"/>
                    <a:pt x="570" y="325"/>
                    <a:pt x="531" y="344"/>
                  </a:cubicBezTo>
                  <a:cubicBezTo>
                    <a:pt x="0" y="609"/>
                    <a:pt x="609" y="1492"/>
                    <a:pt x="996" y="1700"/>
                  </a:cubicBezTo>
                  <a:cubicBezTo>
                    <a:pt x="1289" y="1856"/>
                    <a:pt x="1601" y="1976"/>
                    <a:pt x="1925" y="2057"/>
                  </a:cubicBezTo>
                  <a:cubicBezTo>
                    <a:pt x="2296" y="2146"/>
                    <a:pt x="2598" y="2146"/>
                    <a:pt x="2976" y="2202"/>
                  </a:cubicBezTo>
                  <a:cubicBezTo>
                    <a:pt x="3291" y="2250"/>
                    <a:pt x="3747" y="2299"/>
                    <a:pt x="4039" y="2421"/>
                  </a:cubicBezTo>
                  <a:cubicBezTo>
                    <a:pt x="4263" y="2516"/>
                    <a:pt x="4459" y="2589"/>
                    <a:pt x="4757" y="2686"/>
                  </a:cubicBezTo>
                  <a:cubicBezTo>
                    <a:pt x="4868" y="2722"/>
                    <a:pt x="4996" y="2740"/>
                    <a:pt x="5128" y="2740"/>
                  </a:cubicBezTo>
                  <a:cubicBezTo>
                    <a:pt x="5478" y="2740"/>
                    <a:pt x="5863" y="2617"/>
                    <a:pt x="6078" y="2392"/>
                  </a:cubicBezTo>
                  <a:cubicBezTo>
                    <a:pt x="6153" y="2315"/>
                    <a:pt x="6217" y="2226"/>
                    <a:pt x="6237" y="2121"/>
                  </a:cubicBezTo>
                  <a:cubicBezTo>
                    <a:pt x="6252" y="2047"/>
                    <a:pt x="6242" y="1969"/>
                    <a:pt x="6233" y="1894"/>
                  </a:cubicBezTo>
                  <a:cubicBezTo>
                    <a:pt x="6215" y="1757"/>
                    <a:pt x="6016" y="76"/>
                    <a:pt x="6071" y="76"/>
                  </a:cubicBezTo>
                  <a:cubicBezTo>
                    <a:pt x="6071" y="76"/>
                    <a:pt x="6071" y="76"/>
                    <a:pt x="6071" y="76"/>
                  </a:cubicBezTo>
                  <a:lnTo>
                    <a:pt x="6071" y="76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896;p55">
              <a:extLst>
                <a:ext uri="{FF2B5EF4-FFF2-40B4-BE49-F238E27FC236}">
                  <a16:creationId xmlns:a16="http://schemas.microsoft.com/office/drawing/2014/main" id="{17BC558A-BC7C-476B-9D4B-0313D388B7D5}"/>
                </a:ext>
              </a:extLst>
            </p:cNvPr>
            <p:cNvSpPr/>
            <p:nvPr/>
          </p:nvSpPr>
          <p:spPr>
            <a:xfrm>
              <a:off x="5894100" y="5031225"/>
              <a:ext cx="70725" cy="235100"/>
            </a:xfrm>
            <a:custGeom>
              <a:avLst/>
              <a:gdLst/>
              <a:ahLst/>
              <a:cxnLst/>
              <a:rect l="l" t="t" r="r" b="b"/>
              <a:pathLst>
                <a:path w="2829" h="9404" extrusionOk="0">
                  <a:moveTo>
                    <a:pt x="1" y="1"/>
                  </a:moveTo>
                  <a:cubicBezTo>
                    <a:pt x="124" y="1250"/>
                    <a:pt x="664" y="9074"/>
                    <a:pt x="664" y="9074"/>
                  </a:cubicBezTo>
                  <a:cubicBezTo>
                    <a:pt x="952" y="9323"/>
                    <a:pt x="1271" y="9403"/>
                    <a:pt x="1561" y="9403"/>
                  </a:cubicBezTo>
                  <a:cubicBezTo>
                    <a:pt x="2077" y="940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4"/>
                  </a:cubicBezTo>
                  <a:cubicBezTo>
                    <a:pt x="2829" y="1845"/>
                    <a:pt x="2808" y="1707"/>
                    <a:pt x="2773" y="155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897;p55">
              <a:extLst>
                <a:ext uri="{FF2B5EF4-FFF2-40B4-BE49-F238E27FC236}">
                  <a16:creationId xmlns:a16="http://schemas.microsoft.com/office/drawing/2014/main" id="{E354E05C-6DD0-4CA1-B2B9-94198B055AC6}"/>
                </a:ext>
              </a:extLst>
            </p:cNvPr>
            <p:cNvSpPr/>
            <p:nvPr/>
          </p:nvSpPr>
          <p:spPr>
            <a:xfrm>
              <a:off x="5987325" y="4934200"/>
              <a:ext cx="237475" cy="159825"/>
            </a:xfrm>
            <a:custGeom>
              <a:avLst/>
              <a:gdLst/>
              <a:ahLst/>
              <a:cxnLst/>
              <a:rect l="l" t="t" r="r" b="b"/>
              <a:pathLst>
                <a:path w="9499" h="6393" extrusionOk="0">
                  <a:moveTo>
                    <a:pt x="1963" y="1"/>
                  </a:moveTo>
                  <a:cubicBezTo>
                    <a:pt x="1041" y="1"/>
                    <a:pt x="0" y="675"/>
                    <a:pt x="115" y="1834"/>
                  </a:cubicBezTo>
                  <a:lnTo>
                    <a:pt x="1702" y="2702"/>
                  </a:lnTo>
                  <a:lnTo>
                    <a:pt x="7961" y="6316"/>
                  </a:lnTo>
                  <a:cubicBezTo>
                    <a:pt x="8058" y="6368"/>
                    <a:pt x="8149" y="6392"/>
                    <a:pt x="8234" y="6392"/>
                  </a:cubicBezTo>
                  <a:cubicBezTo>
                    <a:pt x="9292" y="6392"/>
                    <a:pt x="9499" y="2702"/>
                    <a:pt x="9499" y="2702"/>
                  </a:cubicBezTo>
                  <a:cubicBezTo>
                    <a:pt x="9499" y="2702"/>
                    <a:pt x="3424" y="422"/>
                    <a:pt x="2524" y="95"/>
                  </a:cubicBezTo>
                  <a:cubicBezTo>
                    <a:pt x="2350" y="31"/>
                    <a:pt x="2159" y="1"/>
                    <a:pt x="196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898;p55">
              <a:extLst>
                <a:ext uri="{FF2B5EF4-FFF2-40B4-BE49-F238E27FC236}">
                  <a16:creationId xmlns:a16="http://schemas.microsoft.com/office/drawing/2014/main" id="{EAC55D0C-C0BE-400F-B43C-8A9BBF40DF2A}"/>
                </a:ext>
              </a:extLst>
            </p:cNvPr>
            <p:cNvSpPr/>
            <p:nvPr/>
          </p:nvSpPr>
          <p:spPr>
            <a:xfrm>
              <a:off x="5872600" y="4897500"/>
              <a:ext cx="285300" cy="100800"/>
            </a:xfrm>
            <a:custGeom>
              <a:avLst/>
              <a:gdLst/>
              <a:ahLst/>
              <a:cxnLst/>
              <a:rect l="l" t="t" r="r" b="b"/>
              <a:pathLst>
                <a:path w="11412" h="4032" extrusionOk="0">
                  <a:moveTo>
                    <a:pt x="11411" y="0"/>
                  </a:moveTo>
                  <a:lnTo>
                    <a:pt x="1" y="1046"/>
                  </a:lnTo>
                  <a:cubicBezTo>
                    <a:pt x="1" y="1213"/>
                    <a:pt x="89" y="1367"/>
                    <a:pt x="233" y="1450"/>
                  </a:cubicBezTo>
                  <a:lnTo>
                    <a:pt x="4597" y="3969"/>
                  </a:lnTo>
                  <a:cubicBezTo>
                    <a:pt x="4669" y="4010"/>
                    <a:pt x="4749" y="4031"/>
                    <a:pt x="4830" y="4031"/>
                  </a:cubicBezTo>
                  <a:cubicBezTo>
                    <a:pt x="4910" y="4031"/>
                    <a:pt x="4990" y="4010"/>
                    <a:pt x="5063" y="3969"/>
                  </a:cubicBezTo>
                  <a:lnTo>
                    <a:pt x="11179" y="438"/>
                  </a:lnTo>
                  <a:cubicBezTo>
                    <a:pt x="11322" y="355"/>
                    <a:pt x="11411" y="202"/>
                    <a:pt x="11411" y="36"/>
                  </a:cubicBezTo>
                  <a:lnTo>
                    <a:pt x="11411" y="0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899;p55">
              <a:extLst>
                <a:ext uri="{FF2B5EF4-FFF2-40B4-BE49-F238E27FC236}">
                  <a16:creationId xmlns:a16="http://schemas.microsoft.com/office/drawing/2014/main" id="{BF8826A4-A545-49E6-BA35-8AD081400019}"/>
                </a:ext>
              </a:extLst>
            </p:cNvPr>
            <p:cNvSpPr/>
            <p:nvPr/>
          </p:nvSpPr>
          <p:spPr>
            <a:xfrm>
              <a:off x="6016675" y="4913700"/>
              <a:ext cx="119450" cy="70100"/>
            </a:xfrm>
            <a:custGeom>
              <a:avLst/>
              <a:gdLst/>
              <a:ahLst/>
              <a:cxnLst/>
              <a:rect l="l" t="t" r="r" b="b"/>
              <a:pathLst>
                <a:path w="4778" h="2804" extrusionOk="0">
                  <a:moveTo>
                    <a:pt x="4748" y="1"/>
                  </a:moveTo>
                  <a:cubicBezTo>
                    <a:pt x="4739" y="1"/>
                    <a:pt x="4728" y="4"/>
                    <a:pt x="4716" y="11"/>
                  </a:cubicBezTo>
                  <a:lnTo>
                    <a:pt x="59" y="2688"/>
                  </a:lnTo>
                  <a:cubicBezTo>
                    <a:pt x="27" y="2708"/>
                    <a:pt x="1" y="2746"/>
                    <a:pt x="1" y="2775"/>
                  </a:cubicBezTo>
                  <a:cubicBezTo>
                    <a:pt x="1" y="2794"/>
                    <a:pt x="11" y="2804"/>
                    <a:pt x="27" y="2804"/>
                  </a:cubicBezTo>
                  <a:cubicBezTo>
                    <a:pt x="37" y="2804"/>
                    <a:pt x="48" y="2801"/>
                    <a:pt x="59" y="2793"/>
                  </a:cubicBezTo>
                  <a:lnTo>
                    <a:pt x="4719" y="114"/>
                  </a:lnTo>
                  <a:cubicBezTo>
                    <a:pt x="4752" y="96"/>
                    <a:pt x="4777" y="58"/>
                    <a:pt x="4776" y="29"/>
                  </a:cubicBezTo>
                  <a:cubicBezTo>
                    <a:pt x="4776" y="11"/>
                    <a:pt x="4765" y="1"/>
                    <a:pt x="4748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900;p55">
              <a:extLst>
                <a:ext uri="{FF2B5EF4-FFF2-40B4-BE49-F238E27FC236}">
                  <a16:creationId xmlns:a16="http://schemas.microsoft.com/office/drawing/2014/main" id="{18CF5709-854A-4C44-955E-3FCB6621E267}"/>
                </a:ext>
              </a:extLst>
            </p:cNvPr>
            <p:cNvSpPr/>
            <p:nvPr/>
          </p:nvSpPr>
          <p:spPr>
            <a:xfrm>
              <a:off x="5872600" y="4923650"/>
              <a:ext cx="120775" cy="74650"/>
            </a:xfrm>
            <a:custGeom>
              <a:avLst/>
              <a:gdLst/>
              <a:ahLst/>
              <a:cxnLst/>
              <a:rect l="l" t="t" r="r" b="b"/>
              <a:pathLst>
                <a:path w="4831" h="2986" extrusionOk="0">
                  <a:moveTo>
                    <a:pt x="1" y="0"/>
                  </a:moveTo>
                  <a:cubicBezTo>
                    <a:pt x="1" y="167"/>
                    <a:pt x="89" y="321"/>
                    <a:pt x="233" y="404"/>
                  </a:cubicBezTo>
                  <a:lnTo>
                    <a:pt x="4597" y="2923"/>
                  </a:lnTo>
                  <a:cubicBezTo>
                    <a:pt x="4667" y="2964"/>
                    <a:pt x="4748" y="2985"/>
                    <a:pt x="4830" y="2985"/>
                  </a:cubicBezTo>
                  <a:lnTo>
                    <a:pt x="483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901;p55">
              <a:extLst>
                <a:ext uri="{FF2B5EF4-FFF2-40B4-BE49-F238E27FC236}">
                  <a16:creationId xmlns:a16="http://schemas.microsoft.com/office/drawing/2014/main" id="{1CCB4C94-43C6-494D-A893-AA9DAB7211AD}"/>
                </a:ext>
              </a:extLst>
            </p:cNvPr>
            <p:cNvSpPr/>
            <p:nvPr/>
          </p:nvSpPr>
          <p:spPr>
            <a:xfrm>
              <a:off x="5984200" y="4987450"/>
              <a:ext cx="18275" cy="10850"/>
            </a:xfrm>
            <a:custGeom>
              <a:avLst/>
              <a:gdLst/>
              <a:ahLst/>
              <a:cxnLst/>
              <a:rect l="l" t="t" r="r" b="b"/>
              <a:pathLst>
                <a:path w="731" h="434" extrusionOk="0">
                  <a:moveTo>
                    <a:pt x="0" y="0"/>
                  </a:moveTo>
                  <a:lnTo>
                    <a:pt x="0" y="295"/>
                  </a:lnTo>
                  <a:lnTo>
                    <a:pt x="133" y="371"/>
                  </a:lnTo>
                  <a:cubicBezTo>
                    <a:pt x="205" y="412"/>
                    <a:pt x="285" y="433"/>
                    <a:pt x="366" y="433"/>
                  </a:cubicBezTo>
                  <a:cubicBezTo>
                    <a:pt x="446" y="433"/>
                    <a:pt x="526" y="412"/>
                    <a:pt x="599" y="371"/>
                  </a:cubicBezTo>
                  <a:lnTo>
                    <a:pt x="731" y="29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902;p55">
              <a:extLst>
                <a:ext uri="{FF2B5EF4-FFF2-40B4-BE49-F238E27FC236}">
                  <a16:creationId xmlns:a16="http://schemas.microsoft.com/office/drawing/2014/main" id="{07FA2642-F591-40AC-BBF4-FEC98B902D6D}"/>
                </a:ext>
              </a:extLst>
            </p:cNvPr>
            <p:cNvSpPr/>
            <p:nvPr/>
          </p:nvSpPr>
          <p:spPr>
            <a:xfrm>
              <a:off x="5872600" y="4827400"/>
              <a:ext cx="285825" cy="164700"/>
            </a:xfrm>
            <a:custGeom>
              <a:avLst/>
              <a:gdLst/>
              <a:ahLst/>
              <a:cxnLst/>
              <a:rect l="l" t="t" r="r" b="b"/>
              <a:pathLst>
                <a:path w="11433" h="6588" extrusionOk="0">
                  <a:moveTo>
                    <a:pt x="6669" y="1"/>
                  </a:moveTo>
                  <a:lnTo>
                    <a:pt x="1" y="3852"/>
                  </a:lnTo>
                  <a:lnTo>
                    <a:pt x="4666" y="6544"/>
                  </a:lnTo>
                  <a:cubicBezTo>
                    <a:pt x="4717" y="6573"/>
                    <a:pt x="4773" y="6588"/>
                    <a:pt x="4830" y="6588"/>
                  </a:cubicBezTo>
                  <a:cubicBezTo>
                    <a:pt x="4886" y="6588"/>
                    <a:pt x="4942" y="6573"/>
                    <a:pt x="4993" y="6544"/>
                  </a:cubicBezTo>
                  <a:lnTo>
                    <a:pt x="11351" y="2874"/>
                  </a:lnTo>
                  <a:cubicBezTo>
                    <a:pt x="11432" y="2828"/>
                    <a:pt x="11432" y="2752"/>
                    <a:pt x="11351" y="2704"/>
                  </a:cubicBezTo>
                  <a:lnTo>
                    <a:pt x="6669" y="1"/>
                  </a:lnTo>
                  <a:close/>
                </a:path>
              </a:pathLst>
            </a:custGeom>
            <a:solidFill>
              <a:srgbClr val="EF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903;p55">
              <a:extLst>
                <a:ext uri="{FF2B5EF4-FFF2-40B4-BE49-F238E27FC236}">
                  <a16:creationId xmlns:a16="http://schemas.microsoft.com/office/drawing/2014/main" id="{8FE1E571-5067-45EB-A2BC-65D9DF746D16}"/>
                </a:ext>
              </a:extLst>
            </p:cNvPr>
            <p:cNvSpPr/>
            <p:nvPr/>
          </p:nvSpPr>
          <p:spPr>
            <a:xfrm>
              <a:off x="5887200" y="4835750"/>
              <a:ext cx="155925" cy="89875"/>
            </a:xfrm>
            <a:custGeom>
              <a:avLst/>
              <a:gdLst/>
              <a:ahLst/>
              <a:cxnLst/>
              <a:rect l="l" t="t" r="r" b="b"/>
              <a:pathLst>
                <a:path w="6237" h="3595" extrusionOk="0">
                  <a:moveTo>
                    <a:pt x="5995" y="1"/>
                  </a:moveTo>
                  <a:cubicBezTo>
                    <a:pt x="5979" y="1"/>
                    <a:pt x="5962" y="5"/>
                    <a:pt x="5946" y="13"/>
                  </a:cubicBezTo>
                  <a:lnTo>
                    <a:pt x="27" y="3431"/>
                  </a:lnTo>
                  <a:cubicBezTo>
                    <a:pt x="0" y="3447"/>
                    <a:pt x="0" y="3472"/>
                    <a:pt x="27" y="3487"/>
                  </a:cubicBezTo>
                  <a:lnTo>
                    <a:pt x="191" y="3582"/>
                  </a:lnTo>
                  <a:cubicBezTo>
                    <a:pt x="206" y="3590"/>
                    <a:pt x="223" y="3594"/>
                    <a:pt x="240" y="3594"/>
                  </a:cubicBezTo>
                  <a:cubicBezTo>
                    <a:pt x="257" y="3594"/>
                    <a:pt x="274" y="3590"/>
                    <a:pt x="289" y="3582"/>
                  </a:cubicBezTo>
                  <a:lnTo>
                    <a:pt x="6209" y="165"/>
                  </a:lnTo>
                  <a:cubicBezTo>
                    <a:pt x="6236" y="149"/>
                    <a:pt x="6236" y="123"/>
                    <a:pt x="6209" y="107"/>
                  </a:cubicBezTo>
                  <a:lnTo>
                    <a:pt x="6044" y="13"/>
                  </a:lnTo>
                  <a:cubicBezTo>
                    <a:pt x="6029" y="5"/>
                    <a:pt x="6012" y="1"/>
                    <a:pt x="5995" y="1"/>
                  </a:cubicBez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904;p55">
              <a:extLst>
                <a:ext uri="{FF2B5EF4-FFF2-40B4-BE49-F238E27FC236}">
                  <a16:creationId xmlns:a16="http://schemas.microsoft.com/office/drawing/2014/main" id="{D51B4A12-EC65-4B26-9D90-142D24EA68FC}"/>
                </a:ext>
              </a:extLst>
            </p:cNvPr>
            <p:cNvSpPr/>
            <p:nvPr/>
          </p:nvSpPr>
          <p:spPr>
            <a:xfrm>
              <a:off x="6010550" y="4907075"/>
              <a:ext cx="80525" cy="46475"/>
            </a:xfrm>
            <a:custGeom>
              <a:avLst/>
              <a:gdLst/>
              <a:ahLst/>
              <a:cxnLst/>
              <a:rect l="l" t="t" r="r" b="b"/>
              <a:pathLst>
                <a:path w="3221" h="1859" extrusionOk="0">
                  <a:moveTo>
                    <a:pt x="2071" y="0"/>
                  </a:moveTo>
                  <a:lnTo>
                    <a:pt x="1" y="1195"/>
                  </a:lnTo>
                  <a:lnTo>
                    <a:pt x="33" y="1213"/>
                  </a:lnTo>
                  <a:lnTo>
                    <a:pt x="1152" y="1858"/>
                  </a:lnTo>
                  <a:lnTo>
                    <a:pt x="3190" y="682"/>
                  </a:lnTo>
                  <a:lnTo>
                    <a:pt x="3220" y="663"/>
                  </a:lnTo>
                  <a:lnTo>
                    <a:pt x="2071" y="0"/>
                  </a:ln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905;p55">
              <a:extLst>
                <a:ext uri="{FF2B5EF4-FFF2-40B4-BE49-F238E27FC236}">
                  <a16:creationId xmlns:a16="http://schemas.microsoft.com/office/drawing/2014/main" id="{A4C7CCD2-AE4C-4D6F-8B89-99D713BD6B3A}"/>
                </a:ext>
              </a:extLst>
            </p:cNvPr>
            <p:cNvSpPr/>
            <p:nvPr/>
          </p:nvSpPr>
          <p:spPr>
            <a:xfrm>
              <a:off x="6011350" y="4907975"/>
              <a:ext cx="78950" cy="45575"/>
            </a:xfrm>
            <a:custGeom>
              <a:avLst/>
              <a:gdLst/>
              <a:ahLst/>
              <a:cxnLst/>
              <a:rect l="l" t="t" r="r" b="b"/>
              <a:pathLst>
                <a:path w="3158" h="1823" extrusionOk="0">
                  <a:moveTo>
                    <a:pt x="2040" y="1"/>
                  </a:moveTo>
                  <a:lnTo>
                    <a:pt x="1" y="1177"/>
                  </a:lnTo>
                  <a:lnTo>
                    <a:pt x="1120" y="1822"/>
                  </a:lnTo>
                  <a:lnTo>
                    <a:pt x="3158" y="646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906;p55">
              <a:extLst>
                <a:ext uri="{FF2B5EF4-FFF2-40B4-BE49-F238E27FC236}">
                  <a16:creationId xmlns:a16="http://schemas.microsoft.com/office/drawing/2014/main" id="{997D9F49-F4C7-4C03-B4E8-791CDF9FE03F}"/>
                </a:ext>
              </a:extLst>
            </p:cNvPr>
            <p:cNvSpPr/>
            <p:nvPr/>
          </p:nvSpPr>
          <p:spPr>
            <a:xfrm>
              <a:off x="6037350" y="4907975"/>
              <a:ext cx="52950" cy="45575"/>
            </a:xfrm>
            <a:custGeom>
              <a:avLst/>
              <a:gdLst/>
              <a:ahLst/>
              <a:cxnLst/>
              <a:rect l="l" t="t" r="r" b="b"/>
              <a:pathLst>
                <a:path w="2118" h="1823" extrusionOk="0">
                  <a:moveTo>
                    <a:pt x="1000" y="1"/>
                  </a:moveTo>
                  <a:lnTo>
                    <a:pt x="833" y="96"/>
                  </a:lnTo>
                  <a:cubicBezTo>
                    <a:pt x="1123" y="254"/>
                    <a:pt x="1242" y="1044"/>
                    <a:pt x="0" y="1777"/>
                  </a:cubicBezTo>
                  <a:lnTo>
                    <a:pt x="80" y="1822"/>
                  </a:lnTo>
                  <a:lnTo>
                    <a:pt x="2118" y="647"/>
                  </a:lnTo>
                  <a:lnTo>
                    <a:pt x="1000" y="1"/>
                  </a:ln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907;p55">
              <a:extLst>
                <a:ext uri="{FF2B5EF4-FFF2-40B4-BE49-F238E27FC236}">
                  <a16:creationId xmlns:a16="http://schemas.microsoft.com/office/drawing/2014/main" id="{E58FD03F-62B4-4460-BD41-E1D74252B970}"/>
                </a:ext>
              </a:extLst>
            </p:cNvPr>
            <p:cNvSpPr/>
            <p:nvPr/>
          </p:nvSpPr>
          <p:spPr>
            <a:xfrm>
              <a:off x="5898650" y="4843050"/>
              <a:ext cx="202975" cy="117000"/>
            </a:xfrm>
            <a:custGeom>
              <a:avLst/>
              <a:gdLst/>
              <a:ahLst/>
              <a:cxnLst/>
              <a:rect l="l" t="t" r="r" b="b"/>
              <a:pathLst>
                <a:path w="8119" h="4680" extrusionOk="0">
                  <a:moveTo>
                    <a:pt x="5951" y="0"/>
                  </a:moveTo>
                  <a:cubicBezTo>
                    <a:pt x="5935" y="0"/>
                    <a:pt x="5918" y="4"/>
                    <a:pt x="5903" y="12"/>
                  </a:cubicBezTo>
                  <a:lnTo>
                    <a:pt x="28" y="3405"/>
                  </a:lnTo>
                  <a:cubicBezTo>
                    <a:pt x="1" y="3420"/>
                    <a:pt x="1" y="3446"/>
                    <a:pt x="28" y="3462"/>
                  </a:cubicBezTo>
                  <a:lnTo>
                    <a:pt x="30" y="3463"/>
                  </a:lnTo>
                  <a:lnTo>
                    <a:pt x="2115" y="4668"/>
                  </a:lnTo>
                  <a:cubicBezTo>
                    <a:pt x="2130" y="4676"/>
                    <a:pt x="2147" y="4680"/>
                    <a:pt x="2164" y="4680"/>
                  </a:cubicBezTo>
                  <a:cubicBezTo>
                    <a:pt x="2181" y="4680"/>
                    <a:pt x="2198" y="4676"/>
                    <a:pt x="2214" y="4668"/>
                  </a:cubicBezTo>
                  <a:lnTo>
                    <a:pt x="8090" y="1278"/>
                  </a:lnTo>
                  <a:lnTo>
                    <a:pt x="8092" y="1278"/>
                  </a:lnTo>
                  <a:cubicBezTo>
                    <a:pt x="8118" y="1262"/>
                    <a:pt x="8118" y="1237"/>
                    <a:pt x="8092" y="1219"/>
                  </a:cubicBezTo>
                  <a:lnTo>
                    <a:pt x="6000" y="12"/>
                  </a:lnTo>
                  <a:cubicBezTo>
                    <a:pt x="5985" y="4"/>
                    <a:pt x="5968" y="0"/>
                    <a:pt x="5951" y="0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908;p55">
              <a:extLst>
                <a:ext uri="{FF2B5EF4-FFF2-40B4-BE49-F238E27FC236}">
                  <a16:creationId xmlns:a16="http://schemas.microsoft.com/office/drawing/2014/main" id="{EDC90BE8-FCC4-4119-A357-700A53E3015D}"/>
                </a:ext>
              </a:extLst>
            </p:cNvPr>
            <p:cNvSpPr/>
            <p:nvPr/>
          </p:nvSpPr>
          <p:spPr>
            <a:xfrm>
              <a:off x="5899250" y="4928150"/>
              <a:ext cx="200" cy="100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4" y="1"/>
                  </a:lnTo>
                  <a:cubicBezTo>
                    <a:pt x="3" y="2"/>
                    <a:pt x="3" y="2"/>
                    <a:pt x="3" y="3"/>
                  </a:cubicBezTo>
                  <a:lnTo>
                    <a:pt x="3" y="3"/>
                  </a:lnTo>
                  <a:lnTo>
                    <a:pt x="8" y="0"/>
                  </a:lnTo>
                  <a:close/>
                  <a:moveTo>
                    <a:pt x="3" y="3"/>
                  </a:moveTo>
                  <a:lnTo>
                    <a:pt x="0" y="4"/>
                  </a:lnTo>
                  <a:cubicBezTo>
                    <a:pt x="1" y="4"/>
                    <a:pt x="2" y="3"/>
                    <a:pt x="3" y="3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909;p55">
              <a:extLst>
                <a:ext uri="{FF2B5EF4-FFF2-40B4-BE49-F238E27FC236}">
                  <a16:creationId xmlns:a16="http://schemas.microsoft.com/office/drawing/2014/main" id="{6EAD6223-C1FA-433D-A3BA-F0037BA2BF9E}"/>
                </a:ext>
              </a:extLst>
            </p:cNvPr>
            <p:cNvSpPr/>
            <p:nvPr/>
          </p:nvSpPr>
          <p:spPr>
            <a:xfrm>
              <a:off x="5899400" y="4844475"/>
              <a:ext cx="201525" cy="115575"/>
            </a:xfrm>
            <a:custGeom>
              <a:avLst/>
              <a:gdLst/>
              <a:ahLst/>
              <a:cxnLst/>
              <a:rect l="l" t="t" r="r" b="b"/>
              <a:pathLst>
                <a:path w="8061" h="4623" extrusionOk="0">
                  <a:moveTo>
                    <a:pt x="5921" y="1"/>
                  </a:moveTo>
                  <a:cubicBezTo>
                    <a:pt x="5905" y="1"/>
                    <a:pt x="5888" y="5"/>
                    <a:pt x="5873" y="13"/>
                  </a:cubicBezTo>
                  <a:lnTo>
                    <a:pt x="0" y="3406"/>
                  </a:lnTo>
                  <a:lnTo>
                    <a:pt x="2085" y="4611"/>
                  </a:lnTo>
                  <a:cubicBezTo>
                    <a:pt x="2100" y="4619"/>
                    <a:pt x="2117" y="4623"/>
                    <a:pt x="2134" y="4623"/>
                  </a:cubicBezTo>
                  <a:cubicBezTo>
                    <a:pt x="2151" y="4623"/>
                    <a:pt x="2168" y="4619"/>
                    <a:pt x="2184" y="4611"/>
                  </a:cubicBezTo>
                  <a:lnTo>
                    <a:pt x="8060" y="1222"/>
                  </a:lnTo>
                  <a:lnTo>
                    <a:pt x="5970" y="13"/>
                  </a:lnTo>
                  <a:cubicBezTo>
                    <a:pt x="5955" y="5"/>
                    <a:pt x="5938" y="1"/>
                    <a:pt x="5921" y="1"/>
                  </a:cubicBez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910;p55">
              <a:extLst>
                <a:ext uri="{FF2B5EF4-FFF2-40B4-BE49-F238E27FC236}">
                  <a16:creationId xmlns:a16="http://schemas.microsoft.com/office/drawing/2014/main" id="{8182010D-786B-4C30-9920-7AB75203FEBE}"/>
                </a:ext>
              </a:extLst>
            </p:cNvPr>
            <p:cNvSpPr/>
            <p:nvPr/>
          </p:nvSpPr>
          <p:spPr>
            <a:xfrm>
              <a:off x="5866900" y="4691100"/>
              <a:ext cx="172425" cy="232575"/>
            </a:xfrm>
            <a:custGeom>
              <a:avLst/>
              <a:gdLst/>
              <a:ahLst/>
              <a:cxnLst/>
              <a:rect l="l" t="t" r="r" b="b"/>
              <a:pathLst>
                <a:path w="6897" h="9303" extrusionOk="0">
                  <a:moveTo>
                    <a:pt x="6560" y="1"/>
                  </a:moveTo>
                  <a:cubicBezTo>
                    <a:pt x="6481" y="1"/>
                    <a:pt x="6401" y="21"/>
                    <a:pt x="6330" y="63"/>
                  </a:cubicBezTo>
                  <a:lnTo>
                    <a:pt x="229" y="3585"/>
                  </a:lnTo>
                  <a:cubicBezTo>
                    <a:pt x="87" y="3668"/>
                    <a:pt x="0" y="3820"/>
                    <a:pt x="0" y="3984"/>
                  </a:cubicBezTo>
                  <a:lnTo>
                    <a:pt x="0" y="8904"/>
                  </a:lnTo>
                  <a:cubicBezTo>
                    <a:pt x="42" y="9159"/>
                    <a:pt x="87" y="9220"/>
                    <a:pt x="229" y="9302"/>
                  </a:cubicBezTo>
                  <a:lnTo>
                    <a:pt x="6897" y="5453"/>
                  </a:lnTo>
                  <a:lnTo>
                    <a:pt x="6897" y="207"/>
                  </a:lnTo>
                  <a:lnTo>
                    <a:pt x="6845" y="90"/>
                  </a:lnTo>
                  <a:lnTo>
                    <a:pt x="6790" y="63"/>
                  </a:lnTo>
                  <a:cubicBezTo>
                    <a:pt x="6719" y="21"/>
                    <a:pt x="6640" y="1"/>
                    <a:pt x="656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911;p55">
              <a:extLst>
                <a:ext uri="{FF2B5EF4-FFF2-40B4-BE49-F238E27FC236}">
                  <a16:creationId xmlns:a16="http://schemas.microsoft.com/office/drawing/2014/main" id="{0D834E8E-CA3B-497D-8B68-12151A8FE94C}"/>
                </a:ext>
              </a:extLst>
            </p:cNvPr>
            <p:cNvSpPr/>
            <p:nvPr/>
          </p:nvSpPr>
          <p:spPr>
            <a:xfrm>
              <a:off x="5868225" y="4691125"/>
              <a:ext cx="171100" cy="105500"/>
            </a:xfrm>
            <a:custGeom>
              <a:avLst/>
              <a:gdLst/>
              <a:ahLst/>
              <a:cxnLst/>
              <a:rect l="l" t="t" r="r" b="b"/>
              <a:pathLst>
                <a:path w="6844" h="4220" extrusionOk="0">
                  <a:moveTo>
                    <a:pt x="6507" y="1"/>
                  </a:moveTo>
                  <a:cubicBezTo>
                    <a:pt x="6428" y="1"/>
                    <a:pt x="6348" y="21"/>
                    <a:pt x="6277" y="62"/>
                  </a:cubicBezTo>
                  <a:lnTo>
                    <a:pt x="177" y="3585"/>
                  </a:lnTo>
                  <a:cubicBezTo>
                    <a:pt x="102" y="3628"/>
                    <a:pt x="41" y="3691"/>
                    <a:pt x="1" y="3767"/>
                  </a:cubicBezTo>
                  <a:lnTo>
                    <a:pt x="787" y="4220"/>
                  </a:lnTo>
                  <a:lnTo>
                    <a:pt x="6844" y="383"/>
                  </a:lnTo>
                  <a:lnTo>
                    <a:pt x="6844" y="208"/>
                  </a:lnTo>
                  <a:lnTo>
                    <a:pt x="6792" y="90"/>
                  </a:lnTo>
                  <a:lnTo>
                    <a:pt x="6737" y="62"/>
                  </a:lnTo>
                  <a:cubicBezTo>
                    <a:pt x="6666" y="21"/>
                    <a:pt x="6587" y="1"/>
                    <a:pt x="6507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912;p55">
              <a:extLst>
                <a:ext uri="{FF2B5EF4-FFF2-40B4-BE49-F238E27FC236}">
                  <a16:creationId xmlns:a16="http://schemas.microsoft.com/office/drawing/2014/main" id="{C22B25E4-D22D-4CD2-B87E-153039564D59}"/>
                </a:ext>
              </a:extLst>
            </p:cNvPr>
            <p:cNvSpPr/>
            <p:nvPr/>
          </p:nvSpPr>
          <p:spPr>
            <a:xfrm>
              <a:off x="5866850" y="4778525"/>
              <a:ext cx="22225" cy="23950"/>
            </a:xfrm>
            <a:custGeom>
              <a:avLst/>
              <a:gdLst/>
              <a:ahLst/>
              <a:cxnLst/>
              <a:rect l="l" t="t" r="r" b="b"/>
              <a:pathLst>
                <a:path w="889" h="958" extrusionOk="0">
                  <a:moveTo>
                    <a:pt x="382" y="1"/>
                  </a:moveTo>
                  <a:lnTo>
                    <a:pt x="221" y="95"/>
                  </a:lnTo>
                  <a:cubicBezTo>
                    <a:pt x="84" y="178"/>
                    <a:pt x="1" y="328"/>
                    <a:pt x="1" y="488"/>
                  </a:cubicBezTo>
                  <a:lnTo>
                    <a:pt x="1" y="729"/>
                  </a:lnTo>
                  <a:lnTo>
                    <a:pt x="396" y="958"/>
                  </a:lnTo>
                  <a:lnTo>
                    <a:pt x="889" y="291"/>
                  </a:lnTo>
                  <a:lnTo>
                    <a:pt x="382" y="1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913;p55">
              <a:extLst>
                <a:ext uri="{FF2B5EF4-FFF2-40B4-BE49-F238E27FC236}">
                  <a16:creationId xmlns:a16="http://schemas.microsoft.com/office/drawing/2014/main" id="{B85EB97B-D706-4660-AC28-9AFF38FBB73D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914;p55">
              <a:extLst>
                <a:ext uri="{FF2B5EF4-FFF2-40B4-BE49-F238E27FC236}">
                  <a16:creationId xmlns:a16="http://schemas.microsoft.com/office/drawing/2014/main" id="{A7130272-814D-41FF-8B2A-EA77BBEF10AB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915;p55">
              <a:extLst>
                <a:ext uri="{FF2B5EF4-FFF2-40B4-BE49-F238E27FC236}">
                  <a16:creationId xmlns:a16="http://schemas.microsoft.com/office/drawing/2014/main" id="{0E1FFED6-C432-4251-8A2D-A5FC1BE9C3F4}"/>
                </a:ext>
              </a:extLst>
            </p:cNvPr>
            <p:cNvSpPr/>
            <p:nvPr/>
          </p:nvSpPr>
          <p:spPr>
            <a:xfrm>
              <a:off x="5874575" y="4693000"/>
              <a:ext cx="164775" cy="229550"/>
            </a:xfrm>
            <a:custGeom>
              <a:avLst/>
              <a:gdLst/>
              <a:ahLst/>
              <a:cxnLst/>
              <a:rect l="l" t="t" r="r" b="b"/>
              <a:pathLst>
                <a:path w="6591" h="9182" extrusionOk="0">
                  <a:moveTo>
                    <a:pt x="6488" y="1"/>
                  </a:moveTo>
                  <a:cubicBezTo>
                    <a:pt x="6471" y="1"/>
                    <a:pt x="6453" y="5"/>
                    <a:pt x="6437" y="15"/>
                  </a:cubicBezTo>
                  <a:lnTo>
                    <a:pt x="5694" y="443"/>
                  </a:lnTo>
                  <a:lnTo>
                    <a:pt x="5462" y="575"/>
                  </a:lnTo>
                  <a:cubicBezTo>
                    <a:pt x="5462" y="1890"/>
                    <a:pt x="5341" y="5256"/>
                    <a:pt x="0" y="8382"/>
                  </a:cubicBezTo>
                  <a:lnTo>
                    <a:pt x="0" y="9181"/>
                  </a:lnTo>
                  <a:lnTo>
                    <a:pt x="6591" y="5375"/>
                  </a:lnTo>
                  <a:lnTo>
                    <a:pt x="6591" y="103"/>
                  </a:lnTo>
                  <a:cubicBezTo>
                    <a:pt x="6590" y="43"/>
                    <a:pt x="6541" y="1"/>
                    <a:pt x="6488" y="1"/>
                  </a:cubicBez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916;p55">
              <a:extLst>
                <a:ext uri="{FF2B5EF4-FFF2-40B4-BE49-F238E27FC236}">
                  <a16:creationId xmlns:a16="http://schemas.microsoft.com/office/drawing/2014/main" id="{E8FD7C62-201D-4963-87F3-8E31E19CC982}"/>
                </a:ext>
              </a:extLst>
            </p:cNvPr>
            <p:cNvSpPr/>
            <p:nvPr/>
          </p:nvSpPr>
          <p:spPr>
            <a:xfrm>
              <a:off x="5872600" y="4822625"/>
              <a:ext cx="166725" cy="101050"/>
            </a:xfrm>
            <a:custGeom>
              <a:avLst/>
              <a:gdLst/>
              <a:ahLst/>
              <a:cxnLst/>
              <a:rect l="l" t="t" r="r" b="b"/>
              <a:pathLst>
                <a:path w="6669" h="4042" extrusionOk="0">
                  <a:moveTo>
                    <a:pt x="6669" y="1"/>
                  </a:moveTo>
                  <a:lnTo>
                    <a:pt x="1" y="3852"/>
                  </a:lnTo>
                  <a:lnTo>
                    <a:pt x="1" y="4041"/>
                  </a:lnTo>
                  <a:lnTo>
                    <a:pt x="6669" y="192"/>
                  </a:lnTo>
                  <a:lnTo>
                    <a:pt x="6669" y="1"/>
                  </a:ln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917;p55">
              <a:extLst>
                <a:ext uri="{FF2B5EF4-FFF2-40B4-BE49-F238E27FC236}">
                  <a16:creationId xmlns:a16="http://schemas.microsoft.com/office/drawing/2014/main" id="{D5C3805E-C766-4C11-8014-18A15C51BAA8}"/>
                </a:ext>
              </a:extLst>
            </p:cNvPr>
            <p:cNvSpPr/>
            <p:nvPr/>
          </p:nvSpPr>
          <p:spPr>
            <a:xfrm>
              <a:off x="6032975" y="4700225"/>
              <a:ext cx="2025" cy="120200"/>
            </a:xfrm>
            <a:custGeom>
              <a:avLst/>
              <a:gdLst/>
              <a:ahLst/>
              <a:cxnLst/>
              <a:rect l="l" t="t" r="r" b="b"/>
              <a:pathLst>
                <a:path w="81" h="4808" extrusionOk="0">
                  <a:moveTo>
                    <a:pt x="80" y="0"/>
                  </a:moveTo>
                  <a:lnTo>
                    <a:pt x="1" y="47"/>
                  </a:lnTo>
                  <a:lnTo>
                    <a:pt x="1" y="4767"/>
                  </a:lnTo>
                  <a:lnTo>
                    <a:pt x="80" y="480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1E37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918;p55">
              <a:extLst>
                <a:ext uri="{FF2B5EF4-FFF2-40B4-BE49-F238E27FC236}">
                  <a16:creationId xmlns:a16="http://schemas.microsoft.com/office/drawing/2014/main" id="{A2A97BAC-9786-491A-A14E-A9EFE2BFEA20}"/>
                </a:ext>
              </a:extLst>
            </p:cNvPr>
            <p:cNvSpPr/>
            <p:nvPr/>
          </p:nvSpPr>
          <p:spPr>
            <a:xfrm>
              <a:off x="5878000" y="4701375"/>
              <a:ext cx="155000" cy="207300"/>
            </a:xfrm>
            <a:custGeom>
              <a:avLst/>
              <a:gdLst/>
              <a:ahLst/>
              <a:cxnLst/>
              <a:rect l="l" t="t" r="r" b="b"/>
              <a:pathLst>
                <a:path w="6200" h="8292" extrusionOk="0">
                  <a:moveTo>
                    <a:pt x="6200" y="1"/>
                  </a:moveTo>
                  <a:lnTo>
                    <a:pt x="0" y="3581"/>
                  </a:lnTo>
                  <a:lnTo>
                    <a:pt x="0" y="8292"/>
                  </a:lnTo>
                  <a:lnTo>
                    <a:pt x="6200" y="4721"/>
                  </a:lnTo>
                  <a:lnTo>
                    <a:pt x="6200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919;p55">
              <a:extLst>
                <a:ext uri="{FF2B5EF4-FFF2-40B4-BE49-F238E27FC236}">
                  <a16:creationId xmlns:a16="http://schemas.microsoft.com/office/drawing/2014/main" id="{9B2F65CB-F693-4159-A83F-11EBFF2D1006}"/>
                </a:ext>
              </a:extLst>
            </p:cNvPr>
            <p:cNvSpPr/>
            <p:nvPr/>
          </p:nvSpPr>
          <p:spPr>
            <a:xfrm>
              <a:off x="5878000" y="4819400"/>
              <a:ext cx="157000" cy="91650"/>
            </a:xfrm>
            <a:custGeom>
              <a:avLst/>
              <a:gdLst/>
              <a:ahLst/>
              <a:cxnLst/>
              <a:rect l="l" t="t" r="r" b="b"/>
              <a:pathLst>
                <a:path w="6280" h="3666" extrusionOk="0">
                  <a:moveTo>
                    <a:pt x="6200" y="0"/>
                  </a:moveTo>
                  <a:lnTo>
                    <a:pt x="0" y="3571"/>
                  </a:lnTo>
                  <a:lnTo>
                    <a:pt x="0" y="3665"/>
                  </a:lnTo>
                  <a:lnTo>
                    <a:pt x="6279" y="41"/>
                  </a:lnTo>
                  <a:lnTo>
                    <a:pt x="620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920;p55">
              <a:extLst>
                <a:ext uri="{FF2B5EF4-FFF2-40B4-BE49-F238E27FC236}">
                  <a16:creationId xmlns:a16="http://schemas.microsoft.com/office/drawing/2014/main" id="{B7F3C453-C50A-43A8-8F97-5AE71B8FBC35}"/>
                </a:ext>
              </a:extLst>
            </p:cNvPr>
            <p:cNvSpPr/>
            <p:nvPr/>
          </p:nvSpPr>
          <p:spPr>
            <a:xfrm>
              <a:off x="5877950" y="4701375"/>
              <a:ext cx="155050" cy="207300"/>
            </a:xfrm>
            <a:custGeom>
              <a:avLst/>
              <a:gdLst/>
              <a:ahLst/>
              <a:cxnLst/>
              <a:rect l="l" t="t" r="r" b="b"/>
              <a:pathLst>
                <a:path w="6202" h="8292" extrusionOk="0">
                  <a:moveTo>
                    <a:pt x="6202" y="1"/>
                  </a:moveTo>
                  <a:lnTo>
                    <a:pt x="5324" y="507"/>
                  </a:lnTo>
                  <a:cubicBezTo>
                    <a:pt x="5293" y="1957"/>
                    <a:pt x="4883" y="5056"/>
                    <a:pt x="1" y="7967"/>
                  </a:cubicBezTo>
                  <a:lnTo>
                    <a:pt x="1" y="8292"/>
                  </a:lnTo>
                  <a:lnTo>
                    <a:pt x="6202" y="4721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rgbClr val="2B3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921;p55">
              <a:extLst>
                <a:ext uri="{FF2B5EF4-FFF2-40B4-BE49-F238E27FC236}">
                  <a16:creationId xmlns:a16="http://schemas.microsoft.com/office/drawing/2014/main" id="{68743A7B-5B60-4D19-8570-D9FE34BF0296}"/>
                </a:ext>
              </a:extLst>
            </p:cNvPr>
            <p:cNvSpPr/>
            <p:nvPr/>
          </p:nvSpPr>
          <p:spPr>
            <a:xfrm>
              <a:off x="6149100" y="5154750"/>
              <a:ext cx="14400" cy="280425"/>
            </a:xfrm>
            <a:custGeom>
              <a:avLst/>
              <a:gdLst/>
              <a:ahLst/>
              <a:cxnLst/>
              <a:rect l="l" t="t" r="r" b="b"/>
              <a:pathLst>
                <a:path w="576" h="11217" extrusionOk="0">
                  <a:moveTo>
                    <a:pt x="288" y="0"/>
                  </a:moveTo>
                  <a:cubicBezTo>
                    <a:pt x="129" y="0"/>
                    <a:pt x="0" y="131"/>
                    <a:pt x="4" y="290"/>
                  </a:cubicBezTo>
                  <a:lnTo>
                    <a:pt x="4" y="10933"/>
                  </a:lnTo>
                  <a:cubicBezTo>
                    <a:pt x="4" y="11089"/>
                    <a:pt x="131" y="11216"/>
                    <a:pt x="288" y="11216"/>
                  </a:cubicBezTo>
                  <a:cubicBezTo>
                    <a:pt x="444" y="11216"/>
                    <a:pt x="571" y="11089"/>
                    <a:pt x="571" y="10933"/>
                  </a:cubicBezTo>
                  <a:lnTo>
                    <a:pt x="571" y="290"/>
                  </a:lnTo>
                  <a:cubicBezTo>
                    <a:pt x="575" y="131"/>
                    <a:pt x="447" y="0"/>
                    <a:pt x="288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922;p55">
              <a:extLst>
                <a:ext uri="{FF2B5EF4-FFF2-40B4-BE49-F238E27FC236}">
                  <a16:creationId xmlns:a16="http://schemas.microsoft.com/office/drawing/2014/main" id="{5F2C8590-E1CC-4A75-BFA9-25E48183035D}"/>
                </a:ext>
              </a:extLst>
            </p:cNvPr>
            <p:cNvSpPr/>
            <p:nvPr/>
          </p:nvSpPr>
          <p:spPr>
            <a:xfrm>
              <a:off x="5975625" y="5088200"/>
              <a:ext cx="73650" cy="247225"/>
            </a:xfrm>
            <a:custGeom>
              <a:avLst/>
              <a:gdLst/>
              <a:ahLst/>
              <a:cxnLst/>
              <a:rect l="l" t="t" r="r" b="b"/>
              <a:pathLst>
                <a:path w="2946" h="9889" extrusionOk="0">
                  <a:moveTo>
                    <a:pt x="2629" y="1"/>
                  </a:moveTo>
                  <a:cubicBezTo>
                    <a:pt x="2499" y="1"/>
                    <a:pt x="2381" y="91"/>
                    <a:pt x="2352" y="224"/>
                  </a:cubicBezTo>
                  <a:lnTo>
                    <a:pt x="39" y="9536"/>
                  </a:lnTo>
                  <a:cubicBezTo>
                    <a:pt x="1" y="9688"/>
                    <a:pt x="94" y="9842"/>
                    <a:pt x="246" y="9880"/>
                  </a:cubicBezTo>
                  <a:cubicBezTo>
                    <a:pt x="268" y="9885"/>
                    <a:pt x="291" y="9888"/>
                    <a:pt x="314" y="9888"/>
                  </a:cubicBezTo>
                  <a:cubicBezTo>
                    <a:pt x="444" y="9887"/>
                    <a:pt x="557" y="9799"/>
                    <a:pt x="589" y="9673"/>
                  </a:cubicBezTo>
                  <a:lnTo>
                    <a:pt x="2902" y="360"/>
                  </a:lnTo>
                  <a:cubicBezTo>
                    <a:pt x="2945" y="206"/>
                    <a:pt x="2852" y="47"/>
                    <a:pt x="2697" y="9"/>
                  </a:cubicBezTo>
                  <a:cubicBezTo>
                    <a:pt x="2674" y="4"/>
                    <a:pt x="2651" y="1"/>
                    <a:pt x="2629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923;p55">
              <a:extLst>
                <a:ext uri="{FF2B5EF4-FFF2-40B4-BE49-F238E27FC236}">
                  <a16:creationId xmlns:a16="http://schemas.microsoft.com/office/drawing/2014/main" id="{92B82E0F-3F06-410B-869B-695A5B1EE04F}"/>
                </a:ext>
              </a:extLst>
            </p:cNvPr>
            <p:cNvSpPr/>
            <p:nvPr/>
          </p:nvSpPr>
          <p:spPr>
            <a:xfrm>
              <a:off x="6263550" y="5088575"/>
              <a:ext cx="73400" cy="246850"/>
            </a:xfrm>
            <a:custGeom>
              <a:avLst/>
              <a:gdLst/>
              <a:ahLst/>
              <a:cxnLst/>
              <a:rect l="l" t="t" r="r" b="b"/>
              <a:pathLst>
                <a:path w="2936" h="9874" extrusionOk="0">
                  <a:moveTo>
                    <a:pt x="311" y="1"/>
                  </a:moveTo>
                  <a:cubicBezTo>
                    <a:pt x="288" y="1"/>
                    <a:pt x="266" y="3"/>
                    <a:pt x="243" y="9"/>
                  </a:cubicBezTo>
                  <a:cubicBezTo>
                    <a:pt x="94" y="47"/>
                    <a:pt x="1" y="195"/>
                    <a:pt x="34" y="345"/>
                  </a:cubicBezTo>
                  <a:lnTo>
                    <a:pt x="2347" y="9658"/>
                  </a:lnTo>
                  <a:cubicBezTo>
                    <a:pt x="2379" y="9784"/>
                    <a:pt x="2493" y="9872"/>
                    <a:pt x="2622" y="9873"/>
                  </a:cubicBezTo>
                  <a:cubicBezTo>
                    <a:pt x="2646" y="9873"/>
                    <a:pt x="2669" y="9870"/>
                    <a:pt x="2691" y="9865"/>
                  </a:cubicBezTo>
                  <a:cubicBezTo>
                    <a:pt x="2842" y="9827"/>
                    <a:pt x="2935" y="9673"/>
                    <a:pt x="2898" y="9521"/>
                  </a:cubicBezTo>
                  <a:lnTo>
                    <a:pt x="584" y="209"/>
                  </a:lnTo>
                  <a:cubicBezTo>
                    <a:pt x="550" y="84"/>
                    <a:pt x="436" y="1"/>
                    <a:pt x="311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924;p55">
              <a:extLst>
                <a:ext uri="{FF2B5EF4-FFF2-40B4-BE49-F238E27FC236}">
                  <a16:creationId xmlns:a16="http://schemas.microsoft.com/office/drawing/2014/main" id="{21CEF474-97F0-426A-826C-0E97A477A3A0}"/>
                </a:ext>
              </a:extLst>
            </p:cNvPr>
            <p:cNvSpPr/>
            <p:nvPr/>
          </p:nvSpPr>
          <p:spPr>
            <a:xfrm>
              <a:off x="5942325" y="5008175"/>
              <a:ext cx="329175" cy="180925"/>
            </a:xfrm>
            <a:custGeom>
              <a:avLst/>
              <a:gdLst/>
              <a:ahLst/>
              <a:cxnLst/>
              <a:rect l="l" t="t" r="r" b="b"/>
              <a:pathLst>
                <a:path w="13167" h="7237" extrusionOk="0">
                  <a:moveTo>
                    <a:pt x="6254" y="0"/>
                  </a:moveTo>
                  <a:cubicBezTo>
                    <a:pt x="5721" y="0"/>
                    <a:pt x="5187" y="118"/>
                    <a:pt x="4780" y="353"/>
                  </a:cubicBezTo>
                  <a:lnTo>
                    <a:pt x="815" y="2643"/>
                  </a:lnTo>
                  <a:cubicBezTo>
                    <a:pt x="2" y="3112"/>
                    <a:pt x="1" y="3874"/>
                    <a:pt x="815" y="4344"/>
                  </a:cubicBezTo>
                  <a:lnTo>
                    <a:pt x="3958" y="6161"/>
                  </a:lnTo>
                  <a:cubicBezTo>
                    <a:pt x="3958" y="6161"/>
                    <a:pt x="5833" y="7237"/>
                    <a:pt x="7360" y="7237"/>
                  </a:cubicBezTo>
                  <a:cubicBezTo>
                    <a:pt x="7572" y="7237"/>
                    <a:pt x="7778" y="7216"/>
                    <a:pt x="7970" y="7169"/>
                  </a:cubicBezTo>
                  <a:cubicBezTo>
                    <a:pt x="9552" y="6781"/>
                    <a:pt x="13167" y="3493"/>
                    <a:pt x="13167" y="3493"/>
                  </a:cubicBezTo>
                  <a:lnTo>
                    <a:pt x="7728" y="353"/>
                  </a:lnTo>
                  <a:cubicBezTo>
                    <a:pt x="7321" y="118"/>
                    <a:pt x="6787" y="0"/>
                    <a:pt x="62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925;p55">
              <a:extLst>
                <a:ext uri="{FF2B5EF4-FFF2-40B4-BE49-F238E27FC236}">
                  <a16:creationId xmlns:a16="http://schemas.microsoft.com/office/drawing/2014/main" id="{8D81FA1A-3CE6-444C-ADF1-EB4053E8921E}"/>
                </a:ext>
              </a:extLst>
            </p:cNvPr>
            <p:cNvSpPr/>
            <p:nvPr/>
          </p:nvSpPr>
          <p:spPr>
            <a:xfrm>
              <a:off x="6146250" y="4736650"/>
              <a:ext cx="102975" cy="80600"/>
            </a:xfrm>
            <a:custGeom>
              <a:avLst/>
              <a:gdLst/>
              <a:ahLst/>
              <a:cxnLst/>
              <a:rect l="l" t="t" r="r" b="b"/>
              <a:pathLst>
                <a:path w="4119" h="3224" extrusionOk="0">
                  <a:moveTo>
                    <a:pt x="2526" y="0"/>
                  </a:moveTo>
                  <a:lnTo>
                    <a:pt x="624" y="1140"/>
                  </a:lnTo>
                  <a:cubicBezTo>
                    <a:pt x="624" y="1140"/>
                    <a:pt x="731" y="1518"/>
                    <a:pt x="804" y="1762"/>
                  </a:cubicBezTo>
                  <a:cubicBezTo>
                    <a:pt x="876" y="2004"/>
                    <a:pt x="870" y="2136"/>
                    <a:pt x="408" y="2488"/>
                  </a:cubicBezTo>
                  <a:cubicBezTo>
                    <a:pt x="1" y="2798"/>
                    <a:pt x="961" y="3224"/>
                    <a:pt x="1743" y="3224"/>
                  </a:cubicBezTo>
                  <a:cubicBezTo>
                    <a:pt x="1849" y="3224"/>
                    <a:pt x="1951" y="3216"/>
                    <a:pt x="2047" y="3199"/>
                  </a:cubicBezTo>
                  <a:cubicBezTo>
                    <a:pt x="2848" y="3057"/>
                    <a:pt x="3709" y="2480"/>
                    <a:pt x="3906" y="1932"/>
                  </a:cubicBezTo>
                  <a:cubicBezTo>
                    <a:pt x="4118" y="1344"/>
                    <a:pt x="4051" y="716"/>
                    <a:pt x="3735" y="716"/>
                  </a:cubicBezTo>
                  <a:cubicBezTo>
                    <a:pt x="3722" y="716"/>
                    <a:pt x="3709" y="717"/>
                    <a:pt x="3696" y="719"/>
                  </a:cubicBezTo>
                  <a:cubicBezTo>
                    <a:pt x="3346" y="771"/>
                    <a:pt x="3056" y="854"/>
                    <a:pt x="2883" y="854"/>
                  </a:cubicBezTo>
                  <a:cubicBezTo>
                    <a:pt x="2804" y="854"/>
                    <a:pt x="2748" y="836"/>
                    <a:pt x="2723" y="790"/>
                  </a:cubicBezTo>
                  <a:cubicBezTo>
                    <a:pt x="2662" y="678"/>
                    <a:pt x="2526" y="0"/>
                    <a:pt x="2526" y="0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926;p55">
              <a:extLst>
                <a:ext uri="{FF2B5EF4-FFF2-40B4-BE49-F238E27FC236}">
                  <a16:creationId xmlns:a16="http://schemas.microsoft.com/office/drawing/2014/main" id="{7147BB26-A1EE-4B35-8774-785592CC63B3}"/>
                </a:ext>
              </a:extLst>
            </p:cNvPr>
            <p:cNvSpPr/>
            <p:nvPr/>
          </p:nvSpPr>
          <p:spPr>
            <a:xfrm>
              <a:off x="5891200" y="4985400"/>
              <a:ext cx="391900" cy="169475"/>
            </a:xfrm>
            <a:custGeom>
              <a:avLst/>
              <a:gdLst/>
              <a:ahLst/>
              <a:cxnLst/>
              <a:rect l="l" t="t" r="r" b="b"/>
              <a:pathLst>
                <a:path w="15676" h="6779" extrusionOk="0">
                  <a:moveTo>
                    <a:pt x="1962" y="0"/>
                  </a:moveTo>
                  <a:cubicBezTo>
                    <a:pt x="1040" y="0"/>
                    <a:pt x="1" y="674"/>
                    <a:pt x="117" y="1832"/>
                  </a:cubicBezTo>
                  <a:lnTo>
                    <a:pt x="2715" y="3287"/>
                  </a:lnTo>
                  <a:lnTo>
                    <a:pt x="2715" y="3287"/>
                  </a:lnTo>
                  <a:lnTo>
                    <a:pt x="7961" y="6316"/>
                  </a:lnTo>
                  <a:cubicBezTo>
                    <a:pt x="8547" y="6630"/>
                    <a:pt x="9193" y="6779"/>
                    <a:pt x="9880" y="6779"/>
                  </a:cubicBezTo>
                  <a:cubicBezTo>
                    <a:pt x="10714" y="6779"/>
                    <a:pt x="11608" y="6560"/>
                    <a:pt x="12530" y="6155"/>
                  </a:cubicBezTo>
                  <a:cubicBezTo>
                    <a:pt x="14213" y="5415"/>
                    <a:pt x="15675" y="4449"/>
                    <a:pt x="15528" y="2193"/>
                  </a:cubicBezTo>
                  <a:lnTo>
                    <a:pt x="15528" y="2193"/>
                  </a:lnTo>
                  <a:lnTo>
                    <a:pt x="9499" y="2702"/>
                  </a:lnTo>
                  <a:cubicBezTo>
                    <a:pt x="9499" y="2702"/>
                    <a:pt x="3424" y="422"/>
                    <a:pt x="2524" y="94"/>
                  </a:cubicBezTo>
                  <a:cubicBezTo>
                    <a:pt x="2350" y="31"/>
                    <a:pt x="2159" y="0"/>
                    <a:pt x="1962" y="0"/>
                  </a:cubicBez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927;p55">
              <a:extLst>
                <a:ext uri="{FF2B5EF4-FFF2-40B4-BE49-F238E27FC236}">
                  <a16:creationId xmlns:a16="http://schemas.microsoft.com/office/drawing/2014/main" id="{33556FBD-75FC-4CCE-B926-D77B227F27E7}"/>
                </a:ext>
              </a:extLst>
            </p:cNvPr>
            <p:cNvSpPr/>
            <p:nvPr/>
          </p:nvSpPr>
          <p:spPr>
            <a:xfrm>
              <a:off x="6111825" y="4614975"/>
              <a:ext cx="124825" cy="151350"/>
            </a:xfrm>
            <a:custGeom>
              <a:avLst/>
              <a:gdLst/>
              <a:ahLst/>
              <a:cxnLst/>
              <a:rect l="l" t="t" r="r" b="b"/>
              <a:pathLst>
                <a:path w="4993" h="6054" extrusionOk="0">
                  <a:moveTo>
                    <a:pt x="2448" y="1"/>
                  </a:moveTo>
                  <a:cubicBezTo>
                    <a:pt x="1139" y="1"/>
                    <a:pt x="275" y="1010"/>
                    <a:pt x="144" y="2291"/>
                  </a:cubicBezTo>
                  <a:cubicBezTo>
                    <a:pt x="69" y="2926"/>
                    <a:pt x="0" y="4270"/>
                    <a:pt x="487" y="5248"/>
                  </a:cubicBezTo>
                  <a:cubicBezTo>
                    <a:pt x="762" y="5802"/>
                    <a:pt x="1055" y="6003"/>
                    <a:pt x="1576" y="6051"/>
                  </a:cubicBezTo>
                  <a:cubicBezTo>
                    <a:pt x="1593" y="6053"/>
                    <a:pt x="1612" y="6053"/>
                    <a:pt x="1632" y="6053"/>
                  </a:cubicBezTo>
                  <a:cubicBezTo>
                    <a:pt x="2098" y="6053"/>
                    <a:pt x="3389" y="5658"/>
                    <a:pt x="3808" y="5114"/>
                  </a:cubicBezTo>
                  <a:cubicBezTo>
                    <a:pt x="3885" y="5013"/>
                    <a:pt x="3982" y="4547"/>
                    <a:pt x="3982" y="4547"/>
                  </a:cubicBezTo>
                  <a:cubicBezTo>
                    <a:pt x="4587" y="4085"/>
                    <a:pt x="4982" y="3370"/>
                    <a:pt x="4986" y="2550"/>
                  </a:cubicBezTo>
                  <a:cubicBezTo>
                    <a:pt x="4992" y="1148"/>
                    <a:pt x="3862" y="7"/>
                    <a:pt x="2460" y="1"/>
                  </a:cubicBezTo>
                  <a:cubicBezTo>
                    <a:pt x="2456" y="1"/>
                    <a:pt x="2452" y="1"/>
                    <a:pt x="244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928;p55">
              <a:extLst>
                <a:ext uri="{FF2B5EF4-FFF2-40B4-BE49-F238E27FC236}">
                  <a16:creationId xmlns:a16="http://schemas.microsoft.com/office/drawing/2014/main" id="{3D2511DF-F865-473A-8972-0DB1CCD7ACBB}"/>
                </a:ext>
              </a:extLst>
            </p:cNvPr>
            <p:cNvSpPr/>
            <p:nvPr/>
          </p:nvSpPr>
          <p:spPr>
            <a:xfrm>
              <a:off x="6109300" y="4607575"/>
              <a:ext cx="131750" cy="152925"/>
            </a:xfrm>
            <a:custGeom>
              <a:avLst/>
              <a:gdLst/>
              <a:ahLst/>
              <a:cxnLst/>
              <a:rect l="l" t="t" r="r" b="b"/>
              <a:pathLst>
                <a:path w="5270" h="6117" extrusionOk="0">
                  <a:moveTo>
                    <a:pt x="2439" y="1"/>
                  </a:moveTo>
                  <a:cubicBezTo>
                    <a:pt x="1919" y="1"/>
                    <a:pt x="1397" y="73"/>
                    <a:pt x="874" y="73"/>
                  </a:cubicBezTo>
                  <a:cubicBezTo>
                    <a:pt x="785" y="73"/>
                    <a:pt x="696" y="71"/>
                    <a:pt x="607" y="66"/>
                  </a:cubicBezTo>
                  <a:cubicBezTo>
                    <a:pt x="572" y="64"/>
                    <a:pt x="535" y="62"/>
                    <a:pt x="497" y="62"/>
                  </a:cubicBezTo>
                  <a:cubicBezTo>
                    <a:pt x="342" y="62"/>
                    <a:pt x="181" y="87"/>
                    <a:pt x="97" y="209"/>
                  </a:cubicBezTo>
                  <a:cubicBezTo>
                    <a:pt x="53" y="275"/>
                    <a:pt x="41" y="348"/>
                    <a:pt x="33" y="419"/>
                  </a:cubicBezTo>
                  <a:cubicBezTo>
                    <a:pt x="1" y="703"/>
                    <a:pt x="34" y="1000"/>
                    <a:pt x="160" y="1257"/>
                  </a:cubicBezTo>
                  <a:cubicBezTo>
                    <a:pt x="275" y="1489"/>
                    <a:pt x="542" y="1796"/>
                    <a:pt x="827" y="1796"/>
                  </a:cubicBezTo>
                  <a:cubicBezTo>
                    <a:pt x="833" y="1796"/>
                    <a:pt x="838" y="1796"/>
                    <a:pt x="844" y="1795"/>
                  </a:cubicBezTo>
                  <a:lnTo>
                    <a:pt x="844" y="1795"/>
                  </a:lnTo>
                  <a:cubicBezTo>
                    <a:pt x="798" y="1983"/>
                    <a:pt x="841" y="2204"/>
                    <a:pt x="987" y="2337"/>
                  </a:cubicBezTo>
                  <a:cubicBezTo>
                    <a:pt x="1149" y="2487"/>
                    <a:pt x="1215" y="2714"/>
                    <a:pt x="1204" y="2936"/>
                  </a:cubicBezTo>
                  <a:cubicBezTo>
                    <a:pt x="1192" y="3175"/>
                    <a:pt x="1193" y="3470"/>
                    <a:pt x="1245" y="3727"/>
                  </a:cubicBezTo>
                  <a:cubicBezTo>
                    <a:pt x="1317" y="4089"/>
                    <a:pt x="1678" y="4221"/>
                    <a:pt x="1678" y="4221"/>
                  </a:cubicBezTo>
                  <a:cubicBezTo>
                    <a:pt x="1678" y="4221"/>
                    <a:pt x="1672" y="3658"/>
                    <a:pt x="1781" y="3340"/>
                  </a:cubicBezTo>
                  <a:cubicBezTo>
                    <a:pt x="1841" y="3163"/>
                    <a:pt x="2030" y="3044"/>
                    <a:pt x="2227" y="3044"/>
                  </a:cubicBezTo>
                  <a:cubicBezTo>
                    <a:pt x="2382" y="3044"/>
                    <a:pt x="2541" y="3118"/>
                    <a:pt x="2644" y="3298"/>
                  </a:cubicBezTo>
                  <a:cubicBezTo>
                    <a:pt x="2877" y="3703"/>
                    <a:pt x="2776" y="3973"/>
                    <a:pt x="2697" y="4331"/>
                  </a:cubicBezTo>
                  <a:cubicBezTo>
                    <a:pt x="2617" y="4691"/>
                    <a:pt x="2272" y="4589"/>
                    <a:pt x="2173" y="4684"/>
                  </a:cubicBezTo>
                  <a:cubicBezTo>
                    <a:pt x="2104" y="4750"/>
                    <a:pt x="2112" y="5065"/>
                    <a:pt x="2320" y="5279"/>
                  </a:cubicBezTo>
                  <a:cubicBezTo>
                    <a:pt x="2411" y="5582"/>
                    <a:pt x="2748" y="6116"/>
                    <a:pt x="3190" y="6116"/>
                  </a:cubicBezTo>
                  <a:cubicBezTo>
                    <a:pt x="3222" y="6116"/>
                    <a:pt x="3255" y="6113"/>
                    <a:pt x="3288" y="6107"/>
                  </a:cubicBezTo>
                  <a:cubicBezTo>
                    <a:pt x="3777" y="6021"/>
                    <a:pt x="4129" y="5725"/>
                    <a:pt x="4129" y="5725"/>
                  </a:cubicBezTo>
                  <a:cubicBezTo>
                    <a:pt x="4129" y="5725"/>
                    <a:pt x="4291" y="5332"/>
                    <a:pt x="4780" y="4466"/>
                  </a:cubicBezTo>
                  <a:cubicBezTo>
                    <a:pt x="5269" y="3600"/>
                    <a:pt x="5269" y="2961"/>
                    <a:pt x="5088" y="2095"/>
                  </a:cubicBezTo>
                  <a:cubicBezTo>
                    <a:pt x="4906" y="1230"/>
                    <a:pt x="4318" y="1015"/>
                    <a:pt x="4318" y="1015"/>
                  </a:cubicBezTo>
                  <a:cubicBezTo>
                    <a:pt x="4282" y="1003"/>
                    <a:pt x="4172" y="685"/>
                    <a:pt x="4134" y="631"/>
                  </a:cubicBezTo>
                  <a:cubicBezTo>
                    <a:pt x="4055" y="517"/>
                    <a:pt x="3957" y="418"/>
                    <a:pt x="3844" y="336"/>
                  </a:cubicBezTo>
                  <a:cubicBezTo>
                    <a:pt x="3602" y="162"/>
                    <a:pt x="3307" y="79"/>
                    <a:pt x="3016" y="38"/>
                  </a:cubicBezTo>
                  <a:cubicBezTo>
                    <a:pt x="2824" y="11"/>
                    <a:pt x="2632" y="1"/>
                    <a:pt x="2439" y="1"/>
                  </a:cubicBezTo>
                  <a:close/>
                </a:path>
              </a:pathLst>
            </a:custGeom>
            <a:solidFill>
              <a:srgbClr val="180D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929;p55">
              <a:extLst>
                <a:ext uri="{FF2B5EF4-FFF2-40B4-BE49-F238E27FC236}">
                  <a16:creationId xmlns:a16="http://schemas.microsoft.com/office/drawing/2014/main" id="{93CB29C2-89E1-4C6A-B2CD-70F10B3FAE27}"/>
                </a:ext>
              </a:extLst>
            </p:cNvPr>
            <p:cNvSpPr/>
            <p:nvPr/>
          </p:nvSpPr>
          <p:spPr>
            <a:xfrm>
              <a:off x="6102975" y="4753875"/>
              <a:ext cx="188350" cy="344925"/>
            </a:xfrm>
            <a:custGeom>
              <a:avLst/>
              <a:gdLst/>
              <a:ahLst/>
              <a:cxnLst/>
              <a:rect l="l" t="t" r="r" b="b"/>
              <a:pathLst>
                <a:path w="7534" h="13797" extrusionOk="0">
                  <a:moveTo>
                    <a:pt x="5549" y="0"/>
                  </a:moveTo>
                  <a:cubicBezTo>
                    <a:pt x="5458" y="0"/>
                    <a:pt x="5367" y="9"/>
                    <a:pt x="5276" y="22"/>
                  </a:cubicBezTo>
                  <a:cubicBezTo>
                    <a:pt x="5090" y="47"/>
                    <a:pt x="4908" y="87"/>
                    <a:pt x="4728" y="142"/>
                  </a:cubicBezTo>
                  <a:cubicBezTo>
                    <a:pt x="4785" y="328"/>
                    <a:pt x="4627" y="632"/>
                    <a:pt x="3964" y="986"/>
                  </a:cubicBezTo>
                  <a:cubicBezTo>
                    <a:pt x="3253" y="1365"/>
                    <a:pt x="2770" y="1404"/>
                    <a:pt x="2601" y="1404"/>
                  </a:cubicBezTo>
                  <a:cubicBezTo>
                    <a:pt x="2557" y="1404"/>
                    <a:pt x="2534" y="1402"/>
                    <a:pt x="2534" y="1402"/>
                  </a:cubicBezTo>
                  <a:cubicBezTo>
                    <a:pt x="2534" y="1402"/>
                    <a:pt x="1472" y="1977"/>
                    <a:pt x="1008" y="2301"/>
                  </a:cubicBezTo>
                  <a:cubicBezTo>
                    <a:pt x="427" y="2707"/>
                    <a:pt x="169" y="3884"/>
                    <a:pt x="91" y="5870"/>
                  </a:cubicBezTo>
                  <a:cubicBezTo>
                    <a:pt x="23" y="7628"/>
                    <a:pt x="1" y="10417"/>
                    <a:pt x="29" y="11896"/>
                  </a:cubicBezTo>
                  <a:cubicBezTo>
                    <a:pt x="40" y="12572"/>
                    <a:pt x="432" y="13186"/>
                    <a:pt x="1043" y="13481"/>
                  </a:cubicBezTo>
                  <a:cubicBezTo>
                    <a:pt x="1406" y="13655"/>
                    <a:pt x="1852" y="13797"/>
                    <a:pt x="2342" y="13797"/>
                  </a:cubicBezTo>
                  <a:cubicBezTo>
                    <a:pt x="2410" y="13797"/>
                    <a:pt x="2478" y="13794"/>
                    <a:pt x="2547" y="13788"/>
                  </a:cubicBezTo>
                  <a:cubicBezTo>
                    <a:pt x="3938" y="13673"/>
                    <a:pt x="6491" y="12405"/>
                    <a:pt x="7059" y="11454"/>
                  </a:cubicBezTo>
                  <a:cubicBezTo>
                    <a:pt x="7044" y="9438"/>
                    <a:pt x="6874" y="8214"/>
                    <a:pt x="6945" y="7010"/>
                  </a:cubicBezTo>
                  <a:cubicBezTo>
                    <a:pt x="7068" y="4887"/>
                    <a:pt x="7533" y="3202"/>
                    <a:pt x="6947" y="1498"/>
                  </a:cubicBezTo>
                  <a:cubicBezTo>
                    <a:pt x="6518" y="249"/>
                    <a:pt x="6032" y="0"/>
                    <a:pt x="5549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930;p55">
              <a:extLst>
                <a:ext uri="{FF2B5EF4-FFF2-40B4-BE49-F238E27FC236}">
                  <a16:creationId xmlns:a16="http://schemas.microsoft.com/office/drawing/2014/main" id="{D6F2F746-2920-44D0-9FEB-DA63901E8D36}"/>
                </a:ext>
              </a:extLst>
            </p:cNvPr>
            <p:cNvSpPr/>
            <p:nvPr/>
          </p:nvSpPr>
          <p:spPr>
            <a:xfrm>
              <a:off x="5852750" y="4814750"/>
              <a:ext cx="304625" cy="196325"/>
            </a:xfrm>
            <a:custGeom>
              <a:avLst/>
              <a:gdLst/>
              <a:ahLst/>
              <a:cxnLst/>
              <a:rect l="l" t="t" r="r" b="b"/>
              <a:pathLst>
                <a:path w="12185" h="7853" extrusionOk="0">
                  <a:moveTo>
                    <a:pt x="11168" y="1"/>
                  </a:moveTo>
                  <a:cubicBezTo>
                    <a:pt x="10838" y="1"/>
                    <a:pt x="10472" y="246"/>
                    <a:pt x="10284" y="786"/>
                  </a:cubicBezTo>
                  <a:cubicBezTo>
                    <a:pt x="9879" y="1948"/>
                    <a:pt x="9884" y="3507"/>
                    <a:pt x="8916" y="4787"/>
                  </a:cubicBezTo>
                  <a:cubicBezTo>
                    <a:pt x="8474" y="5373"/>
                    <a:pt x="7696" y="5884"/>
                    <a:pt x="6392" y="6006"/>
                  </a:cubicBezTo>
                  <a:cubicBezTo>
                    <a:pt x="5613" y="6079"/>
                    <a:pt x="4968" y="6122"/>
                    <a:pt x="4489" y="6122"/>
                  </a:cubicBezTo>
                  <a:cubicBezTo>
                    <a:pt x="4164" y="6122"/>
                    <a:pt x="3915" y="6102"/>
                    <a:pt x="3755" y="6059"/>
                  </a:cubicBezTo>
                  <a:cubicBezTo>
                    <a:pt x="3389" y="5962"/>
                    <a:pt x="3254" y="5866"/>
                    <a:pt x="2931" y="5619"/>
                  </a:cubicBezTo>
                  <a:cubicBezTo>
                    <a:pt x="2566" y="5339"/>
                    <a:pt x="2268" y="5266"/>
                    <a:pt x="1995" y="5089"/>
                  </a:cubicBezTo>
                  <a:cubicBezTo>
                    <a:pt x="1832" y="4984"/>
                    <a:pt x="1774" y="4932"/>
                    <a:pt x="1727" y="4932"/>
                  </a:cubicBezTo>
                  <a:cubicBezTo>
                    <a:pt x="1695" y="4932"/>
                    <a:pt x="1667" y="4956"/>
                    <a:pt x="1616" y="5006"/>
                  </a:cubicBezTo>
                  <a:cubicBezTo>
                    <a:pt x="1488" y="5128"/>
                    <a:pt x="1592" y="5472"/>
                    <a:pt x="1826" y="5681"/>
                  </a:cubicBezTo>
                  <a:cubicBezTo>
                    <a:pt x="2071" y="5900"/>
                    <a:pt x="2290" y="5939"/>
                    <a:pt x="2323" y="6006"/>
                  </a:cubicBezTo>
                  <a:cubicBezTo>
                    <a:pt x="2337" y="6034"/>
                    <a:pt x="2299" y="6048"/>
                    <a:pt x="2225" y="6048"/>
                  </a:cubicBezTo>
                  <a:cubicBezTo>
                    <a:pt x="2119" y="6048"/>
                    <a:pt x="1937" y="6020"/>
                    <a:pt x="1722" y="5965"/>
                  </a:cubicBezTo>
                  <a:cubicBezTo>
                    <a:pt x="1222" y="5836"/>
                    <a:pt x="955" y="5597"/>
                    <a:pt x="709" y="5490"/>
                  </a:cubicBezTo>
                  <a:cubicBezTo>
                    <a:pt x="655" y="5467"/>
                    <a:pt x="609" y="5457"/>
                    <a:pt x="570" y="5457"/>
                  </a:cubicBezTo>
                  <a:cubicBezTo>
                    <a:pt x="411" y="5457"/>
                    <a:pt x="373" y="5621"/>
                    <a:pt x="422" y="5713"/>
                  </a:cubicBezTo>
                  <a:cubicBezTo>
                    <a:pt x="483" y="5827"/>
                    <a:pt x="586" y="5995"/>
                    <a:pt x="945" y="6223"/>
                  </a:cubicBezTo>
                  <a:cubicBezTo>
                    <a:pt x="1305" y="6451"/>
                    <a:pt x="1771" y="6634"/>
                    <a:pt x="1771" y="6634"/>
                  </a:cubicBezTo>
                  <a:cubicBezTo>
                    <a:pt x="1771" y="6634"/>
                    <a:pt x="1453" y="6614"/>
                    <a:pt x="1055" y="6482"/>
                  </a:cubicBezTo>
                  <a:cubicBezTo>
                    <a:pt x="619" y="6336"/>
                    <a:pt x="458" y="6223"/>
                    <a:pt x="228" y="6159"/>
                  </a:cubicBezTo>
                  <a:cubicBezTo>
                    <a:pt x="211" y="6155"/>
                    <a:pt x="196" y="6152"/>
                    <a:pt x="181" y="6152"/>
                  </a:cubicBezTo>
                  <a:cubicBezTo>
                    <a:pt x="0" y="6152"/>
                    <a:pt x="11" y="6503"/>
                    <a:pt x="211" y="6647"/>
                  </a:cubicBezTo>
                  <a:cubicBezTo>
                    <a:pt x="387" y="6773"/>
                    <a:pt x="657" y="6918"/>
                    <a:pt x="950" y="7021"/>
                  </a:cubicBezTo>
                  <a:cubicBezTo>
                    <a:pt x="1242" y="7123"/>
                    <a:pt x="1745" y="7251"/>
                    <a:pt x="1745" y="7251"/>
                  </a:cubicBezTo>
                  <a:cubicBezTo>
                    <a:pt x="1731" y="7251"/>
                    <a:pt x="1718" y="7251"/>
                    <a:pt x="1704" y="7251"/>
                  </a:cubicBezTo>
                  <a:cubicBezTo>
                    <a:pt x="1217" y="7251"/>
                    <a:pt x="867" y="7104"/>
                    <a:pt x="647" y="7036"/>
                  </a:cubicBezTo>
                  <a:cubicBezTo>
                    <a:pt x="578" y="7015"/>
                    <a:pt x="518" y="7005"/>
                    <a:pt x="468" y="7005"/>
                  </a:cubicBezTo>
                  <a:cubicBezTo>
                    <a:pt x="355" y="7005"/>
                    <a:pt x="293" y="7058"/>
                    <a:pt x="293" y="7156"/>
                  </a:cubicBezTo>
                  <a:cubicBezTo>
                    <a:pt x="293" y="7270"/>
                    <a:pt x="431" y="7418"/>
                    <a:pt x="902" y="7625"/>
                  </a:cubicBezTo>
                  <a:cubicBezTo>
                    <a:pt x="1250" y="7777"/>
                    <a:pt x="1735" y="7853"/>
                    <a:pt x="2210" y="7853"/>
                  </a:cubicBezTo>
                  <a:cubicBezTo>
                    <a:pt x="2379" y="7853"/>
                    <a:pt x="2547" y="7843"/>
                    <a:pt x="2707" y="7824"/>
                  </a:cubicBezTo>
                  <a:cubicBezTo>
                    <a:pt x="3317" y="7752"/>
                    <a:pt x="3556" y="7673"/>
                    <a:pt x="3876" y="7673"/>
                  </a:cubicBezTo>
                  <a:cubicBezTo>
                    <a:pt x="4189" y="7673"/>
                    <a:pt x="4486" y="7675"/>
                    <a:pt x="4778" y="7675"/>
                  </a:cubicBezTo>
                  <a:cubicBezTo>
                    <a:pt x="5582" y="7675"/>
                    <a:pt x="6338" y="7658"/>
                    <a:pt x="7229" y="7534"/>
                  </a:cubicBezTo>
                  <a:cubicBezTo>
                    <a:pt x="7973" y="7433"/>
                    <a:pt x="8951" y="7103"/>
                    <a:pt x="9635" y="6647"/>
                  </a:cubicBezTo>
                  <a:cubicBezTo>
                    <a:pt x="10706" y="5938"/>
                    <a:pt x="11497" y="4317"/>
                    <a:pt x="11797" y="3111"/>
                  </a:cubicBezTo>
                  <a:cubicBezTo>
                    <a:pt x="12184" y="1554"/>
                    <a:pt x="11893" y="464"/>
                    <a:pt x="11614" y="185"/>
                  </a:cubicBezTo>
                  <a:cubicBezTo>
                    <a:pt x="11494" y="64"/>
                    <a:pt x="11336" y="1"/>
                    <a:pt x="1116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931;p55">
              <a:extLst>
                <a:ext uri="{FF2B5EF4-FFF2-40B4-BE49-F238E27FC236}">
                  <a16:creationId xmlns:a16="http://schemas.microsoft.com/office/drawing/2014/main" id="{318D8D66-D9AD-4162-8F58-0807014AE45C}"/>
                </a:ext>
              </a:extLst>
            </p:cNvPr>
            <p:cNvSpPr/>
            <p:nvPr/>
          </p:nvSpPr>
          <p:spPr>
            <a:xfrm>
              <a:off x="6089150" y="4812350"/>
              <a:ext cx="66425" cy="110900"/>
            </a:xfrm>
            <a:custGeom>
              <a:avLst/>
              <a:gdLst/>
              <a:ahLst/>
              <a:cxnLst/>
              <a:rect l="l" t="t" r="r" b="b"/>
              <a:pathLst>
                <a:path w="2657" h="4436" extrusionOk="0">
                  <a:moveTo>
                    <a:pt x="1615" y="0"/>
                  </a:moveTo>
                  <a:cubicBezTo>
                    <a:pt x="999" y="0"/>
                    <a:pt x="770" y="709"/>
                    <a:pt x="643" y="1186"/>
                  </a:cubicBezTo>
                  <a:cubicBezTo>
                    <a:pt x="505" y="1710"/>
                    <a:pt x="1" y="3710"/>
                    <a:pt x="1" y="3710"/>
                  </a:cubicBezTo>
                  <a:cubicBezTo>
                    <a:pt x="770" y="4378"/>
                    <a:pt x="2177" y="4435"/>
                    <a:pt x="2177" y="4435"/>
                  </a:cubicBezTo>
                  <a:cubicBezTo>
                    <a:pt x="2177" y="4435"/>
                    <a:pt x="2473" y="3420"/>
                    <a:pt x="2529" y="2965"/>
                  </a:cubicBezTo>
                  <a:cubicBezTo>
                    <a:pt x="2620" y="2233"/>
                    <a:pt x="2656" y="1310"/>
                    <a:pt x="2529" y="839"/>
                  </a:cubicBezTo>
                  <a:cubicBezTo>
                    <a:pt x="2402" y="369"/>
                    <a:pt x="2100" y="82"/>
                    <a:pt x="1802" y="20"/>
                  </a:cubicBezTo>
                  <a:cubicBezTo>
                    <a:pt x="1736" y="7"/>
                    <a:pt x="1674" y="0"/>
                    <a:pt x="1615" y="0"/>
                  </a:cubicBezTo>
                  <a:close/>
                </a:path>
              </a:pathLst>
            </a:custGeom>
            <a:solidFill>
              <a:srgbClr val="6795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932;p55">
              <a:extLst>
                <a:ext uri="{FF2B5EF4-FFF2-40B4-BE49-F238E27FC236}">
                  <a16:creationId xmlns:a16="http://schemas.microsoft.com/office/drawing/2014/main" id="{2E281824-603B-488B-A279-F8ABBD6240FC}"/>
                </a:ext>
              </a:extLst>
            </p:cNvPr>
            <p:cNvSpPr/>
            <p:nvPr/>
          </p:nvSpPr>
          <p:spPr>
            <a:xfrm>
              <a:off x="6041300" y="4855825"/>
              <a:ext cx="342425" cy="352650"/>
            </a:xfrm>
            <a:custGeom>
              <a:avLst/>
              <a:gdLst/>
              <a:ahLst/>
              <a:cxnLst/>
              <a:rect l="l" t="t" r="r" b="b"/>
              <a:pathLst>
                <a:path w="13697" h="14106" extrusionOk="0">
                  <a:moveTo>
                    <a:pt x="11220" y="3917"/>
                  </a:moveTo>
                  <a:cubicBezTo>
                    <a:pt x="11231" y="3984"/>
                    <a:pt x="11226" y="4059"/>
                    <a:pt x="11214" y="4143"/>
                  </a:cubicBezTo>
                  <a:lnTo>
                    <a:pt x="11028" y="5272"/>
                  </a:lnTo>
                  <a:lnTo>
                    <a:pt x="8026" y="7008"/>
                  </a:lnTo>
                  <a:cubicBezTo>
                    <a:pt x="8055" y="6866"/>
                    <a:pt x="8077" y="6707"/>
                    <a:pt x="8106" y="6543"/>
                  </a:cubicBezTo>
                  <a:cubicBezTo>
                    <a:pt x="8208" y="5919"/>
                    <a:pt x="8951" y="5034"/>
                    <a:pt x="9762" y="4563"/>
                  </a:cubicBezTo>
                  <a:lnTo>
                    <a:pt x="10409" y="4195"/>
                  </a:lnTo>
                  <a:cubicBezTo>
                    <a:pt x="10727" y="4012"/>
                    <a:pt x="11005" y="3922"/>
                    <a:pt x="11220" y="3917"/>
                  </a:cubicBezTo>
                  <a:close/>
                  <a:moveTo>
                    <a:pt x="12619" y="0"/>
                  </a:moveTo>
                  <a:cubicBezTo>
                    <a:pt x="12326" y="0"/>
                    <a:pt x="11973" y="105"/>
                    <a:pt x="11577" y="325"/>
                  </a:cubicBezTo>
                  <a:lnTo>
                    <a:pt x="9383" y="1550"/>
                  </a:lnTo>
                  <a:cubicBezTo>
                    <a:pt x="8015" y="2316"/>
                    <a:pt x="6636" y="4176"/>
                    <a:pt x="6302" y="5708"/>
                  </a:cubicBezTo>
                  <a:lnTo>
                    <a:pt x="5202" y="10803"/>
                  </a:lnTo>
                  <a:cubicBezTo>
                    <a:pt x="4915" y="12111"/>
                    <a:pt x="3926" y="12992"/>
                    <a:pt x="2851" y="12992"/>
                  </a:cubicBezTo>
                  <a:cubicBezTo>
                    <a:pt x="2668" y="12992"/>
                    <a:pt x="2482" y="12967"/>
                    <a:pt x="2296" y="12913"/>
                  </a:cubicBezTo>
                  <a:lnTo>
                    <a:pt x="0" y="12255"/>
                  </a:lnTo>
                  <a:lnTo>
                    <a:pt x="0" y="12255"/>
                  </a:lnTo>
                  <a:cubicBezTo>
                    <a:pt x="119" y="12323"/>
                    <a:pt x="1101" y="12891"/>
                    <a:pt x="2298" y="13577"/>
                  </a:cubicBezTo>
                  <a:cubicBezTo>
                    <a:pt x="2906" y="13931"/>
                    <a:pt x="3713" y="14105"/>
                    <a:pt x="4538" y="14105"/>
                  </a:cubicBezTo>
                  <a:cubicBezTo>
                    <a:pt x="5434" y="14105"/>
                    <a:pt x="6350" y="13899"/>
                    <a:pt x="7056" y="13491"/>
                  </a:cubicBezTo>
                  <a:lnTo>
                    <a:pt x="9054" y="12334"/>
                  </a:lnTo>
                  <a:cubicBezTo>
                    <a:pt x="10414" y="11551"/>
                    <a:pt x="11776" y="9674"/>
                    <a:pt x="12099" y="8142"/>
                  </a:cubicBezTo>
                  <a:lnTo>
                    <a:pt x="13467" y="1720"/>
                  </a:lnTo>
                  <a:cubicBezTo>
                    <a:pt x="13696" y="629"/>
                    <a:pt x="13336" y="0"/>
                    <a:pt x="1261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933;p55">
              <a:extLst>
                <a:ext uri="{FF2B5EF4-FFF2-40B4-BE49-F238E27FC236}">
                  <a16:creationId xmlns:a16="http://schemas.microsoft.com/office/drawing/2014/main" id="{13E0BB90-778D-4F21-B57D-73FBA1706790}"/>
                </a:ext>
              </a:extLst>
            </p:cNvPr>
            <p:cNvSpPr/>
            <p:nvPr/>
          </p:nvSpPr>
          <p:spPr>
            <a:xfrm>
              <a:off x="6239250" y="4953675"/>
              <a:ext cx="95975" cy="93950"/>
            </a:xfrm>
            <a:custGeom>
              <a:avLst/>
              <a:gdLst/>
              <a:ahLst/>
              <a:cxnLst/>
              <a:rect l="l" t="t" r="r" b="b"/>
              <a:pathLst>
                <a:path w="3839" h="3758" extrusionOk="0">
                  <a:moveTo>
                    <a:pt x="3354" y="0"/>
                  </a:moveTo>
                  <a:cubicBezTo>
                    <a:pt x="3337" y="0"/>
                    <a:pt x="3320" y="1"/>
                    <a:pt x="3302" y="2"/>
                  </a:cubicBezTo>
                  <a:cubicBezTo>
                    <a:pt x="3313" y="70"/>
                    <a:pt x="3308" y="144"/>
                    <a:pt x="3296" y="229"/>
                  </a:cubicBezTo>
                  <a:lnTo>
                    <a:pt x="3110" y="1358"/>
                  </a:lnTo>
                  <a:lnTo>
                    <a:pt x="108" y="3094"/>
                  </a:lnTo>
                  <a:cubicBezTo>
                    <a:pt x="46" y="3486"/>
                    <a:pt x="0" y="3757"/>
                    <a:pt x="0" y="3757"/>
                  </a:cubicBezTo>
                  <a:lnTo>
                    <a:pt x="3592" y="1681"/>
                  </a:lnTo>
                  <a:lnTo>
                    <a:pt x="3779" y="552"/>
                  </a:lnTo>
                  <a:cubicBezTo>
                    <a:pt x="3838" y="192"/>
                    <a:pt x="3667" y="0"/>
                    <a:pt x="33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934;p55">
              <a:extLst>
                <a:ext uri="{FF2B5EF4-FFF2-40B4-BE49-F238E27FC236}">
                  <a16:creationId xmlns:a16="http://schemas.microsoft.com/office/drawing/2014/main" id="{F57C23E8-225E-43A2-9A75-9CA3AC6AD589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935;p55">
              <a:extLst>
                <a:ext uri="{FF2B5EF4-FFF2-40B4-BE49-F238E27FC236}">
                  <a16:creationId xmlns:a16="http://schemas.microsoft.com/office/drawing/2014/main" id="{6CF34E77-08A8-4A93-86F2-0446E574C7B2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48"/>
          <p:cNvSpPr txBox="1">
            <a:spLocks noGrp="1"/>
          </p:cNvSpPr>
          <p:nvPr>
            <p:ph type="title" idx="4"/>
          </p:nvPr>
        </p:nvSpPr>
        <p:spPr>
          <a:xfrm>
            <a:off x="4441907" y="347992"/>
            <a:ext cx="41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accent2"/>
                </a:solidFill>
              </a:rPr>
              <a:t>LATAR BELAKANG</a:t>
            </a:r>
            <a:endParaRPr sz="3600" dirty="0">
              <a:solidFill>
                <a:schemeClr val="accent2"/>
              </a:solidFill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D12D2C0-4DA1-4860-9009-E516703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B5C76D-5E5D-439C-B10A-7B80B9ACF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389" y="1696107"/>
            <a:ext cx="2400635" cy="2400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571D0A-A6FA-4148-ADE2-0BDA05E87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1" y="1696108"/>
            <a:ext cx="3759236" cy="2400635"/>
          </a:xfrm>
          <a:prstGeom prst="rect">
            <a:avLst/>
          </a:prstGeom>
        </p:spPr>
      </p:pic>
      <p:sp>
        <p:nvSpPr>
          <p:cNvPr id="9" name="TextShape 87">
            <a:extLst>
              <a:ext uri="{FF2B5EF4-FFF2-40B4-BE49-F238E27FC236}">
                <a16:creationId xmlns:a16="http://schemas.microsoft.com/office/drawing/2014/main" id="{0091BB28-B442-477F-AD4F-AD28FED11833}"/>
              </a:ext>
            </a:extLst>
          </p:cNvPr>
          <p:cNvSpPr txBox="1"/>
          <p:nvPr/>
        </p:nvSpPr>
        <p:spPr>
          <a:xfrm>
            <a:off x="613849" y="4016383"/>
            <a:ext cx="3456706" cy="865396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50000"/>
              </a:lnSpc>
            </a:pPr>
            <a:r>
              <a:rPr lang="en-US" sz="1200" spc="-1">
                <a:solidFill>
                  <a:srgbClr val="324788"/>
                </a:solidFill>
                <a:latin typeface="Raleway Light"/>
                <a:ea typeface="Raleway Light"/>
              </a:rPr>
              <a:t>Persentase Usaha Menurut Jenis Perangkat Digital yang Digunakan, 2018</a:t>
            </a:r>
            <a:endParaRPr lang="en-US" sz="1200" i="1" strike="noStrike" spc="-1" dirty="0">
              <a:latin typeface="Arial"/>
            </a:endParaRPr>
          </a:p>
        </p:txBody>
      </p:sp>
      <p:sp>
        <p:nvSpPr>
          <p:cNvPr id="10" name="TextShape 87">
            <a:extLst>
              <a:ext uri="{FF2B5EF4-FFF2-40B4-BE49-F238E27FC236}">
                <a16:creationId xmlns:a16="http://schemas.microsoft.com/office/drawing/2014/main" id="{D6F429F6-E561-4568-90DD-6A8F43E066E9}"/>
              </a:ext>
            </a:extLst>
          </p:cNvPr>
          <p:cNvSpPr txBox="1"/>
          <p:nvPr/>
        </p:nvSpPr>
        <p:spPr>
          <a:xfrm>
            <a:off x="2713554" y="1088052"/>
            <a:ext cx="3456706" cy="5727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50000"/>
              </a:lnSpc>
            </a:pP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BPS | </a:t>
            </a:r>
            <a:r>
              <a:rPr lang="en-US" spc="-1" dirty="0" err="1">
                <a:solidFill>
                  <a:srgbClr val="324788"/>
                </a:solidFill>
                <a:latin typeface="Raleway Light"/>
                <a:ea typeface="Raleway Light"/>
              </a:rPr>
              <a:t>Statistik</a:t>
            </a: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pc="-1" dirty="0" err="1">
                <a:solidFill>
                  <a:srgbClr val="324788"/>
                </a:solidFill>
                <a:latin typeface="Raleway Light"/>
                <a:ea typeface="Raleway Light"/>
              </a:rPr>
              <a:t>Karakteristik</a:t>
            </a:r>
            <a:r>
              <a:rPr lang="en-US" spc="-1" dirty="0">
                <a:solidFill>
                  <a:srgbClr val="324788"/>
                </a:solidFill>
                <a:latin typeface="Raleway Light"/>
                <a:ea typeface="Raleway Light"/>
              </a:rPr>
              <a:t> Usaha 2019</a:t>
            </a:r>
            <a:endParaRPr lang="en-US" i="1" strike="noStrike" spc="-1" dirty="0"/>
          </a:p>
        </p:txBody>
      </p:sp>
      <p:sp>
        <p:nvSpPr>
          <p:cNvPr id="11" name="TextShape 87">
            <a:extLst>
              <a:ext uri="{FF2B5EF4-FFF2-40B4-BE49-F238E27FC236}">
                <a16:creationId xmlns:a16="http://schemas.microsoft.com/office/drawing/2014/main" id="{FA970E5A-35D7-4B33-9E4E-E085DCA15A77}"/>
              </a:ext>
            </a:extLst>
          </p:cNvPr>
          <p:cNvSpPr txBox="1"/>
          <p:nvPr/>
        </p:nvSpPr>
        <p:spPr>
          <a:xfrm>
            <a:off x="5179463" y="4016383"/>
            <a:ext cx="3456706" cy="865396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50000"/>
              </a:lnSpc>
            </a:pP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Persentase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Usaha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Menurut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Jenis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Perangkat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 Digital yang </a:t>
            </a:r>
            <a:r>
              <a:rPr lang="en-US" sz="1200" spc="-1" dirty="0" err="1">
                <a:solidFill>
                  <a:srgbClr val="324788"/>
                </a:solidFill>
                <a:latin typeface="Raleway Light"/>
                <a:ea typeface="Raleway Light"/>
              </a:rPr>
              <a:t>Digunakan</a:t>
            </a:r>
            <a:r>
              <a:rPr lang="en-US" sz="1200" spc="-1" dirty="0">
                <a:solidFill>
                  <a:srgbClr val="324788"/>
                </a:solidFill>
                <a:latin typeface="Raleway Light"/>
                <a:ea typeface="Raleway Light"/>
              </a:rPr>
              <a:t>, 2018</a:t>
            </a:r>
            <a:endParaRPr lang="en-US" sz="1200" i="1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354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6"/>
          <p:cNvSpPr txBox="1">
            <a:spLocks noGrp="1"/>
          </p:cNvSpPr>
          <p:nvPr>
            <p:ph type="ctrTitle"/>
          </p:nvPr>
        </p:nvSpPr>
        <p:spPr>
          <a:xfrm flipH="1">
            <a:off x="1631950" y="2035938"/>
            <a:ext cx="4552620" cy="10992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IDENTIFIKASI MASALAH</a:t>
            </a:r>
            <a:endParaRPr dirty="0"/>
          </a:p>
        </p:txBody>
      </p:sp>
      <p:sp>
        <p:nvSpPr>
          <p:cNvPr id="736" name="Google Shape;736;p36"/>
          <p:cNvSpPr txBox="1">
            <a:spLocks noGrp="1"/>
          </p:cNvSpPr>
          <p:nvPr>
            <p:ph type="title" idx="2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02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737" name="Google Shape;737;p36"/>
          <p:cNvGrpSpPr/>
          <p:nvPr/>
        </p:nvGrpSpPr>
        <p:grpSpPr>
          <a:xfrm>
            <a:off x="4492808" y="2126397"/>
            <a:ext cx="4359808" cy="2651413"/>
            <a:chOff x="238125" y="613775"/>
            <a:chExt cx="7378250" cy="4487075"/>
          </a:xfrm>
        </p:grpSpPr>
        <p:sp>
          <p:nvSpPr>
            <p:cNvPr id="738" name="Google Shape;738;p36"/>
            <p:cNvSpPr/>
            <p:nvPr/>
          </p:nvSpPr>
          <p:spPr>
            <a:xfrm>
              <a:off x="258350" y="3193375"/>
              <a:ext cx="2825375" cy="1907475"/>
            </a:xfrm>
            <a:custGeom>
              <a:avLst/>
              <a:gdLst/>
              <a:ahLst/>
              <a:cxnLst/>
              <a:rect l="l" t="t" r="r" b="b"/>
              <a:pathLst>
                <a:path w="113015" h="76299" extrusionOk="0">
                  <a:moveTo>
                    <a:pt x="100831" y="0"/>
                  </a:moveTo>
                  <a:cubicBezTo>
                    <a:pt x="100020" y="0"/>
                    <a:pt x="99284" y="190"/>
                    <a:pt x="98648" y="553"/>
                  </a:cubicBezTo>
                  <a:lnTo>
                    <a:pt x="98646" y="551"/>
                  </a:lnTo>
                  <a:lnTo>
                    <a:pt x="98632" y="559"/>
                  </a:lnTo>
                  <a:lnTo>
                    <a:pt x="5960" y="54064"/>
                  </a:lnTo>
                  <a:lnTo>
                    <a:pt x="5956" y="54066"/>
                  </a:lnTo>
                  <a:lnTo>
                    <a:pt x="5913" y="54092"/>
                  </a:lnTo>
                  <a:lnTo>
                    <a:pt x="5917" y="54100"/>
                  </a:lnTo>
                  <a:cubicBezTo>
                    <a:pt x="5913" y="54100"/>
                    <a:pt x="5911" y="54103"/>
                    <a:pt x="5908" y="54107"/>
                  </a:cubicBezTo>
                  <a:cubicBezTo>
                    <a:pt x="2379" y="56174"/>
                    <a:pt x="1" y="59997"/>
                    <a:pt x="1" y="64384"/>
                  </a:cubicBezTo>
                  <a:cubicBezTo>
                    <a:pt x="1" y="70963"/>
                    <a:pt x="5336" y="76298"/>
                    <a:pt x="11915" y="76298"/>
                  </a:cubicBezTo>
                  <a:cubicBezTo>
                    <a:pt x="13989" y="76298"/>
                    <a:pt x="16028" y="75754"/>
                    <a:pt x="17826" y="74720"/>
                  </a:cubicBezTo>
                  <a:cubicBezTo>
                    <a:pt x="17846" y="74709"/>
                    <a:pt x="17869" y="74699"/>
                    <a:pt x="17889" y="74688"/>
                  </a:cubicBezTo>
                  <a:lnTo>
                    <a:pt x="17891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8"/>
                    <a:pt x="113014" y="18438"/>
                    <a:pt x="113014" y="15742"/>
                  </a:cubicBezTo>
                  <a:cubicBezTo>
                    <a:pt x="113014" y="10369"/>
                    <a:pt x="109243" y="3836"/>
                    <a:pt x="104591" y="1149"/>
                  </a:cubicBezTo>
                  <a:cubicBezTo>
                    <a:pt x="103240" y="369"/>
                    <a:pt x="101963" y="0"/>
                    <a:pt x="100831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2301650" y="1018650"/>
              <a:ext cx="5314725" cy="2795550"/>
            </a:xfrm>
            <a:custGeom>
              <a:avLst/>
              <a:gdLst/>
              <a:ahLst/>
              <a:cxnLst/>
              <a:rect l="l" t="t" r="r" b="b"/>
              <a:pathLst>
                <a:path w="212589" h="111822" extrusionOk="0">
                  <a:moveTo>
                    <a:pt x="106294" y="1"/>
                  </a:moveTo>
                  <a:cubicBezTo>
                    <a:pt x="81511" y="1"/>
                    <a:pt x="56728" y="5459"/>
                    <a:pt x="37819" y="16377"/>
                  </a:cubicBezTo>
                  <a:cubicBezTo>
                    <a:pt x="1" y="38211"/>
                    <a:pt x="1" y="73611"/>
                    <a:pt x="37819" y="95446"/>
                  </a:cubicBezTo>
                  <a:cubicBezTo>
                    <a:pt x="56728" y="106363"/>
                    <a:pt x="81511" y="111822"/>
                    <a:pt x="106294" y="111822"/>
                  </a:cubicBezTo>
                  <a:cubicBezTo>
                    <a:pt x="131077" y="111822"/>
                    <a:pt x="155861" y="106363"/>
                    <a:pt x="174771" y="95446"/>
                  </a:cubicBezTo>
                  <a:cubicBezTo>
                    <a:pt x="212587" y="73611"/>
                    <a:pt x="212589" y="38211"/>
                    <a:pt x="174771" y="16377"/>
                  </a:cubicBezTo>
                  <a:cubicBezTo>
                    <a:pt x="155861" y="5459"/>
                    <a:pt x="131077" y="1"/>
                    <a:pt x="106294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2784100" y="3200600"/>
              <a:ext cx="456625" cy="309675"/>
            </a:xfrm>
            <a:custGeom>
              <a:avLst/>
              <a:gdLst/>
              <a:ahLst/>
              <a:cxnLst/>
              <a:rect l="l" t="t" r="r" b="b"/>
              <a:pathLst>
                <a:path w="18265" h="12387" extrusionOk="0">
                  <a:moveTo>
                    <a:pt x="12162" y="1"/>
                  </a:moveTo>
                  <a:lnTo>
                    <a:pt x="1" y="7022"/>
                  </a:lnTo>
                  <a:lnTo>
                    <a:pt x="7941" y="12387"/>
                  </a:lnTo>
                  <a:lnTo>
                    <a:pt x="18265" y="6205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2725050" y="1327775"/>
              <a:ext cx="4468025" cy="2278250"/>
            </a:xfrm>
            <a:custGeom>
              <a:avLst/>
              <a:gdLst/>
              <a:ahLst/>
              <a:cxnLst/>
              <a:rect l="l" t="t" r="r" b="b"/>
              <a:pathLst>
                <a:path w="178721" h="91130" extrusionOk="0">
                  <a:moveTo>
                    <a:pt x="31982" y="1"/>
                  </a:moveTo>
                  <a:cubicBezTo>
                    <a:pt x="29991" y="966"/>
                    <a:pt x="28045" y="1976"/>
                    <a:pt x="26173" y="3057"/>
                  </a:cubicBezTo>
                  <a:cubicBezTo>
                    <a:pt x="16101" y="8873"/>
                    <a:pt x="8953" y="15735"/>
                    <a:pt x="4695" y="23035"/>
                  </a:cubicBezTo>
                  <a:lnTo>
                    <a:pt x="1" y="23035"/>
                  </a:lnTo>
                  <a:lnTo>
                    <a:pt x="1" y="39538"/>
                  </a:lnTo>
                  <a:cubicBezTo>
                    <a:pt x="1" y="52741"/>
                    <a:pt x="8725" y="65946"/>
                    <a:pt x="26175" y="76018"/>
                  </a:cubicBezTo>
                  <a:cubicBezTo>
                    <a:pt x="43624" y="86093"/>
                    <a:pt x="66493" y="91130"/>
                    <a:pt x="89362" y="91130"/>
                  </a:cubicBezTo>
                  <a:cubicBezTo>
                    <a:pt x="112231" y="91130"/>
                    <a:pt x="135100" y="86093"/>
                    <a:pt x="152548" y="76018"/>
                  </a:cubicBezTo>
                  <a:cubicBezTo>
                    <a:pt x="169996" y="65944"/>
                    <a:pt x="178721" y="52741"/>
                    <a:pt x="178721" y="39538"/>
                  </a:cubicBezTo>
                  <a:lnTo>
                    <a:pt x="178721" y="23035"/>
                  </a:lnTo>
                  <a:lnTo>
                    <a:pt x="174026" y="23035"/>
                  </a:lnTo>
                  <a:cubicBezTo>
                    <a:pt x="169768" y="15735"/>
                    <a:pt x="162620" y="8875"/>
                    <a:pt x="152548" y="3059"/>
                  </a:cubicBezTo>
                  <a:cubicBezTo>
                    <a:pt x="150678" y="1978"/>
                    <a:pt x="148732" y="970"/>
                    <a:pt x="146745" y="4"/>
                  </a:cubicBezTo>
                  <a:lnTo>
                    <a:pt x="146745" y="4"/>
                  </a:lnTo>
                  <a:cubicBezTo>
                    <a:pt x="157855" y="6793"/>
                    <a:pt x="164203" y="15124"/>
                    <a:pt x="164203" y="23037"/>
                  </a:cubicBezTo>
                  <a:cubicBezTo>
                    <a:pt x="164203" y="31289"/>
                    <a:pt x="157307" y="40004"/>
                    <a:pt x="145289" y="46942"/>
                  </a:cubicBezTo>
                  <a:cubicBezTo>
                    <a:pt x="130797" y="55309"/>
                    <a:pt x="110413" y="60108"/>
                    <a:pt x="89362" y="60108"/>
                  </a:cubicBezTo>
                  <a:cubicBezTo>
                    <a:pt x="68311" y="60108"/>
                    <a:pt x="47926" y="55309"/>
                    <a:pt x="33434" y="46942"/>
                  </a:cubicBezTo>
                  <a:cubicBezTo>
                    <a:pt x="21414" y="40004"/>
                    <a:pt x="14519" y="31287"/>
                    <a:pt x="14519" y="23033"/>
                  </a:cubicBezTo>
                  <a:cubicBezTo>
                    <a:pt x="14519" y="15120"/>
                    <a:pt x="20868" y="6790"/>
                    <a:pt x="31982" y="1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2506850" y="613775"/>
              <a:ext cx="4904200" cy="2579625"/>
            </a:xfrm>
            <a:custGeom>
              <a:avLst/>
              <a:gdLst/>
              <a:ahLst/>
              <a:cxnLst/>
              <a:rect l="l" t="t" r="r" b="b"/>
              <a:pathLst>
                <a:path w="196168" h="103185" extrusionOk="0">
                  <a:moveTo>
                    <a:pt x="98084" y="14524"/>
                  </a:moveTo>
                  <a:cubicBezTo>
                    <a:pt x="119137" y="14524"/>
                    <a:pt x="139525" y="19315"/>
                    <a:pt x="154023" y="27693"/>
                  </a:cubicBezTo>
                  <a:cubicBezTo>
                    <a:pt x="166032" y="34622"/>
                    <a:pt x="172938" y="43333"/>
                    <a:pt x="172938" y="51587"/>
                  </a:cubicBezTo>
                  <a:cubicBezTo>
                    <a:pt x="172938" y="54324"/>
                    <a:pt x="172191" y="57104"/>
                    <a:pt x="170719" y="59842"/>
                  </a:cubicBezTo>
                  <a:cubicBezTo>
                    <a:pt x="167814" y="65400"/>
                    <a:pt x="162069" y="70855"/>
                    <a:pt x="154023" y="75502"/>
                  </a:cubicBezTo>
                  <a:cubicBezTo>
                    <a:pt x="139525" y="83860"/>
                    <a:pt x="119137" y="88671"/>
                    <a:pt x="98084" y="88671"/>
                  </a:cubicBezTo>
                  <a:cubicBezTo>
                    <a:pt x="77033" y="88671"/>
                    <a:pt x="56645" y="83860"/>
                    <a:pt x="42168" y="75502"/>
                  </a:cubicBezTo>
                  <a:cubicBezTo>
                    <a:pt x="34120" y="70855"/>
                    <a:pt x="28376" y="65400"/>
                    <a:pt x="25472" y="59842"/>
                  </a:cubicBezTo>
                  <a:cubicBezTo>
                    <a:pt x="23999" y="57104"/>
                    <a:pt x="23252" y="54324"/>
                    <a:pt x="23252" y="51587"/>
                  </a:cubicBezTo>
                  <a:cubicBezTo>
                    <a:pt x="23252" y="43333"/>
                    <a:pt x="30138" y="34622"/>
                    <a:pt x="42168" y="27693"/>
                  </a:cubicBezTo>
                  <a:cubicBezTo>
                    <a:pt x="56645" y="19315"/>
                    <a:pt x="77033" y="14524"/>
                    <a:pt x="98084" y="14524"/>
                  </a:cubicBezTo>
                  <a:close/>
                  <a:moveTo>
                    <a:pt x="98088" y="0"/>
                  </a:moveTo>
                  <a:cubicBezTo>
                    <a:pt x="75218" y="0"/>
                    <a:pt x="52352" y="5035"/>
                    <a:pt x="34909" y="15105"/>
                  </a:cubicBezTo>
                  <a:cubicBezTo>
                    <a:pt x="1" y="35264"/>
                    <a:pt x="1" y="67931"/>
                    <a:pt x="34909" y="88070"/>
                  </a:cubicBezTo>
                  <a:cubicBezTo>
                    <a:pt x="36775" y="89149"/>
                    <a:pt x="38705" y="90164"/>
                    <a:pt x="40675" y="91099"/>
                  </a:cubicBezTo>
                  <a:cubicBezTo>
                    <a:pt x="57236" y="99156"/>
                    <a:pt x="77665" y="103185"/>
                    <a:pt x="98094" y="103185"/>
                  </a:cubicBezTo>
                  <a:cubicBezTo>
                    <a:pt x="118524" y="103185"/>
                    <a:pt x="138954" y="99156"/>
                    <a:pt x="155516" y="91099"/>
                  </a:cubicBezTo>
                  <a:cubicBezTo>
                    <a:pt x="157506" y="90164"/>
                    <a:pt x="159415" y="89149"/>
                    <a:pt x="161282" y="88070"/>
                  </a:cubicBezTo>
                  <a:cubicBezTo>
                    <a:pt x="196167" y="67931"/>
                    <a:pt x="196167" y="35264"/>
                    <a:pt x="161282" y="15105"/>
                  </a:cubicBezTo>
                  <a:cubicBezTo>
                    <a:pt x="143829" y="5035"/>
                    <a:pt x="120957" y="0"/>
                    <a:pt x="98088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3088150" y="976850"/>
              <a:ext cx="3742150" cy="1132975"/>
            </a:xfrm>
            <a:custGeom>
              <a:avLst/>
              <a:gdLst/>
              <a:ahLst/>
              <a:cxnLst/>
              <a:rect l="l" t="t" r="r" b="b"/>
              <a:pathLst>
                <a:path w="149686" h="45319" extrusionOk="0">
                  <a:moveTo>
                    <a:pt x="74832" y="1"/>
                  </a:moveTo>
                  <a:cubicBezTo>
                    <a:pt x="53781" y="1"/>
                    <a:pt x="33393" y="4792"/>
                    <a:pt x="18916" y="13170"/>
                  </a:cubicBezTo>
                  <a:cubicBezTo>
                    <a:pt x="6886" y="20099"/>
                    <a:pt x="0" y="28810"/>
                    <a:pt x="0" y="37064"/>
                  </a:cubicBezTo>
                  <a:cubicBezTo>
                    <a:pt x="0" y="39801"/>
                    <a:pt x="747" y="42581"/>
                    <a:pt x="2220" y="45319"/>
                  </a:cubicBezTo>
                  <a:cubicBezTo>
                    <a:pt x="5124" y="39761"/>
                    <a:pt x="10868" y="34305"/>
                    <a:pt x="18916" y="29659"/>
                  </a:cubicBezTo>
                  <a:cubicBezTo>
                    <a:pt x="33393" y="21300"/>
                    <a:pt x="53781" y="16509"/>
                    <a:pt x="74832" y="16509"/>
                  </a:cubicBezTo>
                  <a:cubicBezTo>
                    <a:pt x="95885" y="16509"/>
                    <a:pt x="116273" y="21300"/>
                    <a:pt x="130771" y="29659"/>
                  </a:cubicBezTo>
                  <a:cubicBezTo>
                    <a:pt x="138817" y="34305"/>
                    <a:pt x="144562" y="39761"/>
                    <a:pt x="147467" y="45319"/>
                  </a:cubicBezTo>
                  <a:cubicBezTo>
                    <a:pt x="148939" y="42581"/>
                    <a:pt x="149686" y="39801"/>
                    <a:pt x="149686" y="37064"/>
                  </a:cubicBezTo>
                  <a:cubicBezTo>
                    <a:pt x="149686" y="28810"/>
                    <a:pt x="142780" y="20099"/>
                    <a:pt x="130771" y="13170"/>
                  </a:cubicBezTo>
                  <a:cubicBezTo>
                    <a:pt x="116273" y="4792"/>
                    <a:pt x="95885" y="1"/>
                    <a:pt x="74832" y="1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3143625" y="1389575"/>
              <a:ext cx="3631200" cy="1440850"/>
            </a:xfrm>
            <a:custGeom>
              <a:avLst/>
              <a:gdLst/>
              <a:ahLst/>
              <a:cxnLst/>
              <a:rect l="l" t="t" r="r" b="b"/>
              <a:pathLst>
                <a:path w="145248" h="57634" extrusionOk="0">
                  <a:moveTo>
                    <a:pt x="72613" y="0"/>
                  </a:moveTo>
                  <a:cubicBezTo>
                    <a:pt x="51562" y="0"/>
                    <a:pt x="31174" y="4791"/>
                    <a:pt x="16697" y="13151"/>
                  </a:cubicBezTo>
                  <a:cubicBezTo>
                    <a:pt x="8649" y="17796"/>
                    <a:pt x="2905" y="23252"/>
                    <a:pt x="1" y="28810"/>
                  </a:cubicBezTo>
                  <a:cubicBezTo>
                    <a:pt x="2905" y="34368"/>
                    <a:pt x="8649" y="39823"/>
                    <a:pt x="16697" y="44470"/>
                  </a:cubicBezTo>
                  <a:cubicBezTo>
                    <a:pt x="24797" y="49146"/>
                    <a:pt x="34747" y="52713"/>
                    <a:pt x="45631" y="54947"/>
                  </a:cubicBezTo>
                  <a:lnTo>
                    <a:pt x="45635" y="54947"/>
                  </a:lnTo>
                  <a:lnTo>
                    <a:pt x="45642" y="54949"/>
                  </a:lnTo>
                  <a:cubicBezTo>
                    <a:pt x="54208" y="56704"/>
                    <a:pt x="63348" y="57634"/>
                    <a:pt x="72619" y="57634"/>
                  </a:cubicBezTo>
                  <a:cubicBezTo>
                    <a:pt x="79319" y="57634"/>
                    <a:pt x="85954" y="57149"/>
                    <a:pt x="92349" y="56215"/>
                  </a:cubicBezTo>
                  <a:cubicBezTo>
                    <a:pt x="105177" y="54341"/>
                    <a:pt x="117059" y="50672"/>
                    <a:pt x="126631" y="45536"/>
                  </a:cubicBezTo>
                  <a:cubicBezTo>
                    <a:pt x="127281" y="45186"/>
                    <a:pt x="127918" y="44832"/>
                    <a:pt x="128546" y="44470"/>
                  </a:cubicBezTo>
                  <a:cubicBezTo>
                    <a:pt x="130494" y="43344"/>
                    <a:pt x="132305" y="42176"/>
                    <a:pt x="133978" y="40966"/>
                  </a:cubicBezTo>
                  <a:cubicBezTo>
                    <a:pt x="139211" y="37177"/>
                    <a:pt x="143045" y="33023"/>
                    <a:pt x="145248" y="28808"/>
                  </a:cubicBezTo>
                  <a:cubicBezTo>
                    <a:pt x="142343" y="23250"/>
                    <a:pt x="136598" y="17796"/>
                    <a:pt x="128552" y="13150"/>
                  </a:cubicBezTo>
                  <a:cubicBezTo>
                    <a:pt x="114054" y="4791"/>
                    <a:pt x="93666" y="0"/>
                    <a:pt x="72613" y="0"/>
                  </a:cubicBezTo>
                  <a:close/>
                </a:path>
              </a:pathLst>
            </a:custGeom>
            <a:solidFill>
              <a:srgbClr val="B3CD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284650" y="2413700"/>
              <a:ext cx="2208425" cy="416875"/>
            </a:xfrm>
            <a:custGeom>
              <a:avLst/>
              <a:gdLst/>
              <a:ahLst/>
              <a:cxnLst/>
              <a:rect l="l" t="t" r="r" b="b"/>
              <a:pathLst>
                <a:path w="88337" h="16675" extrusionOk="0">
                  <a:moveTo>
                    <a:pt x="88337" y="1"/>
                  </a:moveTo>
                  <a:lnTo>
                    <a:pt x="88337" y="1"/>
                  </a:lnTo>
                  <a:cubicBezTo>
                    <a:pt x="86665" y="1209"/>
                    <a:pt x="84855" y="2377"/>
                    <a:pt x="82905" y="3505"/>
                  </a:cubicBezTo>
                  <a:cubicBezTo>
                    <a:pt x="82452" y="3766"/>
                    <a:pt x="81994" y="4024"/>
                    <a:pt x="81530" y="4279"/>
                  </a:cubicBezTo>
                  <a:lnTo>
                    <a:pt x="81530" y="4279"/>
                  </a:lnTo>
                  <a:cubicBezTo>
                    <a:pt x="81996" y="4024"/>
                    <a:pt x="82456" y="3766"/>
                    <a:pt x="82911" y="3503"/>
                  </a:cubicBezTo>
                  <a:cubicBezTo>
                    <a:pt x="84857" y="2379"/>
                    <a:pt x="86665" y="1211"/>
                    <a:pt x="88337" y="1"/>
                  </a:cubicBezTo>
                  <a:close/>
                  <a:moveTo>
                    <a:pt x="81530" y="4279"/>
                  </a:moveTo>
                  <a:cubicBezTo>
                    <a:pt x="81351" y="4376"/>
                    <a:pt x="81171" y="4474"/>
                    <a:pt x="80990" y="4571"/>
                  </a:cubicBezTo>
                  <a:cubicBezTo>
                    <a:pt x="81171" y="4474"/>
                    <a:pt x="81351" y="4377"/>
                    <a:pt x="81530" y="4279"/>
                  </a:cubicBezTo>
                  <a:close/>
                  <a:moveTo>
                    <a:pt x="1" y="13984"/>
                  </a:moveTo>
                  <a:cubicBezTo>
                    <a:pt x="8565" y="15742"/>
                    <a:pt x="17704" y="16674"/>
                    <a:pt x="26972" y="16674"/>
                  </a:cubicBezTo>
                  <a:cubicBezTo>
                    <a:pt x="33674" y="16674"/>
                    <a:pt x="40309" y="16186"/>
                    <a:pt x="46708" y="15252"/>
                  </a:cubicBezTo>
                  <a:lnTo>
                    <a:pt x="46708" y="15252"/>
                  </a:lnTo>
                  <a:cubicBezTo>
                    <a:pt x="40313" y="16184"/>
                    <a:pt x="33678" y="16671"/>
                    <a:pt x="26978" y="16671"/>
                  </a:cubicBezTo>
                  <a:cubicBezTo>
                    <a:pt x="17707" y="16671"/>
                    <a:pt x="8567" y="15740"/>
                    <a:pt x="1" y="13984"/>
                  </a:cubicBezTo>
                  <a:close/>
                </a:path>
              </a:pathLst>
            </a:custGeom>
            <a:solidFill>
              <a:srgbClr val="8B9D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3101150" y="1173975"/>
              <a:ext cx="3716175" cy="935850"/>
            </a:xfrm>
            <a:custGeom>
              <a:avLst/>
              <a:gdLst/>
              <a:ahLst/>
              <a:cxnLst/>
              <a:rect l="l" t="t" r="r" b="b"/>
              <a:pathLst>
                <a:path w="148647" h="37434" extrusionOk="0">
                  <a:moveTo>
                    <a:pt x="74312" y="0"/>
                  </a:moveTo>
                  <a:cubicBezTo>
                    <a:pt x="53261" y="0"/>
                    <a:pt x="32873" y="4791"/>
                    <a:pt x="18396" y="13152"/>
                  </a:cubicBezTo>
                  <a:cubicBezTo>
                    <a:pt x="10348" y="17796"/>
                    <a:pt x="4604" y="23252"/>
                    <a:pt x="1700" y="28810"/>
                  </a:cubicBezTo>
                  <a:cubicBezTo>
                    <a:pt x="931" y="30240"/>
                    <a:pt x="370" y="31681"/>
                    <a:pt x="0" y="33122"/>
                  </a:cubicBezTo>
                  <a:cubicBezTo>
                    <a:pt x="370" y="34563"/>
                    <a:pt x="931" y="36004"/>
                    <a:pt x="1700" y="37434"/>
                  </a:cubicBezTo>
                  <a:cubicBezTo>
                    <a:pt x="4604" y="31876"/>
                    <a:pt x="10348" y="26420"/>
                    <a:pt x="18396" y="21775"/>
                  </a:cubicBezTo>
                  <a:cubicBezTo>
                    <a:pt x="32873" y="13417"/>
                    <a:pt x="53261" y="8626"/>
                    <a:pt x="74312" y="8626"/>
                  </a:cubicBezTo>
                  <a:cubicBezTo>
                    <a:pt x="95365" y="8626"/>
                    <a:pt x="115753" y="13417"/>
                    <a:pt x="130251" y="21775"/>
                  </a:cubicBezTo>
                  <a:cubicBezTo>
                    <a:pt x="138297" y="26420"/>
                    <a:pt x="144042" y="31876"/>
                    <a:pt x="146947" y="37434"/>
                  </a:cubicBezTo>
                  <a:cubicBezTo>
                    <a:pt x="147716" y="36004"/>
                    <a:pt x="148275" y="34563"/>
                    <a:pt x="148646" y="33122"/>
                  </a:cubicBezTo>
                  <a:cubicBezTo>
                    <a:pt x="148275" y="31681"/>
                    <a:pt x="147716" y="30240"/>
                    <a:pt x="146947" y="28810"/>
                  </a:cubicBezTo>
                  <a:cubicBezTo>
                    <a:pt x="144042" y="23252"/>
                    <a:pt x="138297" y="17796"/>
                    <a:pt x="130251" y="13152"/>
                  </a:cubicBezTo>
                  <a:cubicBezTo>
                    <a:pt x="115753" y="4791"/>
                    <a:pt x="95365" y="2"/>
                    <a:pt x="74312" y="2"/>
                  </a:cubicBezTo>
                  <a:lnTo>
                    <a:pt x="74312" y="0"/>
                  </a:lnTo>
                  <a:close/>
                </a:path>
              </a:pathLst>
            </a:custGeom>
            <a:solidFill>
              <a:srgbClr val="8194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2494175" y="2868350"/>
              <a:ext cx="928025" cy="624200"/>
            </a:xfrm>
            <a:custGeom>
              <a:avLst/>
              <a:gdLst/>
              <a:ahLst/>
              <a:cxnLst/>
              <a:rect l="l" t="t" r="r" b="b"/>
              <a:pathLst>
                <a:path w="37121" h="24968" extrusionOk="0">
                  <a:moveTo>
                    <a:pt x="31193" y="0"/>
                  </a:moveTo>
                  <a:cubicBezTo>
                    <a:pt x="30313" y="0"/>
                    <a:pt x="29421" y="225"/>
                    <a:pt x="28604" y="698"/>
                  </a:cubicBezTo>
                  <a:lnTo>
                    <a:pt x="3329" y="15291"/>
                  </a:lnTo>
                  <a:cubicBezTo>
                    <a:pt x="850" y="16722"/>
                    <a:pt x="1" y="19894"/>
                    <a:pt x="1433" y="22373"/>
                  </a:cubicBezTo>
                  <a:cubicBezTo>
                    <a:pt x="2357" y="23980"/>
                    <a:pt x="4070" y="24967"/>
                    <a:pt x="5921" y="24967"/>
                  </a:cubicBezTo>
                  <a:cubicBezTo>
                    <a:pt x="5923" y="24967"/>
                    <a:pt x="5925" y="24967"/>
                    <a:pt x="5927" y="24967"/>
                  </a:cubicBezTo>
                  <a:cubicBezTo>
                    <a:pt x="6837" y="24967"/>
                    <a:pt x="7728" y="24728"/>
                    <a:pt x="8515" y="24271"/>
                  </a:cubicBezTo>
                  <a:lnTo>
                    <a:pt x="33791" y="9679"/>
                  </a:lnTo>
                  <a:cubicBezTo>
                    <a:pt x="36270" y="8247"/>
                    <a:pt x="37121" y="5077"/>
                    <a:pt x="35687" y="2596"/>
                  </a:cubicBezTo>
                  <a:cubicBezTo>
                    <a:pt x="34727" y="932"/>
                    <a:pt x="32985" y="0"/>
                    <a:pt x="31193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238125" y="2969325"/>
              <a:ext cx="2825400" cy="1907475"/>
            </a:xfrm>
            <a:custGeom>
              <a:avLst/>
              <a:gdLst/>
              <a:ahLst/>
              <a:cxnLst/>
              <a:rect l="l" t="t" r="r" b="b"/>
              <a:pathLst>
                <a:path w="113016" h="76299" extrusionOk="0">
                  <a:moveTo>
                    <a:pt x="100829" y="0"/>
                  </a:moveTo>
                  <a:cubicBezTo>
                    <a:pt x="100019" y="0"/>
                    <a:pt x="99282" y="190"/>
                    <a:pt x="98646" y="553"/>
                  </a:cubicBezTo>
                  <a:lnTo>
                    <a:pt x="98646" y="552"/>
                  </a:lnTo>
                  <a:lnTo>
                    <a:pt x="98633" y="559"/>
                  </a:lnTo>
                  <a:lnTo>
                    <a:pt x="5961" y="54065"/>
                  </a:lnTo>
                  <a:lnTo>
                    <a:pt x="5955" y="54066"/>
                  </a:lnTo>
                  <a:lnTo>
                    <a:pt x="5913" y="54092"/>
                  </a:lnTo>
                  <a:lnTo>
                    <a:pt x="5916" y="54100"/>
                  </a:lnTo>
                  <a:cubicBezTo>
                    <a:pt x="5913" y="54102"/>
                    <a:pt x="5911" y="54105"/>
                    <a:pt x="5907" y="54107"/>
                  </a:cubicBezTo>
                  <a:cubicBezTo>
                    <a:pt x="2377" y="56174"/>
                    <a:pt x="0" y="59998"/>
                    <a:pt x="0" y="64384"/>
                  </a:cubicBezTo>
                  <a:cubicBezTo>
                    <a:pt x="0" y="70963"/>
                    <a:pt x="5335" y="76298"/>
                    <a:pt x="11915" y="76298"/>
                  </a:cubicBezTo>
                  <a:cubicBezTo>
                    <a:pt x="13989" y="76298"/>
                    <a:pt x="16028" y="75754"/>
                    <a:pt x="17825" y="74720"/>
                  </a:cubicBezTo>
                  <a:cubicBezTo>
                    <a:pt x="17846" y="74709"/>
                    <a:pt x="17868" y="74699"/>
                    <a:pt x="17890" y="74688"/>
                  </a:cubicBezTo>
                  <a:lnTo>
                    <a:pt x="17892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9"/>
                    <a:pt x="113015" y="18438"/>
                    <a:pt x="113015" y="15742"/>
                  </a:cubicBezTo>
                  <a:cubicBezTo>
                    <a:pt x="113015" y="10369"/>
                    <a:pt x="109242" y="3837"/>
                    <a:pt x="104588" y="1149"/>
                  </a:cubicBezTo>
                  <a:cubicBezTo>
                    <a:pt x="103237" y="369"/>
                    <a:pt x="101961" y="0"/>
                    <a:pt x="100829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2017225" y="3298175"/>
              <a:ext cx="477275" cy="601375"/>
            </a:xfrm>
            <a:custGeom>
              <a:avLst/>
              <a:gdLst/>
              <a:ahLst/>
              <a:cxnLst/>
              <a:rect l="l" t="t" r="r" b="b"/>
              <a:pathLst>
                <a:path w="19091" h="24055" extrusionOk="0">
                  <a:moveTo>
                    <a:pt x="6903" y="1"/>
                  </a:moveTo>
                  <a:cubicBezTo>
                    <a:pt x="6098" y="1"/>
                    <a:pt x="5368" y="186"/>
                    <a:pt x="4737" y="539"/>
                  </a:cubicBezTo>
                  <a:lnTo>
                    <a:pt x="0" y="3251"/>
                  </a:lnTo>
                  <a:cubicBezTo>
                    <a:pt x="559" y="2999"/>
                    <a:pt x="1194" y="2861"/>
                    <a:pt x="1878" y="2861"/>
                  </a:cubicBezTo>
                  <a:cubicBezTo>
                    <a:pt x="2209" y="2861"/>
                    <a:pt x="2552" y="2894"/>
                    <a:pt x="2904" y="2961"/>
                  </a:cubicBezTo>
                  <a:cubicBezTo>
                    <a:pt x="3775" y="3106"/>
                    <a:pt x="4687" y="3459"/>
                    <a:pt x="5662" y="4019"/>
                  </a:cubicBezTo>
                  <a:cubicBezTo>
                    <a:pt x="6305" y="4372"/>
                    <a:pt x="6906" y="4809"/>
                    <a:pt x="7508" y="5305"/>
                  </a:cubicBezTo>
                  <a:cubicBezTo>
                    <a:pt x="10682" y="7960"/>
                    <a:pt x="13190" y="12315"/>
                    <a:pt x="13896" y="16400"/>
                  </a:cubicBezTo>
                  <a:cubicBezTo>
                    <a:pt x="14019" y="17126"/>
                    <a:pt x="14080" y="17862"/>
                    <a:pt x="14082" y="18599"/>
                  </a:cubicBezTo>
                  <a:cubicBezTo>
                    <a:pt x="14082" y="19822"/>
                    <a:pt x="13876" y="20901"/>
                    <a:pt x="13523" y="21772"/>
                  </a:cubicBezTo>
                  <a:cubicBezTo>
                    <a:pt x="13107" y="22788"/>
                    <a:pt x="12444" y="23577"/>
                    <a:pt x="11634" y="24055"/>
                  </a:cubicBezTo>
                  <a:lnTo>
                    <a:pt x="16269" y="21384"/>
                  </a:lnTo>
                  <a:lnTo>
                    <a:pt x="16622" y="21199"/>
                  </a:lnTo>
                  <a:cubicBezTo>
                    <a:pt x="18156" y="20328"/>
                    <a:pt x="19090" y="18441"/>
                    <a:pt x="19090" y="15745"/>
                  </a:cubicBezTo>
                  <a:cubicBezTo>
                    <a:pt x="19090" y="10370"/>
                    <a:pt x="15337" y="3837"/>
                    <a:pt x="10670" y="1141"/>
                  </a:cubicBezTo>
                  <a:cubicBezTo>
                    <a:pt x="9314" y="366"/>
                    <a:pt x="8035" y="1"/>
                    <a:pt x="6903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"/>
          <p:cNvSpPr txBox="1">
            <a:spLocks noGrp="1"/>
          </p:cNvSpPr>
          <p:nvPr>
            <p:ph type="ctrTitle"/>
          </p:nvPr>
        </p:nvSpPr>
        <p:spPr>
          <a:xfrm flipH="1">
            <a:off x="64655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472" name="Google Shape;472;p33"/>
          <p:cNvSpPr txBox="1">
            <a:spLocks noGrp="1"/>
          </p:cNvSpPr>
          <p:nvPr>
            <p:ph type="subTitle" idx="1"/>
          </p:nvPr>
        </p:nvSpPr>
        <p:spPr>
          <a:xfrm flipH="1">
            <a:off x="59651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 err="1"/>
              <a:t>Apakah</a:t>
            </a:r>
            <a:r>
              <a:rPr lang="en-GB" sz="1200" dirty="0"/>
              <a:t> </a:t>
            </a:r>
            <a:r>
              <a:rPr lang="en-GB" sz="1200" dirty="0" err="1"/>
              <a:t>aplikasi</a:t>
            </a:r>
            <a:r>
              <a:rPr lang="en-GB" sz="1200" dirty="0"/>
              <a:t> yang </a:t>
            </a:r>
            <a:r>
              <a:rPr lang="en-GB" sz="1200" dirty="0" err="1"/>
              <a:t>dirancang</a:t>
            </a:r>
            <a:r>
              <a:rPr lang="en-GB" sz="1200" dirty="0"/>
              <a:t> </a:t>
            </a:r>
            <a:r>
              <a:rPr lang="en-GB" sz="1200" dirty="0" err="1"/>
              <a:t>dapat</a:t>
            </a:r>
            <a:r>
              <a:rPr lang="en-GB" sz="1200" dirty="0"/>
              <a:t> </a:t>
            </a:r>
            <a:r>
              <a:rPr lang="en-GB" sz="1200" dirty="0" err="1"/>
              <a:t>membantu</a:t>
            </a:r>
            <a:r>
              <a:rPr lang="en-GB" sz="1200" dirty="0"/>
              <a:t> </a:t>
            </a:r>
            <a:r>
              <a:rPr lang="en-GB" sz="1200" dirty="0" err="1"/>
              <a:t>pelaksanaan</a:t>
            </a:r>
            <a:r>
              <a:rPr lang="en-GB" sz="1200" dirty="0"/>
              <a:t> </a:t>
            </a:r>
            <a:r>
              <a:rPr lang="en-GB" sz="1200" dirty="0" err="1"/>
              <a:t>pembelajaran</a:t>
            </a:r>
            <a:r>
              <a:rPr lang="en-GB" sz="1200" dirty="0"/>
              <a:t> Link-Match di STT </a:t>
            </a:r>
            <a:r>
              <a:rPr lang="en-GB" sz="1200" dirty="0" err="1"/>
              <a:t>Terpadu</a:t>
            </a:r>
            <a:r>
              <a:rPr lang="en-GB" sz="1200" dirty="0"/>
              <a:t> Nurul Fikri?</a:t>
            </a:r>
            <a:endParaRPr sz="1200" dirty="0"/>
          </a:p>
        </p:txBody>
      </p:sp>
      <p:sp>
        <p:nvSpPr>
          <p:cNvPr id="473" name="Google Shape;473;p33"/>
          <p:cNvSpPr txBox="1">
            <a:spLocks noGrp="1"/>
          </p:cNvSpPr>
          <p:nvPr>
            <p:ph type="ctrTitle" idx="2"/>
          </p:nvPr>
        </p:nvSpPr>
        <p:spPr>
          <a:xfrm flipH="1">
            <a:off x="37916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474" name="Google Shape;474;p33"/>
          <p:cNvSpPr txBox="1">
            <a:spLocks noGrp="1"/>
          </p:cNvSpPr>
          <p:nvPr>
            <p:ph type="subTitle" idx="3"/>
          </p:nvPr>
        </p:nvSpPr>
        <p:spPr>
          <a:xfrm flipH="1">
            <a:off x="32912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 err="1"/>
              <a:t>Bagaimana</a:t>
            </a:r>
            <a:r>
              <a:rPr lang="en-GB" sz="1200" dirty="0"/>
              <a:t> proses </a:t>
            </a:r>
            <a:r>
              <a:rPr lang="en-GB" sz="1200" dirty="0" err="1"/>
              <a:t>pengembangan</a:t>
            </a:r>
            <a:r>
              <a:rPr lang="en-GB" sz="1200" dirty="0"/>
              <a:t> </a:t>
            </a:r>
            <a:r>
              <a:rPr lang="en-GB" sz="1200" dirty="0" err="1"/>
              <a:t>aplikasi</a:t>
            </a:r>
            <a:r>
              <a:rPr lang="en-GB" sz="1200" dirty="0"/>
              <a:t> Link-Match </a:t>
            </a:r>
            <a:r>
              <a:rPr lang="en-GB" sz="1200" dirty="0" err="1"/>
              <a:t>berbasis</a:t>
            </a:r>
            <a:r>
              <a:rPr lang="en-GB" sz="1200" dirty="0"/>
              <a:t> Android di </a:t>
            </a:r>
            <a:r>
              <a:rPr lang="en-GB" sz="1200" dirty="0" err="1"/>
              <a:t>lingkungan</a:t>
            </a:r>
            <a:r>
              <a:rPr lang="en-GB" sz="1200" dirty="0"/>
              <a:t> </a:t>
            </a:r>
            <a:r>
              <a:rPr lang="en-GB" sz="1200" dirty="0" err="1"/>
              <a:t>kampus</a:t>
            </a:r>
            <a:r>
              <a:rPr lang="en-GB" sz="1200" dirty="0"/>
              <a:t> STT </a:t>
            </a:r>
            <a:r>
              <a:rPr lang="en-GB" sz="1200" dirty="0" err="1"/>
              <a:t>Terpadu</a:t>
            </a:r>
            <a:r>
              <a:rPr lang="en-GB" sz="1200" dirty="0"/>
              <a:t> Nurul Fikri?</a:t>
            </a:r>
            <a:endParaRPr sz="1200" dirty="0"/>
          </a:p>
        </p:txBody>
      </p:sp>
      <p:sp>
        <p:nvSpPr>
          <p:cNvPr id="475" name="Google Shape;475;p33"/>
          <p:cNvSpPr txBox="1">
            <a:spLocks noGrp="1"/>
          </p:cNvSpPr>
          <p:nvPr>
            <p:ph type="ctrTitle" idx="4"/>
          </p:nvPr>
        </p:nvSpPr>
        <p:spPr>
          <a:xfrm flipH="1">
            <a:off x="11177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476" name="Google Shape;476;p33"/>
          <p:cNvSpPr txBox="1">
            <a:spLocks noGrp="1"/>
          </p:cNvSpPr>
          <p:nvPr>
            <p:ph type="subTitle" idx="5"/>
          </p:nvPr>
        </p:nvSpPr>
        <p:spPr>
          <a:xfrm flipH="1">
            <a:off x="853419" y="3628393"/>
            <a:ext cx="20610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200" dirty="0" err="1"/>
              <a:t>Bagaimana</a:t>
            </a:r>
            <a:r>
              <a:rPr lang="en-GB" sz="1200" dirty="0"/>
              <a:t> </a:t>
            </a:r>
            <a:r>
              <a:rPr lang="en-GB" sz="1200" dirty="0" err="1"/>
              <a:t>penerapan</a:t>
            </a:r>
            <a:r>
              <a:rPr lang="en-GB" sz="1200" dirty="0"/>
              <a:t> Link-Match di STT </a:t>
            </a:r>
            <a:r>
              <a:rPr lang="en-GB" sz="1200" dirty="0" err="1"/>
              <a:t>Terpadu</a:t>
            </a:r>
            <a:r>
              <a:rPr lang="en-GB" sz="1200" dirty="0"/>
              <a:t> Nurul Fikri?</a:t>
            </a:r>
            <a:endParaRPr sz="1200" dirty="0"/>
          </a:p>
        </p:txBody>
      </p:sp>
      <p:sp>
        <p:nvSpPr>
          <p:cNvPr id="477" name="Google Shape;477;p33"/>
          <p:cNvSpPr/>
          <p:nvPr/>
        </p:nvSpPr>
        <p:spPr>
          <a:xfrm>
            <a:off x="1390700" y="1792568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4064550" y="1792518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33"/>
          <p:cNvSpPr/>
          <p:nvPr/>
        </p:nvSpPr>
        <p:spPr>
          <a:xfrm>
            <a:off x="6738450" y="1792518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" name="Google Shape;516;p33"/>
          <p:cNvGrpSpPr/>
          <p:nvPr/>
        </p:nvGrpSpPr>
        <p:grpSpPr>
          <a:xfrm>
            <a:off x="6915397" y="2097558"/>
            <a:ext cx="661013" cy="415983"/>
            <a:chOff x="875700" y="2714925"/>
            <a:chExt cx="369075" cy="232250"/>
          </a:xfrm>
        </p:grpSpPr>
        <p:sp>
          <p:nvSpPr>
            <p:cNvPr id="517" name="Google Shape;517;p33"/>
            <p:cNvSpPr/>
            <p:nvPr/>
          </p:nvSpPr>
          <p:spPr>
            <a:xfrm>
              <a:off x="876625" y="2714925"/>
              <a:ext cx="367300" cy="215550"/>
            </a:xfrm>
            <a:custGeom>
              <a:avLst/>
              <a:gdLst/>
              <a:ahLst/>
              <a:cxnLst/>
              <a:rect l="l" t="t" r="r" b="b"/>
              <a:pathLst>
                <a:path w="14692" h="8622" extrusionOk="0">
                  <a:moveTo>
                    <a:pt x="14685" y="4921"/>
                  </a:moveTo>
                  <a:cubicBezTo>
                    <a:pt x="14685" y="4923"/>
                    <a:pt x="14685" y="4926"/>
                    <a:pt x="14684" y="4927"/>
                  </a:cubicBezTo>
                  <a:cubicBezTo>
                    <a:pt x="14684" y="4924"/>
                    <a:pt x="14685" y="4923"/>
                    <a:pt x="14685" y="4921"/>
                  </a:cubicBezTo>
                  <a:close/>
                  <a:moveTo>
                    <a:pt x="14679" y="4943"/>
                  </a:moveTo>
                  <a:cubicBezTo>
                    <a:pt x="14679" y="4945"/>
                    <a:pt x="14677" y="4946"/>
                    <a:pt x="14676" y="4947"/>
                  </a:cubicBezTo>
                  <a:cubicBezTo>
                    <a:pt x="14678" y="4944"/>
                    <a:pt x="14678" y="4943"/>
                    <a:pt x="14679" y="4943"/>
                  </a:cubicBezTo>
                  <a:close/>
                  <a:moveTo>
                    <a:pt x="14668" y="4961"/>
                  </a:moveTo>
                  <a:cubicBezTo>
                    <a:pt x="14668" y="4964"/>
                    <a:pt x="14667" y="4966"/>
                    <a:pt x="14665" y="4967"/>
                  </a:cubicBezTo>
                  <a:cubicBezTo>
                    <a:pt x="14665" y="4964"/>
                    <a:pt x="14667" y="4963"/>
                    <a:pt x="14668" y="4961"/>
                  </a:cubicBezTo>
                  <a:close/>
                  <a:moveTo>
                    <a:pt x="6220" y="0"/>
                  </a:moveTo>
                  <a:cubicBezTo>
                    <a:pt x="6125" y="0"/>
                    <a:pt x="6030" y="21"/>
                    <a:pt x="5958" y="63"/>
                  </a:cubicBezTo>
                  <a:lnTo>
                    <a:pt x="109" y="3462"/>
                  </a:lnTo>
                  <a:cubicBezTo>
                    <a:pt x="37" y="3505"/>
                    <a:pt x="0" y="3558"/>
                    <a:pt x="0" y="3614"/>
                  </a:cubicBezTo>
                  <a:lnTo>
                    <a:pt x="0" y="3618"/>
                  </a:lnTo>
                  <a:lnTo>
                    <a:pt x="2" y="3618"/>
                  </a:lnTo>
                  <a:cubicBezTo>
                    <a:pt x="2" y="3620"/>
                    <a:pt x="2" y="3623"/>
                    <a:pt x="2" y="3624"/>
                  </a:cubicBezTo>
                  <a:cubicBezTo>
                    <a:pt x="0" y="3621"/>
                    <a:pt x="0" y="3620"/>
                    <a:pt x="0" y="3618"/>
                  </a:cubicBezTo>
                  <a:lnTo>
                    <a:pt x="0" y="3730"/>
                  </a:lnTo>
                  <a:cubicBezTo>
                    <a:pt x="0" y="3786"/>
                    <a:pt x="37" y="3841"/>
                    <a:pt x="111" y="3884"/>
                  </a:cubicBezTo>
                  <a:lnTo>
                    <a:pt x="8207" y="8559"/>
                  </a:lnTo>
                  <a:cubicBezTo>
                    <a:pt x="8280" y="8600"/>
                    <a:pt x="8375" y="8621"/>
                    <a:pt x="8470" y="8621"/>
                  </a:cubicBezTo>
                  <a:cubicBezTo>
                    <a:pt x="8565" y="8621"/>
                    <a:pt x="8660" y="8600"/>
                    <a:pt x="8732" y="8559"/>
                  </a:cubicBezTo>
                  <a:lnTo>
                    <a:pt x="14581" y="5159"/>
                  </a:lnTo>
                  <a:cubicBezTo>
                    <a:pt x="14653" y="5118"/>
                    <a:pt x="14688" y="5064"/>
                    <a:pt x="14688" y="5009"/>
                  </a:cubicBezTo>
                  <a:lnTo>
                    <a:pt x="14688" y="4912"/>
                  </a:lnTo>
                  <a:cubicBezTo>
                    <a:pt x="14687" y="4913"/>
                    <a:pt x="14687" y="4915"/>
                    <a:pt x="14687" y="4916"/>
                  </a:cubicBezTo>
                  <a:cubicBezTo>
                    <a:pt x="14687" y="4915"/>
                    <a:pt x="14687" y="4912"/>
                    <a:pt x="14687" y="4910"/>
                  </a:cubicBezTo>
                  <a:lnTo>
                    <a:pt x="14688" y="4912"/>
                  </a:lnTo>
                  <a:lnTo>
                    <a:pt x="14688" y="4895"/>
                  </a:lnTo>
                  <a:cubicBezTo>
                    <a:pt x="14692" y="4838"/>
                    <a:pt x="14655" y="4780"/>
                    <a:pt x="14579" y="4737"/>
                  </a:cubicBezTo>
                  <a:lnTo>
                    <a:pt x="6483" y="63"/>
                  </a:lnTo>
                  <a:cubicBezTo>
                    <a:pt x="6410" y="21"/>
                    <a:pt x="6315" y="0"/>
                    <a:pt x="6220" y="0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3"/>
            <p:cNvSpPr/>
            <p:nvPr/>
          </p:nvSpPr>
          <p:spPr>
            <a:xfrm>
              <a:off x="876625" y="2805250"/>
              <a:ext cx="2750" cy="6800"/>
            </a:xfrm>
            <a:custGeom>
              <a:avLst/>
              <a:gdLst/>
              <a:ahLst/>
              <a:cxnLst/>
              <a:rect l="l" t="t" r="r" b="b"/>
              <a:pathLst>
                <a:path w="110" h="272" extrusionOk="0">
                  <a:moveTo>
                    <a:pt x="0" y="1"/>
                  </a:moveTo>
                  <a:lnTo>
                    <a:pt x="0" y="117"/>
                  </a:lnTo>
                  <a:cubicBezTo>
                    <a:pt x="0" y="173"/>
                    <a:pt x="37" y="228"/>
                    <a:pt x="109" y="271"/>
                  </a:cubicBezTo>
                  <a:lnTo>
                    <a:pt x="109" y="154"/>
                  </a:lnTo>
                  <a:cubicBezTo>
                    <a:pt x="37" y="111"/>
                    <a:pt x="0" y="56"/>
                    <a:pt x="0" y="1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3"/>
            <p:cNvSpPr/>
            <p:nvPr/>
          </p:nvSpPr>
          <p:spPr>
            <a:xfrm>
              <a:off x="1241125" y="2837175"/>
              <a:ext cx="2725" cy="6750"/>
            </a:xfrm>
            <a:custGeom>
              <a:avLst/>
              <a:gdLst/>
              <a:ahLst/>
              <a:cxnLst/>
              <a:rect l="l" t="t" r="r" b="b"/>
              <a:pathLst>
                <a:path w="109" h="270" extrusionOk="0">
                  <a:moveTo>
                    <a:pt x="108" y="0"/>
                  </a:moveTo>
                  <a:cubicBezTo>
                    <a:pt x="108" y="56"/>
                    <a:pt x="73" y="109"/>
                    <a:pt x="1" y="152"/>
                  </a:cubicBezTo>
                  <a:lnTo>
                    <a:pt x="1" y="269"/>
                  </a:lnTo>
                  <a:cubicBezTo>
                    <a:pt x="73" y="226"/>
                    <a:pt x="108" y="172"/>
                    <a:pt x="108" y="11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1094925" y="2840975"/>
              <a:ext cx="146225" cy="87900"/>
            </a:xfrm>
            <a:custGeom>
              <a:avLst/>
              <a:gdLst/>
              <a:ahLst/>
              <a:cxnLst/>
              <a:rect l="l" t="t" r="r" b="b"/>
              <a:pathLst>
                <a:path w="5849" h="3516" extrusionOk="0">
                  <a:moveTo>
                    <a:pt x="5849" y="0"/>
                  </a:moveTo>
                  <a:lnTo>
                    <a:pt x="0" y="3399"/>
                  </a:lnTo>
                  <a:lnTo>
                    <a:pt x="0" y="3515"/>
                  </a:lnTo>
                  <a:lnTo>
                    <a:pt x="5849" y="117"/>
                  </a:lnTo>
                  <a:lnTo>
                    <a:pt x="5849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79375" y="2809050"/>
              <a:ext cx="202425" cy="119825"/>
            </a:xfrm>
            <a:custGeom>
              <a:avLst/>
              <a:gdLst/>
              <a:ahLst/>
              <a:cxnLst/>
              <a:rect l="l" t="t" r="r" b="b"/>
              <a:pathLst>
                <a:path w="8097" h="4793" extrusionOk="0">
                  <a:moveTo>
                    <a:pt x="1" y="1"/>
                  </a:moveTo>
                  <a:lnTo>
                    <a:pt x="1" y="118"/>
                  </a:lnTo>
                  <a:lnTo>
                    <a:pt x="8097" y="4792"/>
                  </a:lnTo>
                  <a:lnTo>
                    <a:pt x="8097" y="46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3"/>
            <p:cNvSpPr/>
            <p:nvPr/>
          </p:nvSpPr>
          <p:spPr>
            <a:xfrm>
              <a:off x="1081775" y="2925925"/>
              <a:ext cx="13175" cy="4525"/>
            </a:xfrm>
            <a:custGeom>
              <a:avLst/>
              <a:gdLst/>
              <a:ahLst/>
              <a:cxnLst/>
              <a:rect l="l" t="t" r="r" b="b"/>
              <a:pathLst>
                <a:path w="527" h="181" extrusionOk="0">
                  <a:moveTo>
                    <a:pt x="1" y="1"/>
                  </a:moveTo>
                  <a:lnTo>
                    <a:pt x="1" y="117"/>
                  </a:lnTo>
                  <a:cubicBezTo>
                    <a:pt x="74" y="160"/>
                    <a:pt x="169" y="181"/>
                    <a:pt x="264" y="181"/>
                  </a:cubicBezTo>
                  <a:cubicBezTo>
                    <a:pt x="359" y="181"/>
                    <a:pt x="454" y="160"/>
                    <a:pt x="526" y="117"/>
                  </a:cubicBezTo>
                  <a:lnTo>
                    <a:pt x="526" y="1"/>
                  </a:lnTo>
                  <a:cubicBezTo>
                    <a:pt x="454" y="43"/>
                    <a:pt x="359" y="64"/>
                    <a:pt x="264" y="64"/>
                  </a:cubicBezTo>
                  <a:cubicBezTo>
                    <a:pt x="169" y="64"/>
                    <a:pt x="74" y="43"/>
                    <a:pt x="1" y="1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3"/>
            <p:cNvSpPr/>
            <p:nvPr/>
          </p:nvSpPr>
          <p:spPr>
            <a:xfrm>
              <a:off x="875700" y="2714925"/>
              <a:ext cx="369075" cy="212600"/>
            </a:xfrm>
            <a:custGeom>
              <a:avLst/>
              <a:gdLst/>
              <a:ahLst/>
              <a:cxnLst/>
              <a:rect l="l" t="t" r="r" b="b"/>
              <a:pathLst>
                <a:path w="14763" h="8504" extrusionOk="0">
                  <a:moveTo>
                    <a:pt x="6257" y="0"/>
                  </a:moveTo>
                  <a:cubicBezTo>
                    <a:pt x="6162" y="0"/>
                    <a:pt x="6067" y="21"/>
                    <a:pt x="5995" y="63"/>
                  </a:cubicBezTo>
                  <a:lnTo>
                    <a:pt x="146" y="3462"/>
                  </a:lnTo>
                  <a:cubicBezTo>
                    <a:pt x="0" y="3546"/>
                    <a:pt x="2" y="3683"/>
                    <a:pt x="148" y="3766"/>
                  </a:cubicBezTo>
                  <a:lnTo>
                    <a:pt x="8244" y="8441"/>
                  </a:lnTo>
                  <a:cubicBezTo>
                    <a:pt x="8317" y="8483"/>
                    <a:pt x="8412" y="8504"/>
                    <a:pt x="8507" y="8504"/>
                  </a:cubicBezTo>
                  <a:cubicBezTo>
                    <a:pt x="8602" y="8504"/>
                    <a:pt x="8697" y="8483"/>
                    <a:pt x="8769" y="8441"/>
                  </a:cubicBezTo>
                  <a:lnTo>
                    <a:pt x="14618" y="5042"/>
                  </a:lnTo>
                  <a:cubicBezTo>
                    <a:pt x="14762" y="4958"/>
                    <a:pt x="14762" y="4821"/>
                    <a:pt x="14616" y="4737"/>
                  </a:cubicBezTo>
                  <a:lnTo>
                    <a:pt x="6520" y="63"/>
                  </a:lnTo>
                  <a:cubicBezTo>
                    <a:pt x="6447" y="21"/>
                    <a:pt x="6352" y="0"/>
                    <a:pt x="6257" y="0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3"/>
            <p:cNvSpPr/>
            <p:nvPr/>
          </p:nvSpPr>
          <p:spPr>
            <a:xfrm>
              <a:off x="934075" y="2768125"/>
              <a:ext cx="276700" cy="139200"/>
            </a:xfrm>
            <a:custGeom>
              <a:avLst/>
              <a:gdLst/>
              <a:ahLst/>
              <a:cxnLst/>
              <a:rect l="l" t="t" r="r" b="b"/>
              <a:pathLst>
                <a:path w="11068" h="5568" extrusionOk="0">
                  <a:moveTo>
                    <a:pt x="6010" y="756"/>
                  </a:moveTo>
                  <a:lnTo>
                    <a:pt x="9551" y="2801"/>
                  </a:lnTo>
                  <a:lnTo>
                    <a:pt x="6943" y="4319"/>
                  </a:lnTo>
                  <a:lnTo>
                    <a:pt x="3400" y="2274"/>
                  </a:lnTo>
                  <a:lnTo>
                    <a:pt x="3402" y="2274"/>
                  </a:lnTo>
                  <a:lnTo>
                    <a:pt x="6010" y="756"/>
                  </a:lnTo>
                  <a:close/>
                  <a:moveTo>
                    <a:pt x="5938" y="0"/>
                  </a:moveTo>
                  <a:lnTo>
                    <a:pt x="1454" y="2606"/>
                  </a:lnTo>
                  <a:lnTo>
                    <a:pt x="1" y="1767"/>
                  </a:lnTo>
                  <a:lnTo>
                    <a:pt x="1" y="1767"/>
                  </a:lnTo>
                  <a:lnTo>
                    <a:pt x="6583" y="5568"/>
                  </a:lnTo>
                  <a:lnTo>
                    <a:pt x="11068" y="2962"/>
                  </a:lnTo>
                  <a:lnTo>
                    <a:pt x="59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3"/>
            <p:cNvSpPr/>
            <p:nvPr/>
          </p:nvSpPr>
          <p:spPr>
            <a:xfrm>
              <a:off x="934125" y="2747150"/>
              <a:ext cx="148450" cy="86125"/>
            </a:xfrm>
            <a:custGeom>
              <a:avLst/>
              <a:gdLst/>
              <a:ahLst/>
              <a:cxnLst/>
              <a:rect l="l" t="t" r="r" b="b"/>
              <a:pathLst>
                <a:path w="5938" h="3445" extrusionOk="0">
                  <a:moveTo>
                    <a:pt x="4461" y="182"/>
                  </a:moveTo>
                  <a:lnTo>
                    <a:pt x="5013" y="500"/>
                  </a:lnTo>
                  <a:lnTo>
                    <a:pt x="4484" y="807"/>
                  </a:lnTo>
                  <a:lnTo>
                    <a:pt x="3934" y="489"/>
                  </a:lnTo>
                  <a:lnTo>
                    <a:pt x="4461" y="182"/>
                  </a:lnTo>
                  <a:close/>
                  <a:moveTo>
                    <a:pt x="3874" y="523"/>
                  </a:moveTo>
                  <a:lnTo>
                    <a:pt x="4424" y="841"/>
                  </a:lnTo>
                  <a:lnTo>
                    <a:pt x="3898" y="1148"/>
                  </a:lnTo>
                  <a:lnTo>
                    <a:pt x="3346" y="830"/>
                  </a:lnTo>
                  <a:lnTo>
                    <a:pt x="3874" y="523"/>
                  </a:lnTo>
                  <a:close/>
                  <a:moveTo>
                    <a:pt x="5073" y="535"/>
                  </a:moveTo>
                  <a:lnTo>
                    <a:pt x="5623" y="853"/>
                  </a:lnTo>
                  <a:lnTo>
                    <a:pt x="5096" y="1160"/>
                  </a:lnTo>
                  <a:lnTo>
                    <a:pt x="4544" y="842"/>
                  </a:lnTo>
                  <a:lnTo>
                    <a:pt x="5073" y="535"/>
                  </a:lnTo>
                  <a:close/>
                  <a:moveTo>
                    <a:pt x="3286" y="864"/>
                  </a:moveTo>
                  <a:lnTo>
                    <a:pt x="3836" y="1182"/>
                  </a:lnTo>
                  <a:lnTo>
                    <a:pt x="3309" y="1489"/>
                  </a:lnTo>
                  <a:lnTo>
                    <a:pt x="2758" y="1171"/>
                  </a:lnTo>
                  <a:lnTo>
                    <a:pt x="3286" y="864"/>
                  </a:lnTo>
                  <a:close/>
                  <a:moveTo>
                    <a:pt x="4484" y="876"/>
                  </a:moveTo>
                  <a:lnTo>
                    <a:pt x="5036" y="1194"/>
                  </a:lnTo>
                  <a:lnTo>
                    <a:pt x="4507" y="1501"/>
                  </a:lnTo>
                  <a:lnTo>
                    <a:pt x="3957" y="1183"/>
                  </a:lnTo>
                  <a:lnTo>
                    <a:pt x="4484" y="876"/>
                  </a:lnTo>
                  <a:close/>
                  <a:moveTo>
                    <a:pt x="2698" y="1206"/>
                  </a:moveTo>
                  <a:lnTo>
                    <a:pt x="3249" y="1524"/>
                  </a:lnTo>
                  <a:lnTo>
                    <a:pt x="2721" y="1832"/>
                  </a:lnTo>
                  <a:lnTo>
                    <a:pt x="2171" y="1514"/>
                  </a:lnTo>
                  <a:lnTo>
                    <a:pt x="2698" y="1206"/>
                  </a:lnTo>
                  <a:close/>
                  <a:moveTo>
                    <a:pt x="3898" y="1217"/>
                  </a:moveTo>
                  <a:lnTo>
                    <a:pt x="4448" y="1535"/>
                  </a:lnTo>
                  <a:lnTo>
                    <a:pt x="3921" y="1842"/>
                  </a:lnTo>
                  <a:lnTo>
                    <a:pt x="3369" y="1524"/>
                  </a:lnTo>
                  <a:lnTo>
                    <a:pt x="3898" y="1217"/>
                  </a:lnTo>
                  <a:close/>
                  <a:moveTo>
                    <a:pt x="2109" y="1547"/>
                  </a:moveTo>
                  <a:lnTo>
                    <a:pt x="2661" y="1865"/>
                  </a:lnTo>
                  <a:lnTo>
                    <a:pt x="2132" y="2173"/>
                  </a:lnTo>
                  <a:lnTo>
                    <a:pt x="1582" y="1855"/>
                  </a:lnTo>
                  <a:lnTo>
                    <a:pt x="2109" y="1547"/>
                  </a:lnTo>
                  <a:close/>
                  <a:moveTo>
                    <a:pt x="3309" y="1558"/>
                  </a:moveTo>
                  <a:lnTo>
                    <a:pt x="3861" y="1876"/>
                  </a:lnTo>
                  <a:lnTo>
                    <a:pt x="3332" y="2183"/>
                  </a:lnTo>
                  <a:lnTo>
                    <a:pt x="2782" y="1865"/>
                  </a:lnTo>
                  <a:lnTo>
                    <a:pt x="3309" y="1558"/>
                  </a:lnTo>
                  <a:close/>
                  <a:moveTo>
                    <a:pt x="2721" y="1901"/>
                  </a:moveTo>
                  <a:lnTo>
                    <a:pt x="3272" y="2217"/>
                  </a:lnTo>
                  <a:lnTo>
                    <a:pt x="2744" y="2524"/>
                  </a:lnTo>
                  <a:lnTo>
                    <a:pt x="2194" y="2208"/>
                  </a:lnTo>
                  <a:lnTo>
                    <a:pt x="2721" y="1901"/>
                  </a:lnTo>
                  <a:close/>
                  <a:moveTo>
                    <a:pt x="1355" y="2635"/>
                  </a:moveTo>
                  <a:lnTo>
                    <a:pt x="1197" y="2727"/>
                  </a:lnTo>
                  <a:lnTo>
                    <a:pt x="1515" y="2910"/>
                  </a:lnTo>
                  <a:lnTo>
                    <a:pt x="1831" y="2727"/>
                  </a:lnTo>
                  <a:lnTo>
                    <a:pt x="1672" y="2635"/>
                  </a:lnTo>
                  <a:lnTo>
                    <a:pt x="1513" y="2727"/>
                  </a:lnTo>
                  <a:lnTo>
                    <a:pt x="1355" y="2635"/>
                  </a:lnTo>
                  <a:close/>
                  <a:moveTo>
                    <a:pt x="1510" y="2091"/>
                  </a:moveTo>
                  <a:lnTo>
                    <a:pt x="2060" y="2409"/>
                  </a:lnTo>
                  <a:lnTo>
                    <a:pt x="1787" y="2567"/>
                  </a:lnTo>
                  <a:lnTo>
                    <a:pt x="2062" y="2727"/>
                  </a:lnTo>
                  <a:lnTo>
                    <a:pt x="1515" y="3045"/>
                  </a:lnTo>
                  <a:lnTo>
                    <a:pt x="965" y="2727"/>
                  </a:lnTo>
                  <a:lnTo>
                    <a:pt x="1238" y="2567"/>
                  </a:lnTo>
                  <a:lnTo>
                    <a:pt x="963" y="2409"/>
                  </a:lnTo>
                  <a:lnTo>
                    <a:pt x="1510" y="2091"/>
                  </a:lnTo>
                  <a:close/>
                  <a:moveTo>
                    <a:pt x="4484" y="0"/>
                  </a:moveTo>
                  <a:lnTo>
                    <a:pt x="0" y="2606"/>
                  </a:lnTo>
                  <a:lnTo>
                    <a:pt x="1453" y="3445"/>
                  </a:lnTo>
                  <a:lnTo>
                    <a:pt x="5938" y="839"/>
                  </a:lnTo>
                  <a:lnTo>
                    <a:pt x="4484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1032425" y="2751675"/>
              <a:ext cx="27000" cy="15650"/>
            </a:xfrm>
            <a:custGeom>
              <a:avLst/>
              <a:gdLst/>
              <a:ahLst/>
              <a:cxnLst/>
              <a:rect l="l" t="t" r="r" b="b"/>
              <a:pathLst>
                <a:path w="1080" h="626" extrusionOk="0">
                  <a:moveTo>
                    <a:pt x="528" y="1"/>
                  </a:moveTo>
                  <a:lnTo>
                    <a:pt x="1" y="308"/>
                  </a:lnTo>
                  <a:lnTo>
                    <a:pt x="551" y="626"/>
                  </a:lnTo>
                  <a:lnTo>
                    <a:pt x="1079" y="319"/>
                  </a:lnTo>
                  <a:lnTo>
                    <a:pt x="528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1047725" y="2760500"/>
              <a:ext cx="26975" cy="15625"/>
            </a:xfrm>
            <a:custGeom>
              <a:avLst/>
              <a:gdLst/>
              <a:ahLst/>
              <a:cxnLst/>
              <a:rect l="l" t="t" r="r" b="b"/>
              <a:pathLst>
                <a:path w="1079" h="625" extrusionOk="0">
                  <a:moveTo>
                    <a:pt x="527" y="1"/>
                  </a:moveTo>
                  <a:lnTo>
                    <a:pt x="0" y="307"/>
                  </a:lnTo>
                  <a:lnTo>
                    <a:pt x="550" y="625"/>
                  </a:lnTo>
                  <a:lnTo>
                    <a:pt x="1079" y="319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1017725" y="2760200"/>
              <a:ext cx="26975" cy="15650"/>
            </a:xfrm>
            <a:custGeom>
              <a:avLst/>
              <a:gdLst/>
              <a:ahLst/>
              <a:cxnLst/>
              <a:rect l="l" t="t" r="r" b="b"/>
              <a:pathLst>
                <a:path w="1079" h="626" extrusionOk="0">
                  <a:moveTo>
                    <a:pt x="529" y="1"/>
                  </a:moveTo>
                  <a:lnTo>
                    <a:pt x="0" y="308"/>
                  </a:lnTo>
                  <a:lnTo>
                    <a:pt x="552" y="626"/>
                  </a:lnTo>
                  <a:lnTo>
                    <a:pt x="1079" y="319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3"/>
            <p:cNvSpPr/>
            <p:nvPr/>
          </p:nvSpPr>
          <p:spPr>
            <a:xfrm>
              <a:off x="1033000" y="2769050"/>
              <a:ext cx="27000" cy="15650"/>
            </a:xfrm>
            <a:custGeom>
              <a:avLst/>
              <a:gdLst/>
              <a:ahLst/>
              <a:cxnLst/>
              <a:rect l="l" t="t" r="r" b="b"/>
              <a:pathLst>
                <a:path w="1080" h="626" extrusionOk="0">
                  <a:moveTo>
                    <a:pt x="529" y="0"/>
                  </a:moveTo>
                  <a:lnTo>
                    <a:pt x="1" y="307"/>
                  </a:lnTo>
                  <a:lnTo>
                    <a:pt x="552" y="625"/>
                  </a:lnTo>
                  <a:lnTo>
                    <a:pt x="1079" y="318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3"/>
            <p:cNvSpPr/>
            <p:nvPr/>
          </p:nvSpPr>
          <p:spPr>
            <a:xfrm>
              <a:off x="1003050" y="2768775"/>
              <a:ext cx="27000" cy="15600"/>
            </a:xfrm>
            <a:custGeom>
              <a:avLst/>
              <a:gdLst/>
              <a:ahLst/>
              <a:cxnLst/>
              <a:rect l="l" t="t" r="r" b="b"/>
              <a:pathLst>
                <a:path w="1080" h="624" extrusionOk="0">
                  <a:moveTo>
                    <a:pt x="528" y="0"/>
                  </a:moveTo>
                  <a:lnTo>
                    <a:pt x="1" y="306"/>
                  </a:lnTo>
                  <a:lnTo>
                    <a:pt x="551" y="624"/>
                  </a:lnTo>
                  <a:lnTo>
                    <a:pt x="1079" y="318"/>
                  </a:lnTo>
                  <a:lnTo>
                    <a:pt x="528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1018350" y="2777575"/>
              <a:ext cx="26975" cy="15650"/>
            </a:xfrm>
            <a:custGeom>
              <a:avLst/>
              <a:gdLst/>
              <a:ahLst/>
              <a:cxnLst/>
              <a:rect l="l" t="t" r="r" b="b"/>
              <a:pathLst>
                <a:path w="1079" h="626" extrusionOk="0">
                  <a:moveTo>
                    <a:pt x="527" y="0"/>
                  </a:moveTo>
                  <a:lnTo>
                    <a:pt x="0" y="307"/>
                  </a:lnTo>
                  <a:lnTo>
                    <a:pt x="550" y="625"/>
                  </a:lnTo>
                  <a:lnTo>
                    <a:pt x="1079" y="318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988350" y="2777300"/>
              <a:ext cx="26975" cy="15650"/>
            </a:xfrm>
            <a:custGeom>
              <a:avLst/>
              <a:gdLst/>
              <a:ahLst/>
              <a:cxnLst/>
              <a:rect l="l" t="t" r="r" b="b"/>
              <a:pathLst>
                <a:path w="1079" h="626" extrusionOk="0">
                  <a:moveTo>
                    <a:pt x="529" y="0"/>
                  </a:moveTo>
                  <a:lnTo>
                    <a:pt x="0" y="308"/>
                  </a:lnTo>
                  <a:lnTo>
                    <a:pt x="552" y="626"/>
                  </a:lnTo>
                  <a:lnTo>
                    <a:pt x="1079" y="318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1003625" y="2786125"/>
              <a:ext cx="27000" cy="15625"/>
            </a:xfrm>
            <a:custGeom>
              <a:avLst/>
              <a:gdLst/>
              <a:ahLst/>
              <a:cxnLst/>
              <a:rect l="l" t="t" r="r" b="b"/>
              <a:pathLst>
                <a:path w="1080" h="625" extrusionOk="0">
                  <a:moveTo>
                    <a:pt x="529" y="1"/>
                  </a:moveTo>
                  <a:lnTo>
                    <a:pt x="1" y="306"/>
                  </a:lnTo>
                  <a:lnTo>
                    <a:pt x="552" y="624"/>
                  </a:lnTo>
                  <a:lnTo>
                    <a:pt x="1079" y="319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3"/>
            <p:cNvSpPr/>
            <p:nvPr/>
          </p:nvSpPr>
          <p:spPr>
            <a:xfrm>
              <a:off x="973675" y="2785825"/>
              <a:ext cx="26975" cy="15650"/>
            </a:xfrm>
            <a:custGeom>
              <a:avLst/>
              <a:gdLst/>
              <a:ahLst/>
              <a:cxnLst/>
              <a:rect l="l" t="t" r="r" b="b"/>
              <a:pathLst>
                <a:path w="1079" h="626" extrusionOk="0">
                  <a:moveTo>
                    <a:pt x="527" y="0"/>
                  </a:moveTo>
                  <a:lnTo>
                    <a:pt x="0" y="308"/>
                  </a:lnTo>
                  <a:lnTo>
                    <a:pt x="550" y="626"/>
                  </a:lnTo>
                  <a:lnTo>
                    <a:pt x="1079" y="318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3"/>
            <p:cNvSpPr/>
            <p:nvPr/>
          </p:nvSpPr>
          <p:spPr>
            <a:xfrm>
              <a:off x="988950" y="2794650"/>
              <a:ext cx="26950" cy="15650"/>
            </a:xfrm>
            <a:custGeom>
              <a:avLst/>
              <a:gdLst/>
              <a:ahLst/>
              <a:cxnLst/>
              <a:rect l="l" t="t" r="r" b="b"/>
              <a:pathLst>
                <a:path w="1078" h="626" extrusionOk="0">
                  <a:moveTo>
                    <a:pt x="528" y="1"/>
                  </a:moveTo>
                  <a:lnTo>
                    <a:pt x="1" y="308"/>
                  </a:lnTo>
                  <a:lnTo>
                    <a:pt x="551" y="626"/>
                  </a:lnTo>
                  <a:lnTo>
                    <a:pt x="1078" y="319"/>
                  </a:lnTo>
                  <a:lnTo>
                    <a:pt x="528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3"/>
            <p:cNvSpPr/>
            <p:nvPr/>
          </p:nvSpPr>
          <p:spPr>
            <a:xfrm>
              <a:off x="958225" y="2811325"/>
              <a:ext cx="27450" cy="11975"/>
            </a:xfrm>
            <a:custGeom>
              <a:avLst/>
              <a:gdLst/>
              <a:ahLst/>
              <a:cxnLst/>
              <a:rect l="l" t="t" r="r" b="b"/>
              <a:pathLst>
                <a:path w="1098" h="479" extrusionOk="0">
                  <a:moveTo>
                    <a:pt x="274" y="0"/>
                  </a:moveTo>
                  <a:lnTo>
                    <a:pt x="1" y="160"/>
                  </a:lnTo>
                  <a:lnTo>
                    <a:pt x="551" y="478"/>
                  </a:lnTo>
                  <a:lnTo>
                    <a:pt x="1098" y="160"/>
                  </a:lnTo>
                  <a:lnTo>
                    <a:pt x="823" y="0"/>
                  </a:lnTo>
                  <a:lnTo>
                    <a:pt x="708" y="68"/>
                  </a:lnTo>
                  <a:lnTo>
                    <a:pt x="867" y="160"/>
                  </a:lnTo>
                  <a:lnTo>
                    <a:pt x="551" y="343"/>
                  </a:lnTo>
                  <a:lnTo>
                    <a:pt x="233" y="160"/>
                  </a:lnTo>
                  <a:lnTo>
                    <a:pt x="391" y="6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3"/>
            <p:cNvSpPr/>
            <p:nvPr/>
          </p:nvSpPr>
          <p:spPr>
            <a:xfrm>
              <a:off x="958200" y="2799425"/>
              <a:ext cx="27450" cy="15925"/>
            </a:xfrm>
            <a:custGeom>
              <a:avLst/>
              <a:gdLst/>
              <a:ahLst/>
              <a:cxnLst/>
              <a:rect l="l" t="t" r="r" b="b"/>
              <a:pathLst>
                <a:path w="1098" h="637" extrusionOk="0">
                  <a:moveTo>
                    <a:pt x="547" y="0"/>
                  </a:moveTo>
                  <a:lnTo>
                    <a:pt x="0" y="318"/>
                  </a:lnTo>
                  <a:lnTo>
                    <a:pt x="275" y="476"/>
                  </a:lnTo>
                  <a:lnTo>
                    <a:pt x="392" y="544"/>
                  </a:lnTo>
                  <a:lnTo>
                    <a:pt x="550" y="636"/>
                  </a:lnTo>
                  <a:lnTo>
                    <a:pt x="709" y="544"/>
                  </a:lnTo>
                  <a:lnTo>
                    <a:pt x="824" y="476"/>
                  </a:lnTo>
                  <a:lnTo>
                    <a:pt x="1097" y="318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3"/>
            <p:cNvSpPr/>
            <p:nvPr/>
          </p:nvSpPr>
          <p:spPr>
            <a:xfrm>
              <a:off x="1019100" y="2787050"/>
              <a:ext cx="153800" cy="89100"/>
            </a:xfrm>
            <a:custGeom>
              <a:avLst/>
              <a:gdLst/>
              <a:ahLst/>
              <a:cxnLst/>
              <a:rect l="l" t="t" r="r" b="b"/>
              <a:pathLst>
                <a:path w="6152" h="3564" extrusionOk="0">
                  <a:moveTo>
                    <a:pt x="2470" y="926"/>
                  </a:moveTo>
                  <a:cubicBezTo>
                    <a:pt x="2499" y="926"/>
                    <a:pt x="2528" y="933"/>
                    <a:pt x="2554" y="947"/>
                  </a:cubicBezTo>
                  <a:cubicBezTo>
                    <a:pt x="2597" y="971"/>
                    <a:pt x="2602" y="1010"/>
                    <a:pt x="2566" y="1037"/>
                  </a:cubicBezTo>
                  <a:lnTo>
                    <a:pt x="3367" y="1500"/>
                  </a:lnTo>
                  <a:lnTo>
                    <a:pt x="3451" y="1451"/>
                  </a:lnTo>
                  <a:lnTo>
                    <a:pt x="3645" y="1563"/>
                  </a:lnTo>
                  <a:lnTo>
                    <a:pt x="3560" y="1612"/>
                  </a:lnTo>
                  <a:lnTo>
                    <a:pt x="4302" y="2041"/>
                  </a:lnTo>
                  <a:cubicBezTo>
                    <a:pt x="4325" y="2031"/>
                    <a:pt x="4349" y="2026"/>
                    <a:pt x="4373" y="2026"/>
                  </a:cubicBezTo>
                  <a:cubicBezTo>
                    <a:pt x="4403" y="2026"/>
                    <a:pt x="4432" y="2033"/>
                    <a:pt x="4459" y="2047"/>
                  </a:cubicBezTo>
                  <a:cubicBezTo>
                    <a:pt x="4505" y="2073"/>
                    <a:pt x="4507" y="2117"/>
                    <a:pt x="4459" y="2145"/>
                  </a:cubicBezTo>
                  <a:cubicBezTo>
                    <a:pt x="4453" y="2147"/>
                    <a:pt x="4448" y="2150"/>
                    <a:pt x="4442" y="2153"/>
                  </a:cubicBezTo>
                  <a:lnTo>
                    <a:pt x="4587" y="2317"/>
                  </a:lnTo>
                  <a:lnTo>
                    <a:pt x="4375" y="2266"/>
                  </a:lnTo>
                  <a:lnTo>
                    <a:pt x="4164" y="2317"/>
                  </a:lnTo>
                  <a:lnTo>
                    <a:pt x="4305" y="2153"/>
                  </a:lnTo>
                  <a:cubicBezTo>
                    <a:pt x="4299" y="2150"/>
                    <a:pt x="4295" y="2147"/>
                    <a:pt x="4288" y="2145"/>
                  </a:cubicBezTo>
                  <a:cubicBezTo>
                    <a:pt x="4247" y="2119"/>
                    <a:pt x="4242" y="2081"/>
                    <a:pt x="4278" y="2054"/>
                  </a:cubicBezTo>
                  <a:lnTo>
                    <a:pt x="3646" y="1689"/>
                  </a:lnTo>
                  <a:lnTo>
                    <a:pt x="3646" y="1689"/>
                  </a:lnTo>
                  <a:cubicBezTo>
                    <a:pt x="3926" y="1948"/>
                    <a:pt x="3901" y="2286"/>
                    <a:pt x="3574" y="2532"/>
                  </a:cubicBezTo>
                  <a:lnTo>
                    <a:pt x="3666" y="2584"/>
                  </a:lnTo>
                  <a:lnTo>
                    <a:pt x="3474" y="2697"/>
                  </a:lnTo>
                  <a:lnTo>
                    <a:pt x="3279" y="2584"/>
                  </a:lnTo>
                  <a:lnTo>
                    <a:pt x="3471" y="2474"/>
                  </a:lnTo>
                  <a:lnTo>
                    <a:pt x="3548" y="2518"/>
                  </a:lnTo>
                  <a:cubicBezTo>
                    <a:pt x="3897" y="2256"/>
                    <a:pt x="3889" y="1887"/>
                    <a:pt x="3530" y="1627"/>
                  </a:cubicBezTo>
                  <a:lnTo>
                    <a:pt x="3451" y="1673"/>
                  </a:lnTo>
                  <a:lnTo>
                    <a:pt x="3256" y="1561"/>
                  </a:lnTo>
                  <a:lnTo>
                    <a:pt x="3336" y="1515"/>
                  </a:lnTo>
                  <a:cubicBezTo>
                    <a:pt x="3109" y="1410"/>
                    <a:pt x="2834" y="1358"/>
                    <a:pt x="2559" y="1358"/>
                  </a:cubicBezTo>
                  <a:cubicBezTo>
                    <a:pt x="2291" y="1358"/>
                    <a:pt x="2022" y="1408"/>
                    <a:pt x="1800" y="1508"/>
                  </a:cubicBezTo>
                  <a:lnTo>
                    <a:pt x="1875" y="1552"/>
                  </a:lnTo>
                  <a:lnTo>
                    <a:pt x="1683" y="1663"/>
                  </a:lnTo>
                  <a:lnTo>
                    <a:pt x="1489" y="1552"/>
                  </a:lnTo>
                  <a:lnTo>
                    <a:pt x="1681" y="1440"/>
                  </a:lnTo>
                  <a:lnTo>
                    <a:pt x="1775" y="1494"/>
                  </a:lnTo>
                  <a:cubicBezTo>
                    <a:pt x="2004" y="1390"/>
                    <a:pt x="2281" y="1339"/>
                    <a:pt x="2558" y="1339"/>
                  </a:cubicBezTo>
                  <a:cubicBezTo>
                    <a:pt x="2791" y="1339"/>
                    <a:pt x="3025" y="1375"/>
                    <a:pt x="3230" y="1449"/>
                  </a:cubicBezTo>
                  <a:lnTo>
                    <a:pt x="2542" y="1051"/>
                  </a:lnTo>
                  <a:cubicBezTo>
                    <a:pt x="2519" y="1060"/>
                    <a:pt x="2494" y="1065"/>
                    <a:pt x="2470" y="1065"/>
                  </a:cubicBezTo>
                  <a:cubicBezTo>
                    <a:pt x="2441" y="1065"/>
                    <a:pt x="2412" y="1059"/>
                    <a:pt x="2385" y="1045"/>
                  </a:cubicBezTo>
                  <a:cubicBezTo>
                    <a:pt x="2339" y="1018"/>
                    <a:pt x="2339" y="973"/>
                    <a:pt x="2385" y="947"/>
                  </a:cubicBezTo>
                  <a:cubicBezTo>
                    <a:pt x="2412" y="933"/>
                    <a:pt x="2441" y="926"/>
                    <a:pt x="2470" y="926"/>
                  </a:cubicBezTo>
                  <a:close/>
                  <a:moveTo>
                    <a:pt x="2609" y="1"/>
                  </a:moveTo>
                  <a:lnTo>
                    <a:pt x="1" y="1518"/>
                  </a:lnTo>
                  <a:lnTo>
                    <a:pt x="3542" y="3563"/>
                  </a:lnTo>
                  <a:lnTo>
                    <a:pt x="6152" y="2045"/>
                  </a:lnTo>
                  <a:lnTo>
                    <a:pt x="26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3"/>
            <p:cNvSpPr/>
            <p:nvPr/>
          </p:nvSpPr>
          <p:spPr>
            <a:xfrm>
              <a:off x="1077600" y="2810200"/>
              <a:ext cx="6550" cy="3500"/>
            </a:xfrm>
            <a:custGeom>
              <a:avLst/>
              <a:gdLst/>
              <a:ahLst/>
              <a:cxnLst/>
              <a:rect l="l" t="t" r="r" b="b"/>
              <a:pathLst>
                <a:path w="262" h="140" extrusionOk="0">
                  <a:moveTo>
                    <a:pt x="131" y="0"/>
                  </a:moveTo>
                  <a:cubicBezTo>
                    <a:pt x="102" y="0"/>
                    <a:pt x="73" y="7"/>
                    <a:pt x="47" y="21"/>
                  </a:cubicBezTo>
                  <a:cubicBezTo>
                    <a:pt x="1" y="49"/>
                    <a:pt x="1" y="92"/>
                    <a:pt x="47" y="119"/>
                  </a:cubicBezTo>
                  <a:cubicBezTo>
                    <a:pt x="73" y="133"/>
                    <a:pt x="102" y="139"/>
                    <a:pt x="131" y="139"/>
                  </a:cubicBezTo>
                  <a:cubicBezTo>
                    <a:pt x="156" y="139"/>
                    <a:pt x="180" y="134"/>
                    <a:pt x="203" y="125"/>
                  </a:cubicBezTo>
                  <a:lnTo>
                    <a:pt x="119" y="76"/>
                  </a:lnTo>
                  <a:lnTo>
                    <a:pt x="143" y="62"/>
                  </a:lnTo>
                  <a:lnTo>
                    <a:pt x="226" y="111"/>
                  </a:lnTo>
                  <a:cubicBezTo>
                    <a:pt x="262" y="84"/>
                    <a:pt x="257" y="45"/>
                    <a:pt x="216" y="21"/>
                  </a:cubicBezTo>
                  <a:cubicBezTo>
                    <a:pt x="189" y="7"/>
                    <a:pt x="160" y="0"/>
                    <a:pt x="131" y="0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3"/>
            <p:cNvSpPr/>
            <p:nvPr/>
          </p:nvSpPr>
          <p:spPr>
            <a:xfrm>
              <a:off x="1125175" y="2837675"/>
              <a:ext cx="6600" cy="3175"/>
            </a:xfrm>
            <a:custGeom>
              <a:avLst/>
              <a:gdLst/>
              <a:ahLst/>
              <a:cxnLst/>
              <a:rect l="l" t="t" r="r" b="b"/>
              <a:pathLst>
                <a:path w="264" h="127" extrusionOk="0">
                  <a:moveTo>
                    <a:pt x="110" y="71"/>
                  </a:moveTo>
                  <a:lnTo>
                    <a:pt x="110" y="71"/>
                  </a:lnTo>
                  <a:lnTo>
                    <a:pt x="110" y="71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0" y="71"/>
                  </a:lnTo>
                  <a:close/>
                  <a:moveTo>
                    <a:pt x="36" y="28"/>
                  </a:moveTo>
                  <a:cubicBezTo>
                    <a:pt x="1" y="56"/>
                    <a:pt x="4" y="94"/>
                    <a:pt x="47" y="119"/>
                  </a:cubicBezTo>
                  <a:cubicBezTo>
                    <a:pt x="53" y="122"/>
                    <a:pt x="58" y="125"/>
                    <a:pt x="64" y="126"/>
                  </a:cubicBezTo>
                  <a:lnTo>
                    <a:pt x="110" y="71"/>
                  </a:lnTo>
                  <a:lnTo>
                    <a:pt x="110" y="71"/>
                  </a:lnTo>
                  <a:lnTo>
                    <a:pt x="36" y="28"/>
                  </a:lnTo>
                  <a:close/>
                  <a:moveTo>
                    <a:pt x="131" y="0"/>
                  </a:moveTo>
                  <a:cubicBezTo>
                    <a:pt x="107" y="0"/>
                    <a:pt x="82" y="5"/>
                    <a:pt x="59" y="14"/>
                  </a:cubicBezTo>
                  <a:lnTo>
                    <a:pt x="127" y="53"/>
                  </a:lnTo>
                  <a:lnTo>
                    <a:pt x="132" y="46"/>
                  </a:lnTo>
                  <a:lnTo>
                    <a:pt x="145" y="63"/>
                  </a:lnTo>
                  <a:lnTo>
                    <a:pt x="162" y="73"/>
                  </a:lnTo>
                  <a:lnTo>
                    <a:pt x="158" y="77"/>
                  </a:lnTo>
                  <a:lnTo>
                    <a:pt x="201" y="126"/>
                  </a:lnTo>
                  <a:cubicBezTo>
                    <a:pt x="205" y="125"/>
                    <a:pt x="211" y="122"/>
                    <a:pt x="216" y="119"/>
                  </a:cubicBezTo>
                  <a:cubicBezTo>
                    <a:pt x="264" y="91"/>
                    <a:pt x="262" y="48"/>
                    <a:pt x="216" y="20"/>
                  </a:cubicBezTo>
                  <a:cubicBezTo>
                    <a:pt x="189" y="7"/>
                    <a:pt x="160" y="0"/>
                    <a:pt x="131" y="0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3"/>
            <p:cNvSpPr/>
            <p:nvPr/>
          </p:nvSpPr>
          <p:spPr>
            <a:xfrm>
              <a:off x="1125000" y="2839975"/>
              <a:ext cx="6975" cy="4050"/>
            </a:xfrm>
            <a:custGeom>
              <a:avLst/>
              <a:gdLst/>
              <a:ahLst/>
              <a:cxnLst/>
              <a:rect l="l" t="t" r="r" b="b"/>
              <a:pathLst>
                <a:path w="279" h="162" extrusionOk="0">
                  <a:moveTo>
                    <a:pt x="139" y="0"/>
                  </a:moveTo>
                  <a:lnTo>
                    <a:pt x="0" y="162"/>
                  </a:lnTo>
                  <a:lnTo>
                    <a:pt x="140" y="128"/>
                  </a:lnTo>
                  <a:lnTo>
                    <a:pt x="278" y="162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3"/>
            <p:cNvSpPr/>
            <p:nvPr/>
          </p:nvSpPr>
          <p:spPr>
            <a:xfrm>
              <a:off x="1123200" y="2838850"/>
              <a:ext cx="10575" cy="6150"/>
            </a:xfrm>
            <a:custGeom>
              <a:avLst/>
              <a:gdLst/>
              <a:ahLst/>
              <a:cxnLst/>
              <a:rect l="l" t="t" r="r" b="b"/>
              <a:pathLst>
                <a:path w="423" h="246" extrusionOk="0">
                  <a:moveTo>
                    <a:pt x="211" y="1"/>
                  </a:moveTo>
                  <a:lnTo>
                    <a:pt x="206" y="6"/>
                  </a:lnTo>
                  <a:lnTo>
                    <a:pt x="224" y="18"/>
                  </a:lnTo>
                  <a:lnTo>
                    <a:pt x="211" y="1"/>
                  </a:lnTo>
                  <a:close/>
                  <a:moveTo>
                    <a:pt x="235" y="30"/>
                  </a:moveTo>
                  <a:lnTo>
                    <a:pt x="236" y="31"/>
                  </a:lnTo>
                  <a:lnTo>
                    <a:pt x="236" y="31"/>
                  </a:lnTo>
                  <a:lnTo>
                    <a:pt x="237" y="30"/>
                  </a:lnTo>
                  <a:close/>
                  <a:moveTo>
                    <a:pt x="211" y="45"/>
                  </a:moveTo>
                  <a:lnTo>
                    <a:pt x="350" y="207"/>
                  </a:lnTo>
                  <a:lnTo>
                    <a:pt x="212" y="173"/>
                  </a:lnTo>
                  <a:lnTo>
                    <a:pt x="72" y="207"/>
                  </a:lnTo>
                  <a:lnTo>
                    <a:pt x="211" y="45"/>
                  </a:lnTo>
                  <a:close/>
                  <a:moveTo>
                    <a:pt x="189" y="26"/>
                  </a:moveTo>
                  <a:lnTo>
                    <a:pt x="141" y="79"/>
                  </a:lnTo>
                  <a:lnTo>
                    <a:pt x="0" y="245"/>
                  </a:lnTo>
                  <a:lnTo>
                    <a:pt x="212" y="193"/>
                  </a:lnTo>
                  <a:lnTo>
                    <a:pt x="423" y="245"/>
                  </a:lnTo>
                  <a:lnTo>
                    <a:pt x="423" y="245"/>
                  </a:lnTo>
                  <a:lnTo>
                    <a:pt x="280" y="79"/>
                  </a:lnTo>
                  <a:lnTo>
                    <a:pt x="236" y="31"/>
                  </a:lnTo>
                  <a:lnTo>
                    <a:pt x="236" y="31"/>
                  </a:lnTo>
                  <a:lnTo>
                    <a:pt x="217" y="41"/>
                  </a:lnTo>
                  <a:lnTo>
                    <a:pt x="189" y="26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3"/>
            <p:cNvSpPr/>
            <p:nvPr/>
          </p:nvSpPr>
          <p:spPr>
            <a:xfrm>
              <a:off x="1080550" y="2811775"/>
              <a:ext cx="48700" cy="28150"/>
            </a:xfrm>
            <a:custGeom>
              <a:avLst/>
              <a:gdLst/>
              <a:ahLst/>
              <a:cxnLst/>
              <a:rect l="l" t="t" r="r" b="b"/>
              <a:pathLst>
                <a:path w="1948" h="1126" extrusionOk="0">
                  <a:moveTo>
                    <a:pt x="25" y="1"/>
                  </a:moveTo>
                  <a:lnTo>
                    <a:pt x="1" y="15"/>
                  </a:lnTo>
                  <a:lnTo>
                    <a:pt x="85" y="62"/>
                  </a:lnTo>
                  <a:lnTo>
                    <a:pt x="774" y="460"/>
                  </a:lnTo>
                  <a:cubicBezTo>
                    <a:pt x="818" y="477"/>
                    <a:pt x="863" y="494"/>
                    <a:pt x="904" y="514"/>
                  </a:cubicBezTo>
                  <a:lnTo>
                    <a:pt x="909" y="511"/>
                  </a:lnTo>
                  <a:lnTo>
                    <a:pt x="108" y="48"/>
                  </a:lnTo>
                  <a:lnTo>
                    <a:pt x="25" y="1"/>
                  </a:lnTo>
                  <a:close/>
                  <a:moveTo>
                    <a:pt x="1102" y="623"/>
                  </a:moveTo>
                  <a:lnTo>
                    <a:pt x="1098" y="626"/>
                  </a:lnTo>
                  <a:cubicBezTo>
                    <a:pt x="1130" y="649"/>
                    <a:pt x="1161" y="674"/>
                    <a:pt x="1190" y="701"/>
                  </a:cubicBezTo>
                  <a:lnTo>
                    <a:pt x="1820" y="1065"/>
                  </a:lnTo>
                  <a:lnTo>
                    <a:pt x="1895" y="1110"/>
                  </a:lnTo>
                  <a:lnTo>
                    <a:pt x="1923" y="1125"/>
                  </a:lnTo>
                  <a:lnTo>
                    <a:pt x="1943" y="1115"/>
                  </a:lnTo>
                  <a:lnTo>
                    <a:pt x="1947" y="1112"/>
                  </a:lnTo>
                  <a:lnTo>
                    <a:pt x="1947" y="1110"/>
                  </a:lnTo>
                  <a:lnTo>
                    <a:pt x="1930" y="1101"/>
                  </a:lnTo>
                  <a:lnTo>
                    <a:pt x="1912" y="1090"/>
                  </a:lnTo>
                  <a:lnTo>
                    <a:pt x="1844" y="1052"/>
                  </a:lnTo>
                  <a:lnTo>
                    <a:pt x="1102" y="623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3"/>
            <p:cNvSpPr/>
            <p:nvPr/>
          </p:nvSpPr>
          <p:spPr>
            <a:xfrm>
              <a:off x="1063500" y="2820500"/>
              <a:ext cx="53750" cy="29875"/>
            </a:xfrm>
            <a:custGeom>
              <a:avLst/>
              <a:gdLst/>
              <a:ahLst/>
              <a:cxnLst/>
              <a:rect l="l" t="t" r="r" b="b"/>
              <a:pathLst>
                <a:path w="2150" h="1195" extrusionOk="0">
                  <a:moveTo>
                    <a:pt x="783" y="1"/>
                  </a:moveTo>
                  <a:cubicBezTo>
                    <a:pt x="507" y="1"/>
                    <a:pt x="230" y="52"/>
                    <a:pt x="1" y="156"/>
                  </a:cubicBezTo>
                  <a:lnTo>
                    <a:pt x="25" y="170"/>
                  </a:lnTo>
                  <a:cubicBezTo>
                    <a:pt x="247" y="70"/>
                    <a:pt x="516" y="20"/>
                    <a:pt x="784" y="20"/>
                  </a:cubicBezTo>
                  <a:cubicBezTo>
                    <a:pt x="1059" y="20"/>
                    <a:pt x="1335" y="73"/>
                    <a:pt x="1562" y="179"/>
                  </a:cubicBezTo>
                  <a:lnTo>
                    <a:pt x="1584" y="164"/>
                  </a:lnTo>
                  <a:lnTo>
                    <a:pt x="1584" y="164"/>
                  </a:lnTo>
                  <a:cubicBezTo>
                    <a:pt x="1585" y="164"/>
                    <a:pt x="1585" y="165"/>
                    <a:pt x="1586" y="165"/>
                  </a:cubicBezTo>
                  <a:lnTo>
                    <a:pt x="1585" y="163"/>
                  </a:lnTo>
                  <a:lnTo>
                    <a:pt x="1584" y="164"/>
                  </a:lnTo>
                  <a:lnTo>
                    <a:pt x="1584" y="164"/>
                  </a:lnTo>
                  <a:cubicBezTo>
                    <a:pt x="1543" y="144"/>
                    <a:pt x="1499" y="126"/>
                    <a:pt x="1456" y="111"/>
                  </a:cubicBezTo>
                  <a:cubicBezTo>
                    <a:pt x="1250" y="37"/>
                    <a:pt x="1017" y="1"/>
                    <a:pt x="783" y="1"/>
                  </a:cubicBezTo>
                  <a:close/>
                  <a:moveTo>
                    <a:pt x="1778" y="276"/>
                  </a:moveTo>
                  <a:lnTo>
                    <a:pt x="1755" y="289"/>
                  </a:lnTo>
                  <a:cubicBezTo>
                    <a:pt x="2115" y="549"/>
                    <a:pt x="2121" y="919"/>
                    <a:pt x="1774" y="1180"/>
                  </a:cubicBezTo>
                  <a:lnTo>
                    <a:pt x="1798" y="1194"/>
                  </a:lnTo>
                  <a:cubicBezTo>
                    <a:pt x="2125" y="950"/>
                    <a:pt x="2150" y="610"/>
                    <a:pt x="1872" y="351"/>
                  </a:cubicBezTo>
                  <a:cubicBezTo>
                    <a:pt x="1843" y="325"/>
                    <a:pt x="1812" y="299"/>
                    <a:pt x="1778" y="276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3"/>
            <p:cNvSpPr/>
            <p:nvPr/>
          </p:nvSpPr>
          <p:spPr>
            <a:xfrm>
              <a:off x="1101750" y="2824000"/>
              <a:ext cx="7300" cy="4200"/>
            </a:xfrm>
            <a:custGeom>
              <a:avLst/>
              <a:gdLst/>
              <a:ahLst/>
              <a:cxnLst/>
              <a:rect l="l" t="t" r="r" b="b"/>
              <a:pathLst>
                <a:path w="292" h="168" extrusionOk="0">
                  <a:moveTo>
                    <a:pt x="145" y="0"/>
                  </a:moveTo>
                  <a:lnTo>
                    <a:pt x="1" y="85"/>
                  </a:lnTo>
                  <a:lnTo>
                    <a:pt x="147" y="168"/>
                  </a:lnTo>
                  <a:lnTo>
                    <a:pt x="291" y="8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3"/>
            <p:cNvSpPr/>
            <p:nvPr/>
          </p:nvSpPr>
          <p:spPr>
            <a:xfrm>
              <a:off x="1100575" y="2823300"/>
              <a:ext cx="9700" cy="5600"/>
            </a:xfrm>
            <a:custGeom>
              <a:avLst/>
              <a:gdLst/>
              <a:ahLst/>
              <a:cxnLst/>
              <a:rect l="l" t="t" r="r" b="b"/>
              <a:pathLst>
                <a:path w="388" h="224" extrusionOk="0">
                  <a:moveTo>
                    <a:pt x="194" y="28"/>
                  </a:moveTo>
                  <a:lnTo>
                    <a:pt x="338" y="113"/>
                  </a:lnTo>
                  <a:lnTo>
                    <a:pt x="194" y="196"/>
                  </a:lnTo>
                  <a:lnTo>
                    <a:pt x="49" y="113"/>
                  </a:lnTo>
                  <a:lnTo>
                    <a:pt x="194" y="28"/>
                  </a:lnTo>
                  <a:close/>
                  <a:moveTo>
                    <a:pt x="192" y="1"/>
                  </a:moveTo>
                  <a:lnTo>
                    <a:pt x="109" y="50"/>
                  </a:lnTo>
                  <a:lnTo>
                    <a:pt x="103" y="53"/>
                  </a:lnTo>
                  <a:lnTo>
                    <a:pt x="80" y="67"/>
                  </a:lnTo>
                  <a:lnTo>
                    <a:pt x="0" y="113"/>
                  </a:lnTo>
                  <a:lnTo>
                    <a:pt x="194" y="223"/>
                  </a:lnTo>
                  <a:lnTo>
                    <a:pt x="272" y="177"/>
                  </a:lnTo>
                  <a:lnTo>
                    <a:pt x="297" y="164"/>
                  </a:lnTo>
                  <a:lnTo>
                    <a:pt x="303" y="161"/>
                  </a:lnTo>
                  <a:lnTo>
                    <a:pt x="387" y="113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3"/>
            <p:cNvSpPr/>
            <p:nvPr/>
          </p:nvSpPr>
          <p:spPr>
            <a:xfrm>
              <a:off x="1057550" y="2823725"/>
              <a:ext cx="7275" cy="4225"/>
            </a:xfrm>
            <a:custGeom>
              <a:avLst/>
              <a:gdLst/>
              <a:ahLst/>
              <a:cxnLst/>
              <a:rect l="l" t="t" r="r" b="b"/>
              <a:pathLst>
                <a:path w="291" h="169" extrusionOk="0">
                  <a:moveTo>
                    <a:pt x="145" y="1"/>
                  </a:moveTo>
                  <a:lnTo>
                    <a:pt x="1" y="85"/>
                  </a:lnTo>
                  <a:lnTo>
                    <a:pt x="147" y="168"/>
                  </a:lnTo>
                  <a:lnTo>
                    <a:pt x="291" y="85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3"/>
            <p:cNvSpPr/>
            <p:nvPr/>
          </p:nvSpPr>
          <p:spPr>
            <a:xfrm>
              <a:off x="1056350" y="2823025"/>
              <a:ext cx="9675" cy="5650"/>
            </a:xfrm>
            <a:custGeom>
              <a:avLst/>
              <a:gdLst/>
              <a:ahLst/>
              <a:cxnLst/>
              <a:rect l="l" t="t" r="r" b="b"/>
              <a:pathLst>
                <a:path w="387" h="226" extrusionOk="0">
                  <a:moveTo>
                    <a:pt x="193" y="29"/>
                  </a:moveTo>
                  <a:lnTo>
                    <a:pt x="339" y="113"/>
                  </a:lnTo>
                  <a:lnTo>
                    <a:pt x="195" y="196"/>
                  </a:lnTo>
                  <a:lnTo>
                    <a:pt x="49" y="113"/>
                  </a:lnTo>
                  <a:lnTo>
                    <a:pt x="193" y="29"/>
                  </a:lnTo>
                  <a:close/>
                  <a:moveTo>
                    <a:pt x="193" y="1"/>
                  </a:moveTo>
                  <a:lnTo>
                    <a:pt x="1" y="113"/>
                  </a:lnTo>
                  <a:lnTo>
                    <a:pt x="195" y="225"/>
                  </a:lnTo>
                  <a:lnTo>
                    <a:pt x="387" y="113"/>
                  </a:lnTo>
                  <a:lnTo>
                    <a:pt x="311" y="69"/>
                  </a:lnTo>
                  <a:lnTo>
                    <a:pt x="287" y="55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3"/>
            <p:cNvSpPr/>
            <p:nvPr/>
          </p:nvSpPr>
          <p:spPr>
            <a:xfrm>
              <a:off x="1102300" y="2849575"/>
              <a:ext cx="7275" cy="4200"/>
            </a:xfrm>
            <a:custGeom>
              <a:avLst/>
              <a:gdLst/>
              <a:ahLst/>
              <a:cxnLst/>
              <a:rect l="l" t="t" r="r" b="b"/>
              <a:pathLst>
                <a:path w="291" h="168" extrusionOk="0">
                  <a:moveTo>
                    <a:pt x="145" y="1"/>
                  </a:moveTo>
                  <a:lnTo>
                    <a:pt x="0" y="85"/>
                  </a:lnTo>
                  <a:lnTo>
                    <a:pt x="146" y="168"/>
                  </a:lnTo>
                  <a:lnTo>
                    <a:pt x="291" y="85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3"/>
            <p:cNvSpPr/>
            <p:nvPr/>
          </p:nvSpPr>
          <p:spPr>
            <a:xfrm>
              <a:off x="1101150" y="2848875"/>
              <a:ext cx="9650" cy="5650"/>
            </a:xfrm>
            <a:custGeom>
              <a:avLst/>
              <a:gdLst/>
              <a:ahLst/>
              <a:cxnLst/>
              <a:rect l="l" t="t" r="r" b="b"/>
              <a:pathLst>
                <a:path w="386" h="226" extrusionOk="0">
                  <a:moveTo>
                    <a:pt x="192" y="29"/>
                  </a:moveTo>
                  <a:lnTo>
                    <a:pt x="337" y="113"/>
                  </a:lnTo>
                  <a:lnTo>
                    <a:pt x="192" y="196"/>
                  </a:lnTo>
                  <a:lnTo>
                    <a:pt x="46" y="113"/>
                  </a:lnTo>
                  <a:lnTo>
                    <a:pt x="192" y="29"/>
                  </a:lnTo>
                  <a:close/>
                  <a:moveTo>
                    <a:pt x="192" y="1"/>
                  </a:moveTo>
                  <a:lnTo>
                    <a:pt x="0" y="113"/>
                  </a:lnTo>
                  <a:lnTo>
                    <a:pt x="194" y="225"/>
                  </a:lnTo>
                  <a:lnTo>
                    <a:pt x="386" y="113"/>
                  </a:lnTo>
                  <a:lnTo>
                    <a:pt x="384" y="113"/>
                  </a:lnTo>
                  <a:lnTo>
                    <a:pt x="294" y="59"/>
                  </a:lnTo>
                  <a:lnTo>
                    <a:pt x="269" y="4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3"/>
            <p:cNvSpPr/>
            <p:nvPr/>
          </p:nvSpPr>
          <p:spPr>
            <a:xfrm>
              <a:off x="951025" y="2757000"/>
              <a:ext cx="41800" cy="22075"/>
            </a:xfrm>
            <a:custGeom>
              <a:avLst/>
              <a:gdLst/>
              <a:ahLst/>
              <a:cxnLst/>
              <a:rect l="l" t="t" r="r" b="b"/>
              <a:pathLst>
                <a:path w="1672" h="883" extrusionOk="0">
                  <a:moveTo>
                    <a:pt x="836" y="184"/>
                  </a:moveTo>
                  <a:cubicBezTo>
                    <a:pt x="950" y="184"/>
                    <a:pt x="1063" y="209"/>
                    <a:pt x="1151" y="259"/>
                  </a:cubicBezTo>
                  <a:cubicBezTo>
                    <a:pt x="1326" y="361"/>
                    <a:pt x="1326" y="525"/>
                    <a:pt x="1152" y="625"/>
                  </a:cubicBezTo>
                  <a:cubicBezTo>
                    <a:pt x="1065" y="675"/>
                    <a:pt x="951" y="700"/>
                    <a:pt x="837" y="700"/>
                  </a:cubicBezTo>
                  <a:cubicBezTo>
                    <a:pt x="723" y="700"/>
                    <a:pt x="608" y="675"/>
                    <a:pt x="521" y="625"/>
                  </a:cubicBezTo>
                  <a:cubicBezTo>
                    <a:pt x="346" y="523"/>
                    <a:pt x="344" y="359"/>
                    <a:pt x="519" y="259"/>
                  </a:cubicBezTo>
                  <a:cubicBezTo>
                    <a:pt x="606" y="209"/>
                    <a:pt x="721" y="184"/>
                    <a:pt x="836" y="184"/>
                  </a:cubicBezTo>
                  <a:close/>
                  <a:moveTo>
                    <a:pt x="833" y="0"/>
                  </a:moveTo>
                  <a:cubicBezTo>
                    <a:pt x="638" y="0"/>
                    <a:pt x="444" y="43"/>
                    <a:pt x="297" y="130"/>
                  </a:cubicBezTo>
                  <a:cubicBezTo>
                    <a:pt x="0" y="302"/>
                    <a:pt x="2" y="580"/>
                    <a:pt x="300" y="752"/>
                  </a:cubicBezTo>
                  <a:cubicBezTo>
                    <a:pt x="449" y="839"/>
                    <a:pt x="644" y="882"/>
                    <a:pt x="839" y="882"/>
                  </a:cubicBezTo>
                  <a:cubicBezTo>
                    <a:pt x="1033" y="882"/>
                    <a:pt x="1227" y="839"/>
                    <a:pt x="1375" y="752"/>
                  </a:cubicBezTo>
                  <a:cubicBezTo>
                    <a:pt x="1671" y="580"/>
                    <a:pt x="1670" y="302"/>
                    <a:pt x="1372" y="130"/>
                  </a:cubicBezTo>
                  <a:cubicBezTo>
                    <a:pt x="1223" y="43"/>
                    <a:pt x="1028" y="0"/>
                    <a:pt x="833" y="0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3"/>
            <p:cNvSpPr/>
            <p:nvPr/>
          </p:nvSpPr>
          <p:spPr>
            <a:xfrm>
              <a:off x="959650" y="2761575"/>
              <a:ext cx="24525" cy="12900"/>
            </a:xfrm>
            <a:custGeom>
              <a:avLst/>
              <a:gdLst/>
              <a:ahLst/>
              <a:cxnLst/>
              <a:rect l="l" t="t" r="r" b="b"/>
              <a:pathLst>
                <a:path w="981" h="516" extrusionOk="0">
                  <a:moveTo>
                    <a:pt x="489" y="0"/>
                  </a:moveTo>
                  <a:cubicBezTo>
                    <a:pt x="375" y="0"/>
                    <a:pt x="261" y="26"/>
                    <a:pt x="174" y="76"/>
                  </a:cubicBezTo>
                  <a:cubicBezTo>
                    <a:pt x="1" y="176"/>
                    <a:pt x="1" y="340"/>
                    <a:pt x="176" y="440"/>
                  </a:cubicBezTo>
                  <a:cubicBezTo>
                    <a:pt x="264" y="490"/>
                    <a:pt x="379" y="516"/>
                    <a:pt x="493" y="516"/>
                  </a:cubicBezTo>
                  <a:cubicBezTo>
                    <a:pt x="607" y="516"/>
                    <a:pt x="721" y="491"/>
                    <a:pt x="807" y="440"/>
                  </a:cubicBezTo>
                  <a:cubicBezTo>
                    <a:pt x="981" y="339"/>
                    <a:pt x="981" y="176"/>
                    <a:pt x="806" y="76"/>
                  </a:cubicBezTo>
                  <a:cubicBezTo>
                    <a:pt x="718" y="26"/>
                    <a:pt x="604" y="0"/>
                    <a:pt x="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3"/>
            <p:cNvSpPr/>
            <p:nvPr/>
          </p:nvSpPr>
          <p:spPr>
            <a:xfrm>
              <a:off x="979550" y="2746150"/>
              <a:ext cx="30300" cy="17300"/>
            </a:xfrm>
            <a:custGeom>
              <a:avLst/>
              <a:gdLst/>
              <a:ahLst/>
              <a:cxnLst/>
              <a:rect l="l" t="t" r="r" b="b"/>
              <a:pathLst>
                <a:path w="1212" h="692" extrusionOk="0">
                  <a:moveTo>
                    <a:pt x="312" y="1"/>
                  </a:moveTo>
                  <a:cubicBezTo>
                    <a:pt x="291" y="1"/>
                    <a:pt x="269" y="6"/>
                    <a:pt x="249" y="16"/>
                  </a:cubicBezTo>
                  <a:lnTo>
                    <a:pt x="34" y="140"/>
                  </a:lnTo>
                  <a:cubicBezTo>
                    <a:pt x="0" y="160"/>
                    <a:pt x="0" y="194"/>
                    <a:pt x="34" y="214"/>
                  </a:cubicBezTo>
                  <a:lnTo>
                    <a:pt x="836" y="676"/>
                  </a:lnTo>
                  <a:cubicBezTo>
                    <a:pt x="856" y="686"/>
                    <a:pt x="878" y="691"/>
                    <a:pt x="899" y="691"/>
                  </a:cubicBezTo>
                  <a:cubicBezTo>
                    <a:pt x="921" y="691"/>
                    <a:pt x="942" y="686"/>
                    <a:pt x="962" y="676"/>
                  </a:cubicBezTo>
                  <a:lnTo>
                    <a:pt x="1176" y="552"/>
                  </a:lnTo>
                  <a:cubicBezTo>
                    <a:pt x="1211" y="532"/>
                    <a:pt x="1211" y="498"/>
                    <a:pt x="1176" y="478"/>
                  </a:cubicBezTo>
                  <a:lnTo>
                    <a:pt x="375" y="16"/>
                  </a:lnTo>
                  <a:cubicBezTo>
                    <a:pt x="355" y="6"/>
                    <a:pt x="334" y="1"/>
                    <a:pt x="312" y="1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3"/>
            <p:cNvSpPr/>
            <p:nvPr/>
          </p:nvSpPr>
          <p:spPr>
            <a:xfrm>
              <a:off x="995175" y="2737100"/>
              <a:ext cx="30300" cy="17275"/>
            </a:xfrm>
            <a:custGeom>
              <a:avLst/>
              <a:gdLst/>
              <a:ahLst/>
              <a:cxnLst/>
              <a:rect l="l" t="t" r="r" b="b"/>
              <a:pathLst>
                <a:path w="1212" h="691" extrusionOk="0">
                  <a:moveTo>
                    <a:pt x="313" y="0"/>
                  </a:moveTo>
                  <a:cubicBezTo>
                    <a:pt x="291" y="0"/>
                    <a:pt x="270" y="5"/>
                    <a:pt x="250" y="15"/>
                  </a:cubicBezTo>
                  <a:lnTo>
                    <a:pt x="36" y="140"/>
                  </a:lnTo>
                  <a:cubicBezTo>
                    <a:pt x="1" y="160"/>
                    <a:pt x="1" y="192"/>
                    <a:pt x="36" y="212"/>
                  </a:cubicBezTo>
                  <a:lnTo>
                    <a:pt x="836" y="676"/>
                  </a:lnTo>
                  <a:cubicBezTo>
                    <a:pt x="856" y="686"/>
                    <a:pt x="878" y="691"/>
                    <a:pt x="899" y="691"/>
                  </a:cubicBezTo>
                  <a:cubicBezTo>
                    <a:pt x="921" y="691"/>
                    <a:pt x="942" y="686"/>
                    <a:pt x="962" y="676"/>
                  </a:cubicBezTo>
                  <a:lnTo>
                    <a:pt x="1176" y="551"/>
                  </a:lnTo>
                  <a:cubicBezTo>
                    <a:pt x="1211" y="531"/>
                    <a:pt x="1211" y="498"/>
                    <a:pt x="1176" y="478"/>
                  </a:cubicBezTo>
                  <a:lnTo>
                    <a:pt x="376" y="15"/>
                  </a:lnTo>
                  <a:cubicBezTo>
                    <a:pt x="356" y="5"/>
                    <a:pt x="334" y="0"/>
                    <a:pt x="313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3"/>
            <p:cNvSpPr/>
            <p:nvPr/>
          </p:nvSpPr>
          <p:spPr>
            <a:xfrm>
              <a:off x="1010800" y="2728000"/>
              <a:ext cx="30300" cy="17275"/>
            </a:xfrm>
            <a:custGeom>
              <a:avLst/>
              <a:gdLst/>
              <a:ahLst/>
              <a:cxnLst/>
              <a:rect l="l" t="t" r="r" b="b"/>
              <a:pathLst>
                <a:path w="1212" h="691" extrusionOk="0">
                  <a:moveTo>
                    <a:pt x="313" y="0"/>
                  </a:moveTo>
                  <a:cubicBezTo>
                    <a:pt x="291" y="0"/>
                    <a:pt x="270" y="5"/>
                    <a:pt x="250" y="15"/>
                  </a:cubicBezTo>
                  <a:lnTo>
                    <a:pt x="35" y="140"/>
                  </a:lnTo>
                  <a:cubicBezTo>
                    <a:pt x="1" y="160"/>
                    <a:pt x="1" y="192"/>
                    <a:pt x="35" y="213"/>
                  </a:cubicBezTo>
                  <a:lnTo>
                    <a:pt x="837" y="676"/>
                  </a:lnTo>
                  <a:cubicBezTo>
                    <a:pt x="857" y="686"/>
                    <a:pt x="878" y="691"/>
                    <a:pt x="900" y="691"/>
                  </a:cubicBezTo>
                  <a:cubicBezTo>
                    <a:pt x="921" y="691"/>
                    <a:pt x="943" y="686"/>
                    <a:pt x="963" y="676"/>
                  </a:cubicBezTo>
                  <a:lnTo>
                    <a:pt x="1176" y="551"/>
                  </a:lnTo>
                  <a:cubicBezTo>
                    <a:pt x="1212" y="531"/>
                    <a:pt x="1212" y="498"/>
                    <a:pt x="1176" y="478"/>
                  </a:cubicBezTo>
                  <a:lnTo>
                    <a:pt x="376" y="15"/>
                  </a:lnTo>
                  <a:cubicBezTo>
                    <a:pt x="356" y="5"/>
                    <a:pt x="334" y="0"/>
                    <a:pt x="313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3"/>
            <p:cNvSpPr/>
            <p:nvPr/>
          </p:nvSpPr>
          <p:spPr>
            <a:xfrm>
              <a:off x="902725" y="2790800"/>
              <a:ext cx="30300" cy="17275"/>
            </a:xfrm>
            <a:custGeom>
              <a:avLst/>
              <a:gdLst/>
              <a:ahLst/>
              <a:cxnLst/>
              <a:rect l="l" t="t" r="r" b="b"/>
              <a:pathLst>
                <a:path w="1212" h="691" extrusionOk="0">
                  <a:moveTo>
                    <a:pt x="313" y="0"/>
                  </a:moveTo>
                  <a:cubicBezTo>
                    <a:pt x="291" y="0"/>
                    <a:pt x="270" y="6"/>
                    <a:pt x="250" y="16"/>
                  </a:cubicBezTo>
                  <a:lnTo>
                    <a:pt x="35" y="141"/>
                  </a:lnTo>
                  <a:cubicBezTo>
                    <a:pt x="1" y="159"/>
                    <a:pt x="1" y="193"/>
                    <a:pt x="35" y="213"/>
                  </a:cubicBezTo>
                  <a:lnTo>
                    <a:pt x="837" y="675"/>
                  </a:lnTo>
                  <a:cubicBezTo>
                    <a:pt x="857" y="685"/>
                    <a:pt x="878" y="690"/>
                    <a:pt x="900" y="690"/>
                  </a:cubicBezTo>
                  <a:cubicBezTo>
                    <a:pt x="921" y="690"/>
                    <a:pt x="943" y="685"/>
                    <a:pt x="963" y="675"/>
                  </a:cubicBezTo>
                  <a:lnTo>
                    <a:pt x="1176" y="551"/>
                  </a:lnTo>
                  <a:cubicBezTo>
                    <a:pt x="1212" y="531"/>
                    <a:pt x="1212" y="499"/>
                    <a:pt x="1176" y="479"/>
                  </a:cubicBezTo>
                  <a:lnTo>
                    <a:pt x="376" y="16"/>
                  </a:lnTo>
                  <a:cubicBezTo>
                    <a:pt x="356" y="6"/>
                    <a:pt x="334" y="0"/>
                    <a:pt x="313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918375" y="2781725"/>
              <a:ext cx="30275" cy="17275"/>
            </a:xfrm>
            <a:custGeom>
              <a:avLst/>
              <a:gdLst/>
              <a:ahLst/>
              <a:cxnLst/>
              <a:rect l="l" t="t" r="r" b="b"/>
              <a:pathLst>
                <a:path w="1211" h="691" extrusionOk="0">
                  <a:moveTo>
                    <a:pt x="312" y="0"/>
                  </a:moveTo>
                  <a:cubicBezTo>
                    <a:pt x="291" y="0"/>
                    <a:pt x="269" y="5"/>
                    <a:pt x="249" y="15"/>
                  </a:cubicBezTo>
                  <a:lnTo>
                    <a:pt x="34" y="140"/>
                  </a:lnTo>
                  <a:cubicBezTo>
                    <a:pt x="0" y="160"/>
                    <a:pt x="0" y="192"/>
                    <a:pt x="34" y="212"/>
                  </a:cubicBezTo>
                  <a:lnTo>
                    <a:pt x="836" y="676"/>
                  </a:lnTo>
                  <a:cubicBezTo>
                    <a:pt x="856" y="686"/>
                    <a:pt x="877" y="691"/>
                    <a:pt x="899" y="691"/>
                  </a:cubicBezTo>
                  <a:cubicBezTo>
                    <a:pt x="920" y="691"/>
                    <a:pt x="942" y="686"/>
                    <a:pt x="962" y="676"/>
                  </a:cubicBezTo>
                  <a:lnTo>
                    <a:pt x="1175" y="550"/>
                  </a:lnTo>
                  <a:cubicBezTo>
                    <a:pt x="1211" y="532"/>
                    <a:pt x="1211" y="498"/>
                    <a:pt x="1175" y="478"/>
                  </a:cubicBezTo>
                  <a:lnTo>
                    <a:pt x="375" y="15"/>
                  </a:lnTo>
                  <a:cubicBezTo>
                    <a:pt x="355" y="5"/>
                    <a:pt x="334" y="0"/>
                    <a:pt x="312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3"/>
            <p:cNvSpPr/>
            <p:nvPr/>
          </p:nvSpPr>
          <p:spPr>
            <a:xfrm>
              <a:off x="934000" y="2772625"/>
              <a:ext cx="30300" cy="17275"/>
            </a:xfrm>
            <a:custGeom>
              <a:avLst/>
              <a:gdLst/>
              <a:ahLst/>
              <a:cxnLst/>
              <a:rect l="l" t="t" r="r" b="b"/>
              <a:pathLst>
                <a:path w="1212" h="691" extrusionOk="0">
                  <a:moveTo>
                    <a:pt x="312" y="0"/>
                  </a:moveTo>
                  <a:cubicBezTo>
                    <a:pt x="290" y="0"/>
                    <a:pt x="269" y="5"/>
                    <a:pt x="249" y="15"/>
                  </a:cubicBezTo>
                  <a:lnTo>
                    <a:pt x="34" y="141"/>
                  </a:lnTo>
                  <a:cubicBezTo>
                    <a:pt x="0" y="160"/>
                    <a:pt x="0" y="193"/>
                    <a:pt x="34" y="213"/>
                  </a:cubicBezTo>
                  <a:lnTo>
                    <a:pt x="836" y="676"/>
                  </a:lnTo>
                  <a:cubicBezTo>
                    <a:pt x="855" y="686"/>
                    <a:pt x="877" y="691"/>
                    <a:pt x="898" y="691"/>
                  </a:cubicBezTo>
                  <a:cubicBezTo>
                    <a:pt x="920" y="691"/>
                    <a:pt x="941" y="686"/>
                    <a:pt x="961" y="676"/>
                  </a:cubicBezTo>
                  <a:lnTo>
                    <a:pt x="1176" y="551"/>
                  </a:lnTo>
                  <a:cubicBezTo>
                    <a:pt x="1211" y="531"/>
                    <a:pt x="1209" y="499"/>
                    <a:pt x="1176" y="479"/>
                  </a:cubicBezTo>
                  <a:lnTo>
                    <a:pt x="375" y="15"/>
                  </a:lnTo>
                  <a:cubicBezTo>
                    <a:pt x="355" y="5"/>
                    <a:pt x="333" y="0"/>
                    <a:pt x="312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1103600" y="2895975"/>
              <a:ext cx="82675" cy="50875"/>
            </a:xfrm>
            <a:custGeom>
              <a:avLst/>
              <a:gdLst/>
              <a:ahLst/>
              <a:cxnLst/>
              <a:rect l="l" t="t" r="r" b="b"/>
              <a:pathLst>
                <a:path w="3307" h="2035" extrusionOk="0">
                  <a:moveTo>
                    <a:pt x="3113" y="1"/>
                  </a:moveTo>
                  <a:cubicBezTo>
                    <a:pt x="3110" y="1"/>
                    <a:pt x="3108" y="1"/>
                    <a:pt x="3105" y="2"/>
                  </a:cubicBezTo>
                  <a:lnTo>
                    <a:pt x="3095" y="2"/>
                  </a:lnTo>
                  <a:lnTo>
                    <a:pt x="3087" y="3"/>
                  </a:lnTo>
                  <a:lnTo>
                    <a:pt x="3085" y="3"/>
                  </a:lnTo>
                  <a:cubicBezTo>
                    <a:pt x="3081" y="3"/>
                    <a:pt x="3078" y="5"/>
                    <a:pt x="3075" y="6"/>
                  </a:cubicBezTo>
                  <a:lnTo>
                    <a:pt x="3070" y="8"/>
                  </a:lnTo>
                  <a:lnTo>
                    <a:pt x="3068" y="8"/>
                  </a:lnTo>
                  <a:lnTo>
                    <a:pt x="3065" y="10"/>
                  </a:lnTo>
                  <a:cubicBezTo>
                    <a:pt x="3064" y="10"/>
                    <a:pt x="3062" y="10"/>
                    <a:pt x="3061" y="11"/>
                  </a:cubicBezTo>
                  <a:cubicBezTo>
                    <a:pt x="3056" y="13"/>
                    <a:pt x="3052" y="16"/>
                    <a:pt x="3047" y="17"/>
                  </a:cubicBezTo>
                  <a:lnTo>
                    <a:pt x="253" y="1641"/>
                  </a:lnTo>
                  <a:cubicBezTo>
                    <a:pt x="249" y="1643"/>
                    <a:pt x="246" y="1646"/>
                    <a:pt x="243" y="1649"/>
                  </a:cubicBezTo>
                  <a:lnTo>
                    <a:pt x="240" y="1652"/>
                  </a:lnTo>
                  <a:cubicBezTo>
                    <a:pt x="237" y="1653"/>
                    <a:pt x="236" y="1656"/>
                    <a:pt x="234" y="1658"/>
                  </a:cubicBezTo>
                  <a:lnTo>
                    <a:pt x="233" y="1659"/>
                  </a:lnTo>
                  <a:cubicBezTo>
                    <a:pt x="203" y="1698"/>
                    <a:pt x="174" y="1736"/>
                    <a:pt x="147" y="1775"/>
                  </a:cubicBezTo>
                  <a:lnTo>
                    <a:pt x="130" y="1799"/>
                  </a:lnTo>
                  <a:cubicBezTo>
                    <a:pt x="87" y="1855"/>
                    <a:pt x="45" y="1911"/>
                    <a:pt x="4" y="1968"/>
                  </a:cubicBezTo>
                  <a:lnTo>
                    <a:pt x="4" y="1970"/>
                  </a:lnTo>
                  <a:cubicBezTo>
                    <a:pt x="2" y="1971"/>
                    <a:pt x="2" y="1973"/>
                    <a:pt x="1" y="1974"/>
                  </a:cubicBezTo>
                  <a:lnTo>
                    <a:pt x="1" y="1976"/>
                  </a:lnTo>
                  <a:cubicBezTo>
                    <a:pt x="1" y="1977"/>
                    <a:pt x="1" y="1981"/>
                    <a:pt x="1" y="1984"/>
                  </a:cubicBezTo>
                  <a:cubicBezTo>
                    <a:pt x="2" y="2002"/>
                    <a:pt x="13" y="2021"/>
                    <a:pt x="30" y="2031"/>
                  </a:cubicBezTo>
                  <a:cubicBezTo>
                    <a:pt x="31" y="2033"/>
                    <a:pt x="34" y="2033"/>
                    <a:pt x="36" y="2034"/>
                  </a:cubicBezTo>
                  <a:lnTo>
                    <a:pt x="44" y="2034"/>
                  </a:lnTo>
                  <a:lnTo>
                    <a:pt x="426" y="1988"/>
                  </a:lnTo>
                  <a:lnTo>
                    <a:pt x="428" y="1988"/>
                  </a:lnTo>
                  <a:cubicBezTo>
                    <a:pt x="431" y="1988"/>
                    <a:pt x="434" y="1987"/>
                    <a:pt x="438" y="1987"/>
                  </a:cubicBezTo>
                  <a:lnTo>
                    <a:pt x="441" y="1985"/>
                  </a:lnTo>
                  <a:cubicBezTo>
                    <a:pt x="445" y="1984"/>
                    <a:pt x="449" y="1982"/>
                    <a:pt x="452" y="1981"/>
                  </a:cubicBezTo>
                  <a:lnTo>
                    <a:pt x="824" y="1764"/>
                  </a:lnTo>
                  <a:lnTo>
                    <a:pt x="1004" y="1659"/>
                  </a:lnTo>
                  <a:lnTo>
                    <a:pt x="1064" y="1626"/>
                  </a:lnTo>
                  <a:lnTo>
                    <a:pt x="1223" y="1532"/>
                  </a:lnTo>
                  <a:lnTo>
                    <a:pt x="1434" y="1409"/>
                  </a:lnTo>
                  <a:lnTo>
                    <a:pt x="1528" y="1355"/>
                  </a:lnTo>
                  <a:lnTo>
                    <a:pt x="1709" y="1249"/>
                  </a:lnTo>
                  <a:lnTo>
                    <a:pt x="1815" y="1188"/>
                  </a:lnTo>
                  <a:lnTo>
                    <a:pt x="1990" y="1086"/>
                  </a:lnTo>
                  <a:lnTo>
                    <a:pt x="2171" y="980"/>
                  </a:lnTo>
                  <a:lnTo>
                    <a:pt x="2265" y="927"/>
                  </a:lnTo>
                  <a:lnTo>
                    <a:pt x="2475" y="804"/>
                  </a:lnTo>
                  <a:lnTo>
                    <a:pt x="2635" y="712"/>
                  </a:lnTo>
                  <a:lnTo>
                    <a:pt x="2695" y="676"/>
                  </a:lnTo>
                  <a:lnTo>
                    <a:pt x="2873" y="573"/>
                  </a:lnTo>
                  <a:lnTo>
                    <a:pt x="3247" y="357"/>
                  </a:lnTo>
                  <a:cubicBezTo>
                    <a:pt x="3251" y="354"/>
                    <a:pt x="3256" y="351"/>
                    <a:pt x="3259" y="348"/>
                  </a:cubicBezTo>
                  <a:lnTo>
                    <a:pt x="3262" y="346"/>
                  </a:lnTo>
                  <a:lnTo>
                    <a:pt x="3264" y="344"/>
                  </a:lnTo>
                  <a:cubicBezTo>
                    <a:pt x="3265" y="344"/>
                    <a:pt x="3265" y="343"/>
                    <a:pt x="3267" y="341"/>
                  </a:cubicBezTo>
                  <a:cubicBezTo>
                    <a:pt x="3270" y="340"/>
                    <a:pt x="3273" y="337"/>
                    <a:pt x="3274" y="334"/>
                  </a:cubicBezTo>
                  <a:lnTo>
                    <a:pt x="3279" y="329"/>
                  </a:lnTo>
                  <a:cubicBezTo>
                    <a:pt x="3279" y="329"/>
                    <a:pt x="3279" y="328"/>
                    <a:pt x="3280" y="328"/>
                  </a:cubicBezTo>
                  <a:cubicBezTo>
                    <a:pt x="3282" y="326"/>
                    <a:pt x="3282" y="324"/>
                    <a:pt x="3284" y="323"/>
                  </a:cubicBezTo>
                  <a:lnTo>
                    <a:pt x="3287" y="320"/>
                  </a:lnTo>
                  <a:cubicBezTo>
                    <a:pt x="3288" y="317"/>
                    <a:pt x="3290" y="314"/>
                    <a:pt x="3291" y="311"/>
                  </a:cubicBezTo>
                  <a:cubicBezTo>
                    <a:pt x="3293" y="309"/>
                    <a:pt x="3294" y="308"/>
                    <a:pt x="3296" y="305"/>
                  </a:cubicBezTo>
                  <a:lnTo>
                    <a:pt x="3296" y="303"/>
                  </a:lnTo>
                  <a:cubicBezTo>
                    <a:pt x="3297" y="297"/>
                    <a:pt x="3300" y="291"/>
                    <a:pt x="3302" y="285"/>
                  </a:cubicBezTo>
                  <a:cubicBezTo>
                    <a:pt x="3304" y="278"/>
                    <a:pt x="3305" y="274"/>
                    <a:pt x="3307" y="268"/>
                  </a:cubicBezTo>
                  <a:lnTo>
                    <a:pt x="3307" y="263"/>
                  </a:lnTo>
                  <a:lnTo>
                    <a:pt x="3307" y="261"/>
                  </a:lnTo>
                  <a:lnTo>
                    <a:pt x="3307" y="257"/>
                  </a:lnTo>
                  <a:lnTo>
                    <a:pt x="3307" y="252"/>
                  </a:lnTo>
                  <a:lnTo>
                    <a:pt x="3307" y="245"/>
                  </a:lnTo>
                  <a:cubicBezTo>
                    <a:pt x="3307" y="243"/>
                    <a:pt x="3299" y="222"/>
                    <a:pt x="3299" y="215"/>
                  </a:cubicBezTo>
                  <a:lnTo>
                    <a:pt x="3299" y="203"/>
                  </a:lnTo>
                  <a:lnTo>
                    <a:pt x="3299" y="202"/>
                  </a:lnTo>
                  <a:cubicBezTo>
                    <a:pt x="3299" y="199"/>
                    <a:pt x="3299" y="194"/>
                    <a:pt x="3297" y="189"/>
                  </a:cubicBezTo>
                  <a:cubicBezTo>
                    <a:pt x="3297" y="188"/>
                    <a:pt x="3297" y="185"/>
                    <a:pt x="3297" y="183"/>
                  </a:cubicBezTo>
                  <a:cubicBezTo>
                    <a:pt x="3296" y="182"/>
                    <a:pt x="3296" y="180"/>
                    <a:pt x="3296" y="177"/>
                  </a:cubicBezTo>
                  <a:lnTo>
                    <a:pt x="3296" y="175"/>
                  </a:lnTo>
                  <a:cubicBezTo>
                    <a:pt x="3296" y="174"/>
                    <a:pt x="3294" y="172"/>
                    <a:pt x="3294" y="171"/>
                  </a:cubicBezTo>
                  <a:lnTo>
                    <a:pt x="3294" y="169"/>
                  </a:lnTo>
                  <a:cubicBezTo>
                    <a:pt x="3294" y="168"/>
                    <a:pt x="3294" y="166"/>
                    <a:pt x="3294" y="165"/>
                  </a:cubicBezTo>
                  <a:lnTo>
                    <a:pt x="3290" y="152"/>
                  </a:lnTo>
                  <a:lnTo>
                    <a:pt x="3290" y="151"/>
                  </a:lnTo>
                  <a:lnTo>
                    <a:pt x="3287" y="142"/>
                  </a:lnTo>
                  <a:cubicBezTo>
                    <a:pt x="3287" y="142"/>
                    <a:pt x="3287" y="140"/>
                    <a:pt x="3287" y="140"/>
                  </a:cubicBezTo>
                  <a:cubicBezTo>
                    <a:pt x="3287" y="139"/>
                    <a:pt x="3287" y="137"/>
                    <a:pt x="3285" y="136"/>
                  </a:cubicBezTo>
                  <a:cubicBezTo>
                    <a:pt x="3285" y="134"/>
                    <a:pt x="3284" y="132"/>
                    <a:pt x="3284" y="131"/>
                  </a:cubicBezTo>
                  <a:lnTo>
                    <a:pt x="3282" y="128"/>
                  </a:lnTo>
                  <a:cubicBezTo>
                    <a:pt x="3282" y="126"/>
                    <a:pt x="3282" y="126"/>
                    <a:pt x="3282" y="126"/>
                  </a:cubicBezTo>
                  <a:lnTo>
                    <a:pt x="3279" y="120"/>
                  </a:lnTo>
                  <a:cubicBezTo>
                    <a:pt x="3277" y="117"/>
                    <a:pt x="3276" y="114"/>
                    <a:pt x="3274" y="109"/>
                  </a:cubicBezTo>
                  <a:cubicBezTo>
                    <a:pt x="3271" y="105"/>
                    <a:pt x="3270" y="102"/>
                    <a:pt x="3267" y="97"/>
                  </a:cubicBezTo>
                  <a:cubicBezTo>
                    <a:pt x="3265" y="94"/>
                    <a:pt x="3264" y="93"/>
                    <a:pt x="3262" y="89"/>
                  </a:cubicBezTo>
                  <a:lnTo>
                    <a:pt x="3256" y="80"/>
                  </a:lnTo>
                  <a:cubicBezTo>
                    <a:pt x="3253" y="77"/>
                    <a:pt x="3251" y="74"/>
                    <a:pt x="3248" y="71"/>
                  </a:cubicBezTo>
                  <a:lnTo>
                    <a:pt x="3242" y="62"/>
                  </a:lnTo>
                  <a:lnTo>
                    <a:pt x="3242" y="60"/>
                  </a:lnTo>
                  <a:lnTo>
                    <a:pt x="3239" y="59"/>
                  </a:lnTo>
                  <a:lnTo>
                    <a:pt x="3239" y="57"/>
                  </a:lnTo>
                  <a:lnTo>
                    <a:pt x="3236" y="54"/>
                  </a:lnTo>
                  <a:lnTo>
                    <a:pt x="3233" y="51"/>
                  </a:lnTo>
                  <a:lnTo>
                    <a:pt x="3231" y="49"/>
                  </a:lnTo>
                  <a:lnTo>
                    <a:pt x="3227" y="45"/>
                  </a:lnTo>
                  <a:lnTo>
                    <a:pt x="3222" y="40"/>
                  </a:lnTo>
                  <a:lnTo>
                    <a:pt x="3217" y="37"/>
                  </a:lnTo>
                  <a:lnTo>
                    <a:pt x="3216" y="36"/>
                  </a:lnTo>
                  <a:lnTo>
                    <a:pt x="3208" y="30"/>
                  </a:lnTo>
                  <a:cubicBezTo>
                    <a:pt x="3208" y="30"/>
                    <a:pt x="3207" y="28"/>
                    <a:pt x="3207" y="28"/>
                  </a:cubicBezTo>
                  <a:lnTo>
                    <a:pt x="3202" y="25"/>
                  </a:lnTo>
                  <a:lnTo>
                    <a:pt x="3199" y="23"/>
                  </a:lnTo>
                  <a:lnTo>
                    <a:pt x="3198" y="23"/>
                  </a:lnTo>
                  <a:lnTo>
                    <a:pt x="3191" y="19"/>
                  </a:lnTo>
                  <a:lnTo>
                    <a:pt x="3190" y="19"/>
                  </a:lnTo>
                  <a:cubicBezTo>
                    <a:pt x="3184" y="14"/>
                    <a:pt x="3178" y="11"/>
                    <a:pt x="3171" y="10"/>
                  </a:cubicBezTo>
                  <a:lnTo>
                    <a:pt x="3168" y="8"/>
                  </a:lnTo>
                  <a:lnTo>
                    <a:pt x="3164" y="8"/>
                  </a:lnTo>
                  <a:lnTo>
                    <a:pt x="3158" y="6"/>
                  </a:lnTo>
                  <a:lnTo>
                    <a:pt x="3151" y="3"/>
                  </a:lnTo>
                  <a:lnTo>
                    <a:pt x="3142" y="3"/>
                  </a:lnTo>
                  <a:cubicBezTo>
                    <a:pt x="3139" y="2"/>
                    <a:pt x="3136" y="2"/>
                    <a:pt x="3133" y="2"/>
                  </a:cubicBezTo>
                  <a:lnTo>
                    <a:pt x="3122" y="2"/>
                  </a:lnTo>
                  <a:cubicBezTo>
                    <a:pt x="3119" y="1"/>
                    <a:pt x="3116" y="1"/>
                    <a:pt x="3113" y="1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1181750" y="2897125"/>
              <a:ext cx="3650" cy="4625"/>
            </a:xfrm>
            <a:custGeom>
              <a:avLst/>
              <a:gdLst/>
              <a:ahLst/>
              <a:cxnLst/>
              <a:rect l="l" t="t" r="r" b="b"/>
              <a:pathLst>
                <a:path w="146" h="185" extrusionOk="0">
                  <a:moveTo>
                    <a:pt x="41" y="0"/>
                  </a:moveTo>
                  <a:cubicBezTo>
                    <a:pt x="17" y="0"/>
                    <a:pt x="1" y="20"/>
                    <a:pt x="1" y="53"/>
                  </a:cubicBezTo>
                  <a:cubicBezTo>
                    <a:pt x="4" y="102"/>
                    <a:pt x="32" y="148"/>
                    <a:pt x="75" y="176"/>
                  </a:cubicBezTo>
                  <a:cubicBezTo>
                    <a:pt x="86" y="182"/>
                    <a:pt x="96" y="184"/>
                    <a:pt x="106" y="184"/>
                  </a:cubicBezTo>
                  <a:cubicBezTo>
                    <a:pt x="129" y="184"/>
                    <a:pt x="145" y="166"/>
                    <a:pt x="145" y="133"/>
                  </a:cubicBezTo>
                  <a:cubicBezTo>
                    <a:pt x="142" y="82"/>
                    <a:pt x="115" y="36"/>
                    <a:pt x="73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1178425" y="2895700"/>
              <a:ext cx="7700" cy="9200"/>
            </a:xfrm>
            <a:custGeom>
              <a:avLst/>
              <a:gdLst/>
              <a:ahLst/>
              <a:cxnLst/>
              <a:rect l="l" t="t" r="r" b="b"/>
              <a:pathLst>
                <a:path w="308" h="368" extrusionOk="0">
                  <a:moveTo>
                    <a:pt x="176" y="56"/>
                  </a:moveTo>
                  <a:cubicBezTo>
                    <a:pt x="185" y="56"/>
                    <a:pt x="195" y="59"/>
                    <a:pt x="206" y="65"/>
                  </a:cubicBezTo>
                  <a:cubicBezTo>
                    <a:pt x="249" y="93"/>
                    <a:pt x="275" y="139"/>
                    <a:pt x="278" y="190"/>
                  </a:cubicBezTo>
                  <a:cubicBezTo>
                    <a:pt x="279" y="223"/>
                    <a:pt x="263" y="241"/>
                    <a:pt x="239" y="241"/>
                  </a:cubicBezTo>
                  <a:cubicBezTo>
                    <a:pt x="229" y="241"/>
                    <a:pt x="219" y="239"/>
                    <a:pt x="208" y="233"/>
                  </a:cubicBezTo>
                  <a:cubicBezTo>
                    <a:pt x="166" y="205"/>
                    <a:pt x="138" y="159"/>
                    <a:pt x="135" y="110"/>
                  </a:cubicBezTo>
                  <a:cubicBezTo>
                    <a:pt x="135" y="76"/>
                    <a:pt x="152" y="56"/>
                    <a:pt x="176" y="56"/>
                  </a:cubicBezTo>
                  <a:close/>
                  <a:moveTo>
                    <a:pt x="108" y="1"/>
                  </a:moveTo>
                  <a:cubicBezTo>
                    <a:pt x="99" y="1"/>
                    <a:pt x="89" y="1"/>
                    <a:pt x="80" y="4"/>
                  </a:cubicBezTo>
                  <a:cubicBezTo>
                    <a:pt x="74" y="4"/>
                    <a:pt x="69" y="5"/>
                    <a:pt x="65" y="7"/>
                  </a:cubicBezTo>
                  <a:cubicBezTo>
                    <a:pt x="62" y="8"/>
                    <a:pt x="57" y="10"/>
                    <a:pt x="55" y="11"/>
                  </a:cubicBezTo>
                  <a:lnTo>
                    <a:pt x="40" y="17"/>
                  </a:lnTo>
                  <a:cubicBezTo>
                    <a:pt x="16" y="34"/>
                    <a:pt x="0" y="65"/>
                    <a:pt x="0" y="111"/>
                  </a:cubicBezTo>
                  <a:cubicBezTo>
                    <a:pt x="6" y="208"/>
                    <a:pt x="59" y="297"/>
                    <a:pt x="142" y="351"/>
                  </a:cubicBezTo>
                  <a:cubicBezTo>
                    <a:pt x="162" y="362"/>
                    <a:pt x="182" y="368"/>
                    <a:pt x="201" y="368"/>
                  </a:cubicBezTo>
                  <a:cubicBezTo>
                    <a:pt x="214" y="368"/>
                    <a:pt x="227" y="364"/>
                    <a:pt x="238" y="359"/>
                  </a:cubicBezTo>
                  <a:cubicBezTo>
                    <a:pt x="244" y="355"/>
                    <a:pt x="251" y="352"/>
                    <a:pt x="257" y="348"/>
                  </a:cubicBezTo>
                  <a:cubicBezTo>
                    <a:pt x="260" y="345"/>
                    <a:pt x="264" y="342"/>
                    <a:pt x="267" y="337"/>
                  </a:cubicBezTo>
                  <a:cubicBezTo>
                    <a:pt x="272" y="332"/>
                    <a:pt x="277" y="326"/>
                    <a:pt x="281" y="322"/>
                  </a:cubicBezTo>
                  <a:cubicBezTo>
                    <a:pt x="283" y="319"/>
                    <a:pt x="286" y="314"/>
                    <a:pt x="287" y="311"/>
                  </a:cubicBezTo>
                  <a:cubicBezTo>
                    <a:pt x="289" y="308"/>
                    <a:pt x="291" y="305"/>
                    <a:pt x="292" y="302"/>
                  </a:cubicBezTo>
                  <a:cubicBezTo>
                    <a:pt x="295" y="296"/>
                    <a:pt x="298" y="289"/>
                    <a:pt x="300" y="283"/>
                  </a:cubicBezTo>
                  <a:cubicBezTo>
                    <a:pt x="301" y="276"/>
                    <a:pt x="304" y="266"/>
                    <a:pt x="304" y="262"/>
                  </a:cubicBezTo>
                  <a:cubicBezTo>
                    <a:pt x="306" y="256"/>
                    <a:pt x="307" y="248"/>
                    <a:pt x="307" y="243"/>
                  </a:cubicBezTo>
                  <a:lnTo>
                    <a:pt x="307" y="228"/>
                  </a:lnTo>
                  <a:cubicBezTo>
                    <a:pt x="307" y="223"/>
                    <a:pt x="307" y="219"/>
                    <a:pt x="307" y="216"/>
                  </a:cubicBezTo>
                  <a:cubicBezTo>
                    <a:pt x="307" y="211"/>
                    <a:pt x="306" y="205"/>
                    <a:pt x="306" y="202"/>
                  </a:cubicBezTo>
                  <a:cubicBezTo>
                    <a:pt x="304" y="193"/>
                    <a:pt x="303" y="185"/>
                    <a:pt x="301" y="176"/>
                  </a:cubicBezTo>
                  <a:cubicBezTo>
                    <a:pt x="298" y="168"/>
                    <a:pt x="297" y="160"/>
                    <a:pt x="294" y="153"/>
                  </a:cubicBezTo>
                  <a:cubicBezTo>
                    <a:pt x="292" y="150"/>
                    <a:pt x="291" y="145"/>
                    <a:pt x="289" y="142"/>
                  </a:cubicBezTo>
                  <a:cubicBezTo>
                    <a:pt x="287" y="139"/>
                    <a:pt x="286" y="134"/>
                    <a:pt x="284" y="131"/>
                  </a:cubicBezTo>
                  <a:lnTo>
                    <a:pt x="278" y="120"/>
                  </a:lnTo>
                  <a:cubicBezTo>
                    <a:pt x="275" y="113"/>
                    <a:pt x="271" y="107"/>
                    <a:pt x="266" y="99"/>
                  </a:cubicBezTo>
                  <a:cubicBezTo>
                    <a:pt x="264" y="96"/>
                    <a:pt x="261" y="93"/>
                    <a:pt x="260" y="90"/>
                  </a:cubicBezTo>
                  <a:cubicBezTo>
                    <a:pt x="255" y="84"/>
                    <a:pt x="249" y="76"/>
                    <a:pt x="244" y="70"/>
                  </a:cubicBezTo>
                  <a:cubicBezTo>
                    <a:pt x="244" y="70"/>
                    <a:pt x="237" y="62"/>
                    <a:pt x="228" y="53"/>
                  </a:cubicBezTo>
                  <a:cubicBezTo>
                    <a:pt x="221" y="48"/>
                    <a:pt x="214" y="42"/>
                    <a:pt x="208" y="37"/>
                  </a:cubicBezTo>
                  <a:cubicBezTo>
                    <a:pt x="201" y="31"/>
                    <a:pt x="194" y="27"/>
                    <a:pt x="188" y="24"/>
                  </a:cubicBezTo>
                  <a:lnTo>
                    <a:pt x="175" y="16"/>
                  </a:lnTo>
                  <a:cubicBezTo>
                    <a:pt x="172" y="14"/>
                    <a:pt x="168" y="13"/>
                    <a:pt x="165" y="11"/>
                  </a:cubicBezTo>
                  <a:cubicBezTo>
                    <a:pt x="152" y="7"/>
                    <a:pt x="140" y="4"/>
                    <a:pt x="128" y="2"/>
                  </a:cubicBezTo>
                  <a:cubicBezTo>
                    <a:pt x="122" y="1"/>
                    <a:pt x="114" y="1"/>
                    <a:pt x="108" y="1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1184375" y="2901350"/>
              <a:ext cx="1700" cy="3275"/>
            </a:xfrm>
            <a:custGeom>
              <a:avLst/>
              <a:gdLst/>
              <a:ahLst/>
              <a:cxnLst/>
              <a:rect l="l" t="t" r="r" b="b"/>
              <a:pathLst>
                <a:path w="68" h="131" extrusionOk="0">
                  <a:moveTo>
                    <a:pt x="68" y="0"/>
                  </a:moveTo>
                  <a:cubicBezTo>
                    <a:pt x="66" y="17"/>
                    <a:pt x="56" y="33"/>
                    <a:pt x="40" y="39"/>
                  </a:cubicBezTo>
                  <a:cubicBezTo>
                    <a:pt x="42" y="81"/>
                    <a:pt x="27" y="112"/>
                    <a:pt x="4" y="128"/>
                  </a:cubicBezTo>
                  <a:lnTo>
                    <a:pt x="4" y="128"/>
                  </a:lnTo>
                  <a:cubicBezTo>
                    <a:pt x="7" y="126"/>
                    <a:pt x="10" y="124"/>
                    <a:pt x="13" y="122"/>
                  </a:cubicBezTo>
                  <a:cubicBezTo>
                    <a:pt x="19" y="117"/>
                    <a:pt x="25" y="113"/>
                    <a:pt x="29" y="108"/>
                  </a:cubicBezTo>
                  <a:cubicBezTo>
                    <a:pt x="34" y="103"/>
                    <a:pt x="39" y="97"/>
                    <a:pt x="42" y="91"/>
                  </a:cubicBezTo>
                  <a:cubicBezTo>
                    <a:pt x="46" y="86"/>
                    <a:pt x="49" y="80"/>
                    <a:pt x="53" y="74"/>
                  </a:cubicBezTo>
                  <a:cubicBezTo>
                    <a:pt x="56" y="68"/>
                    <a:pt x="59" y="62"/>
                    <a:pt x="60" y="56"/>
                  </a:cubicBezTo>
                  <a:cubicBezTo>
                    <a:pt x="62" y="51"/>
                    <a:pt x="63" y="43"/>
                    <a:pt x="65" y="39"/>
                  </a:cubicBezTo>
                  <a:cubicBezTo>
                    <a:pt x="66" y="34"/>
                    <a:pt x="66" y="31"/>
                    <a:pt x="68" y="23"/>
                  </a:cubicBezTo>
                  <a:cubicBezTo>
                    <a:pt x="68" y="17"/>
                    <a:pt x="68" y="8"/>
                    <a:pt x="68" y="0"/>
                  </a:cubicBezTo>
                  <a:close/>
                  <a:moveTo>
                    <a:pt x="4" y="128"/>
                  </a:moveTo>
                  <a:cubicBezTo>
                    <a:pt x="3" y="129"/>
                    <a:pt x="2" y="130"/>
                    <a:pt x="0" y="131"/>
                  </a:cubicBezTo>
                  <a:cubicBezTo>
                    <a:pt x="2" y="130"/>
                    <a:pt x="3" y="129"/>
                    <a:pt x="4" y="128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1179425" y="2895700"/>
              <a:ext cx="6700" cy="6675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60" y="1"/>
                  </a:moveTo>
                  <a:cubicBezTo>
                    <a:pt x="51" y="1"/>
                    <a:pt x="43" y="2"/>
                    <a:pt x="34" y="5"/>
                  </a:cubicBezTo>
                  <a:cubicBezTo>
                    <a:pt x="29" y="5"/>
                    <a:pt x="25" y="7"/>
                    <a:pt x="20" y="10"/>
                  </a:cubicBezTo>
                  <a:cubicBezTo>
                    <a:pt x="12" y="11"/>
                    <a:pt x="6" y="14"/>
                    <a:pt x="0" y="19"/>
                  </a:cubicBezTo>
                  <a:cubicBezTo>
                    <a:pt x="11" y="12"/>
                    <a:pt x="23" y="9"/>
                    <a:pt x="37" y="9"/>
                  </a:cubicBezTo>
                  <a:cubicBezTo>
                    <a:pt x="55" y="9"/>
                    <a:pt x="76" y="15"/>
                    <a:pt x="98" y="27"/>
                  </a:cubicBezTo>
                  <a:cubicBezTo>
                    <a:pt x="181" y="79"/>
                    <a:pt x="234" y="168"/>
                    <a:pt x="240" y="266"/>
                  </a:cubicBezTo>
                  <a:cubicBezTo>
                    <a:pt x="255" y="260"/>
                    <a:pt x="266" y="245"/>
                    <a:pt x="267" y="228"/>
                  </a:cubicBezTo>
                  <a:cubicBezTo>
                    <a:pt x="267" y="219"/>
                    <a:pt x="267" y="211"/>
                    <a:pt x="266" y="202"/>
                  </a:cubicBezTo>
                  <a:cubicBezTo>
                    <a:pt x="264" y="193"/>
                    <a:pt x="263" y="185"/>
                    <a:pt x="261" y="177"/>
                  </a:cubicBezTo>
                  <a:cubicBezTo>
                    <a:pt x="257" y="163"/>
                    <a:pt x="254" y="156"/>
                    <a:pt x="254" y="153"/>
                  </a:cubicBezTo>
                  <a:lnTo>
                    <a:pt x="249" y="142"/>
                  </a:lnTo>
                  <a:lnTo>
                    <a:pt x="244" y="131"/>
                  </a:lnTo>
                  <a:cubicBezTo>
                    <a:pt x="243" y="128"/>
                    <a:pt x="240" y="123"/>
                    <a:pt x="238" y="120"/>
                  </a:cubicBezTo>
                  <a:cubicBezTo>
                    <a:pt x="235" y="113"/>
                    <a:pt x="231" y="107"/>
                    <a:pt x="226" y="100"/>
                  </a:cubicBezTo>
                  <a:cubicBezTo>
                    <a:pt x="224" y="97"/>
                    <a:pt x="221" y="93"/>
                    <a:pt x="220" y="90"/>
                  </a:cubicBezTo>
                  <a:cubicBezTo>
                    <a:pt x="215" y="84"/>
                    <a:pt x="209" y="76"/>
                    <a:pt x="204" y="71"/>
                  </a:cubicBezTo>
                  <a:cubicBezTo>
                    <a:pt x="198" y="64"/>
                    <a:pt x="192" y="57"/>
                    <a:pt x="186" y="51"/>
                  </a:cubicBezTo>
                  <a:cubicBezTo>
                    <a:pt x="180" y="45"/>
                    <a:pt x="174" y="41"/>
                    <a:pt x="168" y="36"/>
                  </a:cubicBezTo>
                  <a:cubicBezTo>
                    <a:pt x="160" y="30"/>
                    <a:pt x="152" y="25"/>
                    <a:pt x="145" y="22"/>
                  </a:cubicBezTo>
                  <a:cubicBezTo>
                    <a:pt x="137" y="17"/>
                    <a:pt x="129" y="13"/>
                    <a:pt x="120" y="10"/>
                  </a:cubicBezTo>
                  <a:cubicBezTo>
                    <a:pt x="114" y="7"/>
                    <a:pt x="106" y="5"/>
                    <a:pt x="100" y="4"/>
                  </a:cubicBezTo>
                  <a:cubicBezTo>
                    <a:pt x="92" y="2"/>
                    <a:pt x="85" y="1"/>
                    <a:pt x="78" y="1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1108600" y="2896125"/>
              <a:ext cx="75800" cy="49375"/>
            </a:xfrm>
            <a:custGeom>
              <a:avLst/>
              <a:gdLst/>
              <a:ahLst/>
              <a:cxnLst/>
              <a:rect l="l" t="t" r="r" b="b"/>
              <a:pathLst>
                <a:path w="3032" h="1975" extrusionOk="0">
                  <a:moveTo>
                    <a:pt x="2835" y="0"/>
                  </a:moveTo>
                  <a:lnTo>
                    <a:pt x="40" y="1624"/>
                  </a:lnTo>
                  <a:cubicBezTo>
                    <a:pt x="14" y="1640"/>
                    <a:pt x="0" y="1672"/>
                    <a:pt x="0" y="1716"/>
                  </a:cubicBezTo>
                  <a:cubicBezTo>
                    <a:pt x="0" y="1807"/>
                    <a:pt x="65" y="1913"/>
                    <a:pt x="142" y="1956"/>
                  </a:cubicBezTo>
                  <a:cubicBezTo>
                    <a:pt x="163" y="1969"/>
                    <a:pt x="183" y="1974"/>
                    <a:pt x="201" y="1974"/>
                  </a:cubicBezTo>
                  <a:cubicBezTo>
                    <a:pt x="214" y="1974"/>
                    <a:pt x="226" y="1971"/>
                    <a:pt x="237" y="1965"/>
                  </a:cubicBezTo>
                  <a:lnTo>
                    <a:pt x="3031" y="342"/>
                  </a:lnTo>
                  <a:lnTo>
                    <a:pt x="3031" y="342"/>
                  </a:lnTo>
                  <a:cubicBezTo>
                    <a:pt x="3021" y="347"/>
                    <a:pt x="3009" y="350"/>
                    <a:pt x="2996" y="350"/>
                  </a:cubicBezTo>
                  <a:cubicBezTo>
                    <a:pt x="2977" y="350"/>
                    <a:pt x="2957" y="345"/>
                    <a:pt x="2935" y="332"/>
                  </a:cubicBezTo>
                  <a:cubicBezTo>
                    <a:pt x="2858" y="291"/>
                    <a:pt x="2795" y="183"/>
                    <a:pt x="2793" y="94"/>
                  </a:cubicBezTo>
                  <a:cubicBezTo>
                    <a:pt x="2793" y="48"/>
                    <a:pt x="2809" y="16"/>
                    <a:pt x="2835" y="0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1114500" y="2902350"/>
              <a:ext cx="70925" cy="42925"/>
            </a:xfrm>
            <a:custGeom>
              <a:avLst/>
              <a:gdLst/>
              <a:ahLst/>
              <a:cxnLst/>
              <a:rect l="l" t="t" r="r" b="b"/>
              <a:pathLst>
                <a:path w="2837" h="1717" extrusionOk="0">
                  <a:moveTo>
                    <a:pt x="2835" y="0"/>
                  </a:moveTo>
                  <a:lnTo>
                    <a:pt x="41" y="1624"/>
                  </a:lnTo>
                  <a:cubicBezTo>
                    <a:pt x="42" y="1669"/>
                    <a:pt x="27" y="1701"/>
                    <a:pt x="1" y="1716"/>
                  </a:cubicBezTo>
                  <a:lnTo>
                    <a:pt x="2795" y="93"/>
                  </a:lnTo>
                  <a:cubicBezTo>
                    <a:pt x="2820" y="77"/>
                    <a:pt x="2837" y="45"/>
                    <a:pt x="2835" y="0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1109550" y="2895900"/>
              <a:ext cx="75850" cy="47075"/>
            </a:xfrm>
            <a:custGeom>
              <a:avLst/>
              <a:gdLst/>
              <a:ahLst/>
              <a:cxnLst/>
              <a:rect l="l" t="t" r="r" b="b"/>
              <a:pathLst>
                <a:path w="3034" h="1883" extrusionOk="0">
                  <a:moveTo>
                    <a:pt x="2831" y="1"/>
                  </a:moveTo>
                  <a:cubicBezTo>
                    <a:pt x="2818" y="1"/>
                    <a:pt x="2806" y="4"/>
                    <a:pt x="2795" y="9"/>
                  </a:cubicBezTo>
                  <a:lnTo>
                    <a:pt x="1" y="1633"/>
                  </a:lnTo>
                  <a:cubicBezTo>
                    <a:pt x="12" y="1628"/>
                    <a:pt x="25" y="1625"/>
                    <a:pt x="38" y="1625"/>
                  </a:cubicBezTo>
                  <a:cubicBezTo>
                    <a:pt x="56" y="1625"/>
                    <a:pt x="76" y="1630"/>
                    <a:pt x="97" y="1643"/>
                  </a:cubicBezTo>
                  <a:cubicBezTo>
                    <a:pt x="174" y="1686"/>
                    <a:pt x="237" y="1792"/>
                    <a:pt x="239" y="1882"/>
                  </a:cubicBezTo>
                  <a:lnTo>
                    <a:pt x="3033" y="258"/>
                  </a:lnTo>
                  <a:cubicBezTo>
                    <a:pt x="3027" y="160"/>
                    <a:pt x="2973" y="71"/>
                    <a:pt x="2892" y="19"/>
                  </a:cubicBezTo>
                  <a:cubicBezTo>
                    <a:pt x="2870" y="6"/>
                    <a:pt x="2849" y="1"/>
                    <a:pt x="2831" y="1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1103225" y="2937225"/>
              <a:ext cx="10650" cy="9400"/>
            </a:xfrm>
            <a:custGeom>
              <a:avLst/>
              <a:gdLst/>
              <a:ahLst/>
              <a:cxnLst/>
              <a:rect l="l" t="t" r="r" b="b"/>
              <a:pathLst>
                <a:path w="426" h="376" extrusionOk="0">
                  <a:moveTo>
                    <a:pt x="234" y="0"/>
                  </a:moveTo>
                  <a:cubicBezTo>
                    <a:pt x="233" y="1"/>
                    <a:pt x="233" y="1"/>
                    <a:pt x="233" y="2"/>
                  </a:cubicBezTo>
                  <a:lnTo>
                    <a:pt x="233" y="2"/>
                  </a:lnTo>
                  <a:cubicBezTo>
                    <a:pt x="233" y="1"/>
                    <a:pt x="233" y="1"/>
                    <a:pt x="234" y="0"/>
                  </a:cubicBezTo>
                  <a:close/>
                  <a:moveTo>
                    <a:pt x="426" y="329"/>
                  </a:moveTo>
                  <a:lnTo>
                    <a:pt x="425" y="329"/>
                  </a:lnTo>
                  <a:lnTo>
                    <a:pt x="425" y="329"/>
                  </a:lnTo>
                  <a:cubicBezTo>
                    <a:pt x="425" y="329"/>
                    <a:pt x="425" y="329"/>
                    <a:pt x="426" y="329"/>
                  </a:cubicBezTo>
                  <a:close/>
                  <a:moveTo>
                    <a:pt x="233" y="2"/>
                  </a:moveTo>
                  <a:cubicBezTo>
                    <a:pt x="230" y="6"/>
                    <a:pt x="224" y="11"/>
                    <a:pt x="221" y="16"/>
                  </a:cubicBezTo>
                  <a:lnTo>
                    <a:pt x="131" y="139"/>
                  </a:lnTo>
                  <a:lnTo>
                    <a:pt x="5" y="309"/>
                  </a:lnTo>
                  <a:cubicBezTo>
                    <a:pt x="2" y="314"/>
                    <a:pt x="0" y="318"/>
                    <a:pt x="0" y="324"/>
                  </a:cubicBezTo>
                  <a:cubicBezTo>
                    <a:pt x="2" y="343"/>
                    <a:pt x="12" y="361"/>
                    <a:pt x="29" y="372"/>
                  </a:cubicBezTo>
                  <a:cubicBezTo>
                    <a:pt x="32" y="374"/>
                    <a:pt x="39" y="375"/>
                    <a:pt x="43" y="375"/>
                  </a:cubicBezTo>
                  <a:lnTo>
                    <a:pt x="425" y="329"/>
                  </a:lnTo>
                  <a:lnTo>
                    <a:pt x="425" y="329"/>
                  </a:lnTo>
                  <a:cubicBezTo>
                    <a:pt x="421" y="330"/>
                    <a:pt x="417" y="330"/>
                    <a:pt x="413" y="330"/>
                  </a:cubicBezTo>
                  <a:cubicBezTo>
                    <a:pt x="393" y="330"/>
                    <a:pt x="373" y="324"/>
                    <a:pt x="355" y="312"/>
                  </a:cubicBezTo>
                  <a:cubicBezTo>
                    <a:pt x="272" y="260"/>
                    <a:pt x="220" y="171"/>
                    <a:pt x="214" y="72"/>
                  </a:cubicBezTo>
                  <a:cubicBezTo>
                    <a:pt x="212" y="48"/>
                    <a:pt x="218" y="23"/>
                    <a:pt x="233" y="2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1104300" y="2942950"/>
              <a:ext cx="11275" cy="3675"/>
            </a:xfrm>
            <a:custGeom>
              <a:avLst/>
              <a:gdLst/>
              <a:ahLst/>
              <a:cxnLst/>
              <a:rect l="l" t="t" r="r" b="b"/>
              <a:pathLst>
                <a:path w="451" h="147" extrusionOk="0">
                  <a:moveTo>
                    <a:pt x="450" y="0"/>
                  </a:moveTo>
                  <a:lnTo>
                    <a:pt x="13" y="128"/>
                  </a:lnTo>
                  <a:cubicBezTo>
                    <a:pt x="14" y="137"/>
                    <a:pt x="9" y="144"/>
                    <a:pt x="3" y="146"/>
                  </a:cubicBezTo>
                  <a:lnTo>
                    <a:pt x="3" y="146"/>
                  </a:lnTo>
                  <a:lnTo>
                    <a:pt x="383" y="102"/>
                  </a:lnTo>
                  <a:cubicBezTo>
                    <a:pt x="423" y="95"/>
                    <a:pt x="450" y="60"/>
                    <a:pt x="450" y="0"/>
                  </a:cubicBezTo>
                  <a:close/>
                  <a:moveTo>
                    <a:pt x="3" y="146"/>
                  </a:moveTo>
                  <a:lnTo>
                    <a:pt x="0" y="146"/>
                  </a:lnTo>
                  <a:cubicBezTo>
                    <a:pt x="1" y="146"/>
                    <a:pt x="2" y="146"/>
                    <a:pt x="3" y="146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1103225" y="2944800"/>
              <a:ext cx="1450" cy="1825"/>
            </a:xfrm>
            <a:custGeom>
              <a:avLst/>
              <a:gdLst/>
              <a:ahLst/>
              <a:cxnLst/>
              <a:rect l="l" t="t" r="r" b="b"/>
              <a:pathLst>
                <a:path w="58" h="73" extrusionOk="0">
                  <a:moveTo>
                    <a:pt x="16" y="1"/>
                  </a:moveTo>
                  <a:cubicBezTo>
                    <a:pt x="6" y="1"/>
                    <a:pt x="0" y="8"/>
                    <a:pt x="0" y="21"/>
                  </a:cubicBezTo>
                  <a:cubicBezTo>
                    <a:pt x="2" y="40"/>
                    <a:pt x="12" y="58"/>
                    <a:pt x="29" y="69"/>
                  </a:cubicBezTo>
                  <a:cubicBezTo>
                    <a:pt x="34" y="71"/>
                    <a:pt x="38" y="72"/>
                    <a:pt x="41" y="72"/>
                  </a:cubicBezTo>
                  <a:cubicBezTo>
                    <a:pt x="51" y="72"/>
                    <a:pt x="57" y="65"/>
                    <a:pt x="57" y="52"/>
                  </a:cubicBezTo>
                  <a:cubicBezTo>
                    <a:pt x="56" y="32"/>
                    <a:pt x="45" y="15"/>
                    <a:pt x="28" y="5"/>
                  </a:cubicBezTo>
                  <a:cubicBezTo>
                    <a:pt x="23" y="2"/>
                    <a:pt x="19" y="1"/>
                    <a:pt x="16" y="1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1103325" y="2936500"/>
              <a:ext cx="12250" cy="9625"/>
            </a:xfrm>
            <a:custGeom>
              <a:avLst/>
              <a:gdLst/>
              <a:ahLst/>
              <a:cxnLst/>
              <a:rect l="l" t="t" r="r" b="b"/>
              <a:pathLst>
                <a:path w="490" h="385" extrusionOk="0">
                  <a:moveTo>
                    <a:pt x="287" y="1"/>
                  </a:moveTo>
                  <a:cubicBezTo>
                    <a:pt x="263" y="1"/>
                    <a:pt x="243" y="11"/>
                    <a:pt x="230" y="29"/>
                  </a:cubicBezTo>
                  <a:lnTo>
                    <a:pt x="1" y="338"/>
                  </a:lnTo>
                  <a:cubicBezTo>
                    <a:pt x="3" y="335"/>
                    <a:pt x="7" y="333"/>
                    <a:pt x="12" y="333"/>
                  </a:cubicBezTo>
                  <a:cubicBezTo>
                    <a:pt x="16" y="333"/>
                    <a:pt x="20" y="334"/>
                    <a:pt x="24" y="337"/>
                  </a:cubicBezTo>
                  <a:cubicBezTo>
                    <a:pt x="41" y="347"/>
                    <a:pt x="52" y="364"/>
                    <a:pt x="53" y="384"/>
                  </a:cubicBezTo>
                  <a:lnTo>
                    <a:pt x="489" y="258"/>
                  </a:lnTo>
                  <a:cubicBezTo>
                    <a:pt x="488" y="169"/>
                    <a:pt x="425" y="62"/>
                    <a:pt x="348" y="19"/>
                  </a:cubicBezTo>
                  <a:cubicBezTo>
                    <a:pt x="326" y="7"/>
                    <a:pt x="306" y="1"/>
                    <a:pt x="287" y="1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1102075" y="2945100"/>
              <a:ext cx="2350" cy="2050"/>
            </a:xfrm>
            <a:custGeom>
              <a:avLst/>
              <a:gdLst/>
              <a:ahLst/>
              <a:cxnLst/>
              <a:rect l="l" t="t" r="r" b="b"/>
              <a:pathLst>
                <a:path w="94" h="82" extrusionOk="0">
                  <a:moveTo>
                    <a:pt x="67" y="1"/>
                  </a:moveTo>
                  <a:cubicBezTo>
                    <a:pt x="65" y="1"/>
                    <a:pt x="63" y="1"/>
                    <a:pt x="62" y="2"/>
                  </a:cubicBezTo>
                  <a:lnTo>
                    <a:pt x="6" y="34"/>
                  </a:lnTo>
                  <a:cubicBezTo>
                    <a:pt x="2" y="37"/>
                    <a:pt x="0" y="42"/>
                    <a:pt x="0" y="46"/>
                  </a:cubicBezTo>
                  <a:cubicBezTo>
                    <a:pt x="2" y="60"/>
                    <a:pt x="8" y="72"/>
                    <a:pt x="20" y="80"/>
                  </a:cubicBezTo>
                  <a:cubicBezTo>
                    <a:pt x="22" y="81"/>
                    <a:pt x="25" y="82"/>
                    <a:pt x="28" y="82"/>
                  </a:cubicBezTo>
                  <a:cubicBezTo>
                    <a:pt x="30" y="82"/>
                    <a:pt x="32" y="81"/>
                    <a:pt x="34" y="80"/>
                  </a:cubicBezTo>
                  <a:lnTo>
                    <a:pt x="89" y="48"/>
                  </a:lnTo>
                  <a:cubicBezTo>
                    <a:pt x="92" y="45"/>
                    <a:pt x="94" y="40"/>
                    <a:pt x="94" y="36"/>
                  </a:cubicBezTo>
                  <a:cubicBezTo>
                    <a:pt x="92" y="23"/>
                    <a:pt x="86" y="11"/>
                    <a:pt x="75" y="3"/>
                  </a:cubicBezTo>
                  <a:cubicBezTo>
                    <a:pt x="73" y="1"/>
                    <a:pt x="70" y="1"/>
                    <a:pt x="67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1102225" y="2945100"/>
              <a:ext cx="1750" cy="900"/>
            </a:xfrm>
            <a:custGeom>
              <a:avLst/>
              <a:gdLst/>
              <a:ahLst/>
              <a:cxnLst/>
              <a:rect l="l" t="t" r="r" b="b"/>
              <a:pathLst>
                <a:path w="70" h="36" extrusionOk="0">
                  <a:moveTo>
                    <a:pt x="1" y="35"/>
                  </a:moveTo>
                  <a:lnTo>
                    <a:pt x="1" y="35"/>
                  </a:lnTo>
                  <a:cubicBezTo>
                    <a:pt x="1" y="35"/>
                    <a:pt x="1" y="35"/>
                    <a:pt x="0" y="36"/>
                  </a:cubicBezTo>
                  <a:lnTo>
                    <a:pt x="1" y="35"/>
                  </a:lnTo>
                  <a:close/>
                  <a:moveTo>
                    <a:pt x="61" y="1"/>
                  </a:moveTo>
                  <a:cubicBezTo>
                    <a:pt x="59" y="1"/>
                    <a:pt x="57" y="1"/>
                    <a:pt x="56" y="2"/>
                  </a:cubicBezTo>
                  <a:lnTo>
                    <a:pt x="1" y="35"/>
                  </a:lnTo>
                  <a:lnTo>
                    <a:pt x="1" y="35"/>
                  </a:lnTo>
                  <a:cubicBezTo>
                    <a:pt x="3" y="34"/>
                    <a:pt x="5" y="33"/>
                    <a:pt x="7" y="33"/>
                  </a:cubicBezTo>
                  <a:cubicBezTo>
                    <a:pt x="9" y="33"/>
                    <a:pt x="12" y="34"/>
                    <a:pt x="14" y="36"/>
                  </a:cubicBezTo>
                  <a:lnTo>
                    <a:pt x="69" y="3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rgbClr val="B1C5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1102525" y="2945175"/>
              <a:ext cx="1900" cy="1950"/>
            </a:xfrm>
            <a:custGeom>
              <a:avLst/>
              <a:gdLst/>
              <a:ahLst/>
              <a:cxnLst/>
              <a:rect l="l" t="t" r="r" b="b"/>
              <a:pathLst>
                <a:path w="76" h="78" extrusionOk="0">
                  <a:moveTo>
                    <a:pt x="56" y="0"/>
                  </a:moveTo>
                  <a:lnTo>
                    <a:pt x="1" y="33"/>
                  </a:lnTo>
                  <a:cubicBezTo>
                    <a:pt x="13" y="40"/>
                    <a:pt x="19" y="53"/>
                    <a:pt x="21" y="66"/>
                  </a:cubicBezTo>
                  <a:cubicBezTo>
                    <a:pt x="21" y="70"/>
                    <a:pt x="20" y="73"/>
                    <a:pt x="17" y="75"/>
                  </a:cubicBezTo>
                  <a:lnTo>
                    <a:pt x="17" y="75"/>
                  </a:lnTo>
                  <a:lnTo>
                    <a:pt x="70" y="45"/>
                  </a:lnTo>
                  <a:cubicBezTo>
                    <a:pt x="74" y="43"/>
                    <a:pt x="76" y="37"/>
                    <a:pt x="76" y="33"/>
                  </a:cubicBezTo>
                  <a:cubicBezTo>
                    <a:pt x="74" y="20"/>
                    <a:pt x="68" y="8"/>
                    <a:pt x="56" y="0"/>
                  </a:cubicBezTo>
                  <a:close/>
                  <a:moveTo>
                    <a:pt x="17" y="75"/>
                  </a:moveTo>
                  <a:lnTo>
                    <a:pt x="14" y="77"/>
                  </a:lnTo>
                  <a:cubicBezTo>
                    <a:pt x="16" y="77"/>
                    <a:pt x="17" y="76"/>
                    <a:pt x="17" y="75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1102075" y="2945925"/>
              <a:ext cx="975" cy="1250"/>
            </a:xfrm>
            <a:custGeom>
              <a:avLst/>
              <a:gdLst/>
              <a:ahLst/>
              <a:cxnLst/>
              <a:rect l="l" t="t" r="r" b="b"/>
              <a:pathLst>
                <a:path w="39" h="50" extrusionOk="0">
                  <a:moveTo>
                    <a:pt x="11" y="1"/>
                  </a:moveTo>
                  <a:cubicBezTo>
                    <a:pt x="5" y="1"/>
                    <a:pt x="0" y="6"/>
                    <a:pt x="0" y="15"/>
                  </a:cubicBezTo>
                  <a:cubicBezTo>
                    <a:pt x="0" y="27"/>
                    <a:pt x="8" y="39"/>
                    <a:pt x="20" y="47"/>
                  </a:cubicBezTo>
                  <a:cubicBezTo>
                    <a:pt x="23" y="49"/>
                    <a:pt x="26" y="50"/>
                    <a:pt x="29" y="50"/>
                  </a:cubicBezTo>
                  <a:cubicBezTo>
                    <a:pt x="35" y="50"/>
                    <a:pt x="39" y="45"/>
                    <a:pt x="39" y="36"/>
                  </a:cubicBezTo>
                  <a:cubicBezTo>
                    <a:pt x="37" y="23"/>
                    <a:pt x="31" y="10"/>
                    <a:pt x="20" y="4"/>
                  </a:cubicBezTo>
                  <a:cubicBezTo>
                    <a:pt x="17" y="2"/>
                    <a:pt x="14" y="1"/>
                    <a:pt x="11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1116275" y="2925475"/>
              <a:ext cx="16625" cy="9475"/>
            </a:xfrm>
            <a:custGeom>
              <a:avLst/>
              <a:gdLst/>
              <a:ahLst/>
              <a:cxnLst/>
              <a:rect l="l" t="t" r="r" b="b"/>
              <a:pathLst>
                <a:path w="665" h="379" extrusionOk="0">
                  <a:moveTo>
                    <a:pt x="299" y="151"/>
                  </a:moveTo>
                  <a:lnTo>
                    <a:pt x="265" y="171"/>
                  </a:lnTo>
                  <a:lnTo>
                    <a:pt x="265" y="171"/>
                  </a:lnTo>
                  <a:lnTo>
                    <a:pt x="265" y="171"/>
                  </a:lnTo>
                  <a:lnTo>
                    <a:pt x="299" y="151"/>
                  </a:lnTo>
                  <a:lnTo>
                    <a:pt x="299" y="151"/>
                  </a:lnTo>
                  <a:lnTo>
                    <a:pt x="299" y="151"/>
                  </a:lnTo>
                  <a:close/>
                  <a:moveTo>
                    <a:pt x="586" y="1"/>
                  </a:moveTo>
                  <a:cubicBezTo>
                    <a:pt x="569" y="1"/>
                    <a:pt x="552" y="5"/>
                    <a:pt x="537" y="12"/>
                  </a:cubicBezTo>
                  <a:lnTo>
                    <a:pt x="299" y="151"/>
                  </a:lnTo>
                  <a:lnTo>
                    <a:pt x="299" y="151"/>
                  </a:lnTo>
                  <a:lnTo>
                    <a:pt x="398" y="209"/>
                  </a:lnTo>
                  <a:lnTo>
                    <a:pt x="637" y="71"/>
                  </a:lnTo>
                  <a:cubicBezTo>
                    <a:pt x="664" y="54"/>
                    <a:pt x="663" y="29"/>
                    <a:pt x="637" y="12"/>
                  </a:cubicBezTo>
                  <a:cubicBezTo>
                    <a:pt x="620" y="5"/>
                    <a:pt x="603" y="1"/>
                    <a:pt x="586" y="1"/>
                  </a:cubicBezTo>
                  <a:close/>
                  <a:moveTo>
                    <a:pt x="265" y="171"/>
                  </a:moveTo>
                  <a:lnTo>
                    <a:pt x="28" y="309"/>
                  </a:lnTo>
                  <a:cubicBezTo>
                    <a:pt x="1" y="324"/>
                    <a:pt x="1" y="350"/>
                    <a:pt x="28" y="366"/>
                  </a:cubicBezTo>
                  <a:cubicBezTo>
                    <a:pt x="44" y="374"/>
                    <a:pt x="60" y="378"/>
                    <a:pt x="78" y="378"/>
                  </a:cubicBezTo>
                  <a:cubicBezTo>
                    <a:pt x="95" y="378"/>
                    <a:pt x="112" y="374"/>
                    <a:pt x="128" y="366"/>
                  </a:cubicBezTo>
                  <a:lnTo>
                    <a:pt x="365" y="228"/>
                  </a:lnTo>
                  <a:lnTo>
                    <a:pt x="265" y="171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1122875" y="2929225"/>
              <a:ext cx="3375" cy="1950"/>
            </a:xfrm>
            <a:custGeom>
              <a:avLst/>
              <a:gdLst/>
              <a:ahLst/>
              <a:cxnLst/>
              <a:rect l="l" t="t" r="r" b="b"/>
              <a:pathLst>
                <a:path w="135" h="78" extrusionOk="0">
                  <a:moveTo>
                    <a:pt x="35" y="1"/>
                  </a:moveTo>
                  <a:lnTo>
                    <a:pt x="1" y="21"/>
                  </a:lnTo>
                  <a:lnTo>
                    <a:pt x="102" y="78"/>
                  </a:lnTo>
                  <a:lnTo>
                    <a:pt x="134" y="59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7" name="Google Shape;577;p33"/>
          <p:cNvGrpSpPr/>
          <p:nvPr/>
        </p:nvGrpSpPr>
        <p:grpSpPr>
          <a:xfrm>
            <a:off x="4303542" y="1983469"/>
            <a:ext cx="536967" cy="577794"/>
            <a:chOff x="1486550" y="2579925"/>
            <a:chExt cx="341300" cy="367250"/>
          </a:xfrm>
        </p:grpSpPr>
        <p:sp>
          <p:nvSpPr>
            <p:cNvPr id="578" name="Google Shape;578;p33"/>
            <p:cNvSpPr/>
            <p:nvPr/>
          </p:nvSpPr>
          <p:spPr>
            <a:xfrm>
              <a:off x="1487550" y="2579925"/>
              <a:ext cx="340300" cy="367250"/>
            </a:xfrm>
            <a:custGeom>
              <a:avLst/>
              <a:gdLst/>
              <a:ahLst/>
              <a:cxnLst/>
              <a:rect l="l" t="t" r="r" b="b"/>
              <a:pathLst>
                <a:path w="13612" h="14690" extrusionOk="0">
                  <a:moveTo>
                    <a:pt x="5999" y="1"/>
                  </a:moveTo>
                  <a:cubicBezTo>
                    <a:pt x="5972" y="1"/>
                    <a:pt x="5948" y="7"/>
                    <a:pt x="5927" y="19"/>
                  </a:cubicBezTo>
                  <a:lnTo>
                    <a:pt x="5798" y="93"/>
                  </a:lnTo>
                  <a:cubicBezTo>
                    <a:pt x="5749" y="122"/>
                    <a:pt x="5718" y="183"/>
                    <a:pt x="5718" y="271"/>
                  </a:cubicBezTo>
                  <a:lnTo>
                    <a:pt x="5700" y="6421"/>
                  </a:lnTo>
                  <a:cubicBezTo>
                    <a:pt x="5700" y="6596"/>
                    <a:pt x="5821" y="6806"/>
                    <a:pt x="5972" y="6895"/>
                  </a:cubicBezTo>
                  <a:cubicBezTo>
                    <a:pt x="5897" y="6854"/>
                    <a:pt x="5800" y="6834"/>
                    <a:pt x="5704" y="6834"/>
                  </a:cubicBezTo>
                  <a:cubicBezTo>
                    <a:pt x="5605" y="6834"/>
                    <a:pt x="5506" y="6856"/>
                    <a:pt x="5430" y="6900"/>
                  </a:cubicBezTo>
                  <a:lnTo>
                    <a:pt x="113" y="9991"/>
                  </a:lnTo>
                  <a:cubicBezTo>
                    <a:pt x="37" y="10034"/>
                    <a:pt x="1" y="10092"/>
                    <a:pt x="1" y="10149"/>
                  </a:cubicBezTo>
                  <a:lnTo>
                    <a:pt x="1" y="10298"/>
                  </a:lnTo>
                  <a:cubicBezTo>
                    <a:pt x="1" y="10355"/>
                    <a:pt x="39" y="10413"/>
                    <a:pt x="116" y="10458"/>
                  </a:cubicBezTo>
                  <a:lnTo>
                    <a:pt x="7327" y="14623"/>
                  </a:lnTo>
                  <a:cubicBezTo>
                    <a:pt x="7404" y="14667"/>
                    <a:pt x="7504" y="14689"/>
                    <a:pt x="7603" y="14689"/>
                  </a:cubicBezTo>
                  <a:cubicBezTo>
                    <a:pt x="7703" y="14689"/>
                    <a:pt x="7802" y="14667"/>
                    <a:pt x="7878" y="14623"/>
                  </a:cubicBezTo>
                  <a:lnTo>
                    <a:pt x="13195" y="11533"/>
                  </a:lnTo>
                  <a:cubicBezTo>
                    <a:pt x="13271" y="11489"/>
                    <a:pt x="13308" y="11432"/>
                    <a:pt x="13308" y="11373"/>
                  </a:cubicBezTo>
                  <a:lnTo>
                    <a:pt x="13308" y="11231"/>
                  </a:lnTo>
                  <a:cubicBezTo>
                    <a:pt x="13311" y="11174"/>
                    <a:pt x="13275" y="11115"/>
                    <a:pt x="13202" y="11071"/>
                  </a:cubicBezTo>
                  <a:lnTo>
                    <a:pt x="13202" y="11071"/>
                  </a:lnTo>
                  <a:cubicBezTo>
                    <a:pt x="13241" y="11091"/>
                    <a:pt x="13278" y="11101"/>
                    <a:pt x="13312" y="11101"/>
                  </a:cubicBezTo>
                  <a:cubicBezTo>
                    <a:pt x="13339" y="11101"/>
                    <a:pt x="13364" y="11094"/>
                    <a:pt x="13385" y="11082"/>
                  </a:cubicBezTo>
                  <a:lnTo>
                    <a:pt x="13385" y="11082"/>
                  </a:lnTo>
                  <a:cubicBezTo>
                    <a:pt x="13385" y="11082"/>
                    <a:pt x="13385" y="11083"/>
                    <a:pt x="13384" y="11083"/>
                  </a:cubicBezTo>
                  <a:lnTo>
                    <a:pt x="13513" y="11008"/>
                  </a:lnTo>
                  <a:cubicBezTo>
                    <a:pt x="13563" y="10979"/>
                    <a:pt x="13593" y="10917"/>
                    <a:pt x="13593" y="10831"/>
                  </a:cubicBezTo>
                  <a:lnTo>
                    <a:pt x="13612" y="4680"/>
                  </a:lnTo>
                  <a:cubicBezTo>
                    <a:pt x="13612" y="4505"/>
                    <a:pt x="13489" y="4293"/>
                    <a:pt x="13337" y="4204"/>
                  </a:cubicBezTo>
                  <a:lnTo>
                    <a:pt x="6124" y="39"/>
                  </a:lnTo>
                  <a:cubicBezTo>
                    <a:pt x="6079" y="13"/>
                    <a:pt x="6036" y="1"/>
                    <a:pt x="5999" y="1"/>
                  </a:cubicBez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1822175" y="2850700"/>
              <a:ext cx="5225" cy="6325"/>
            </a:xfrm>
            <a:custGeom>
              <a:avLst/>
              <a:gdLst/>
              <a:ahLst/>
              <a:cxnLst/>
              <a:rect l="l" t="t" r="r" b="b"/>
              <a:pathLst>
                <a:path w="209" h="253" extrusionOk="0">
                  <a:moveTo>
                    <a:pt x="208" y="0"/>
                  </a:moveTo>
                  <a:lnTo>
                    <a:pt x="81" y="74"/>
                  </a:lnTo>
                  <a:cubicBezTo>
                    <a:pt x="81" y="161"/>
                    <a:pt x="50" y="223"/>
                    <a:pt x="1" y="252"/>
                  </a:cubicBezTo>
                  <a:lnTo>
                    <a:pt x="128" y="177"/>
                  </a:lnTo>
                  <a:cubicBezTo>
                    <a:pt x="178" y="148"/>
                    <a:pt x="208" y="88"/>
                    <a:pt x="208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1824175" y="2696900"/>
              <a:ext cx="3675" cy="155650"/>
            </a:xfrm>
            <a:custGeom>
              <a:avLst/>
              <a:gdLst/>
              <a:ahLst/>
              <a:cxnLst/>
              <a:rect l="l" t="t" r="r" b="b"/>
              <a:pathLst>
                <a:path w="147" h="6226" extrusionOk="0">
                  <a:moveTo>
                    <a:pt x="147" y="1"/>
                  </a:moveTo>
                  <a:lnTo>
                    <a:pt x="18" y="76"/>
                  </a:lnTo>
                  <a:lnTo>
                    <a:pt x="1" y="6226"/>
                  </a:lnTo>
                  <a:lnTo>
                    <a:pt x="128" y="6152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1637400" y="2580875"/>
              <a:ext cx="183550" cy="106000"/>
            </a:xfrm>
            <a:custGeom>
              <a:avLst/>
              <a:gdLst/>
              <a:ahLst/>
              <a:cxnLst/>
              <a:rect l="l" t="t" r="r" b="b"/>
              <a:pathLst>
                <a:path w="7342" h="4240" extrusionOk="0">
                  <a:moveTo>
                    <a:pt x="130" y="1"/>
                  </a:moveTo>
                  <a:lnTo>
                    <a:pt x="1" y="75"/>
                  </a:lnTo>
                  <a:lnTo>
                    <a:pt x="7214" y="4239"/>
                  </a:lnTo>
                  <a:lnTo>
                    <a:pt x="7341" y="416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1817725" y="2685000"/>
              <a:ext cx="10125" cy="13825"/>
            </a:xfrm>
            <a:custGeom>
              <a:avLst/>
              <a:gdLst/>
              <a:ahLst/>
              <a:cxnLst/>
              <a:rect l="l" t="t" r="r" b="b"/>
              <a:pathLst>
                <a:path w="405" h="553" extrusionOk="0">
                  <a:moveTo>
                    <a:pt x="128" y="1"/>
                  </a:moveTo>
                  <a:lnTo>
                    <a:pt x="1" y="74"/>
                  </a:lnTo>
                  <a:cubicBezTo>
                    <a:pt x="153" y="164"/>
                    <a:pt x="277" y="377"/>
                    <a:pt x="276" y="552"/>
                  </a:cubicBezTo>
                  <a:lnTo>
                    <a:pt x="405" y="477"/>
                  </a:lnTo>
                  <a:cubicBezTo>
                    <a:pt x="405" y="302"/>
                    <a:pt x="282" y="88"/>
                    <a:pt x="128" y="1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1630050" y="2581800"/>
              <a:ext cx="194625" cy="275650"/>
            </a:xfrm>
            <a:custGeom>
              <a:avLst/>
              <a:gdLst/>
              <a:ahLst/>
              <a:cxnLst/>
              <a:rect l="l" t="t" r="r" b="b"/>
              <a:pathLst>
                <a:path w="7785" h="11026" extrusionOk="0">
                  <a:moveTo>
                    <a:pt x="172" y="0"/>
                  </a:moveTo>
                  <a:cubicBezTo>
                    <a:pt x="81" y="0"/>
                    <a:pt x="18" y="72"/>
                    <a:pt x="18" y="196"/>
                  </a:cubicBezTo>
                  <a:lnTo>
                    <a:pt x="2" y="6346"/>
                  </a:lnTo>
                  <a:cubicBezTo>
                    <a:pt x="0" y="6521"/>
                    <a:pt x="123" y="6734"/>
                    <a:pt x="277" y="6823"/>
                  </a:cubicBezTo>
                  <a:lnTo>
                    <a:pt x="7489" y="10988"/>
                  </a:lnTo>
                  <a:cubicBezTo>
                    <a:pt x="7534" y="11014"/>
                    <a:pt x="7575" y="11026"/>
                    <a:pt x="7613" y="11026"/>
                  </a:cubicBezTo>
                  <a:cubicBezTo>
                    <a:pt x="7703" y="11026"/>
                    <a:pt x="7766" y="10954"/>
                    <a:pt x="7766" y="10830"/>
                  </a:cubicBezTo>
                  <a:lnTo>
                    <a:pt x="7783" y="4680"/>
                  </a:lnTo>
                  <a:cubicBezTo>
                    <a:pt x="7784" y="4505"/>
                    <a:pt x="7660" y="4292"/>
                    <a:pt x="7508" y="4202"/>
                  </a:cubicBezTo>
                  <a:lnTo>
                    <a:pt x="295" y="38"/>
                  </a:lnTo>
                  <a:cubicBezTo>
                    <a:pt x="251" y="12"/>
                    <a:pt x="209" y="0"/>
                    <a:pt x="172" y="0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1487500" y="2833625"/>
              <a:ext cx="2925" cy="7750"/>
            </a:xfrm>
            <a:custGeom>
              <a:avLst/>
              <a:gdLst/>
              <a:ahLst/>
              <a:cxnLst/>
              <a:rect l="l" t="t" r="r" b="b"/>
              <a:pathLst>
                <a:path w="117" h="310" extrusionOk="0">
                  <a:moveTo>
                    <a:pt x="1" y="1"/>
                  </a:moveTo>
                  <a:lnTo>
                    <a:pt x="1" y="148"/>
                  </a:lnTo>
                  <a:cubicBezTo>
                    <a:pt x="1" y="207"/>
                    <a:pt x="39" y="265"/>
                    <a:pt x="116" y="310"/>
                  </a:cubicBezTo>
                  <a:lnTo>
                    <a:pt x="116" y="161"/>
                  </a:lnTo>
                  <a:cubicBezTo>
                    <a:pt x="39" y="118"/>
                    <a:pt x="1" y="58"/>
                    <a:pt x="1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1817425" y="2860550"/>
              <a:ext cx="2875" cy="7725"/>
            </a:xfrm>
            <a:custGeom>
              <a:avLst/>
              <a:gdLst/>
              <a:ahLst/>
              <a:cxnLst/>
              <a:rect l="l" t="t" r="r" b="b"/>
              <a:pathLst>
                <a:path w="115" h="309" extrusionOk="0">
                  <a:moveTo>
                    <a:pt x="114" y="1"/>
                  </a:moveTo>
                  <a:cubicBezTo>
                    <a:pt x="114" y="58"/>
                    <a:pt x="76" y="116"/>
                    <a:pt x="0" y="159"/>
                  </a:cubicBezTo>
                  <a:lnTo>
                    <a:pt x="0" y="308"/>
                  </a:lnTo>
                  <a:cubicBezTo>
                    <a:pt x="76" y="265"/>
                    <a:pt x="114" y="207"/>
                    <a:pt x="114" y="150"/>
                  </a:cubicBezTo>
                  <a:lnTo>
                    <a:pt x="114" y="1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1684450" y="2864525"/>
              <a:ext cx="133000" cy="80975"/>
            </a:xfrm>
            <a:custGeom>
              <a:avLst/>
              <a:gdLst/>
              <a:ahLst/>
              <a:cxnLst/>
              <a:rect l="l" t="t" r="r" b="b"/>
              <a:pathLst>
                <a:path w="5320" h="3239" extrusionOk="0">
                  <a:moveTo>
                    <a:pt x="5319" y="0"/>
                  </a:moveTo>
                  <a:lnTo>
                    <a:pt x="2" y="3091"/>
                  </a:lnTo>
                  <a:lnTo>
                    <a:pt x="1" y="3239"/>
                  </a:lnTo>
                  <a:lnTo>
                    <a:pt x="1" y="3239"/>
                  </a:lnTo>
                  <a:lnTo>
                    <a:pt x="5319" y="149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1490400" y="2837625"/>
              <a:ext cx="180325" cy="107875"/>
            </a:xfrm>
            <a:custGeom>
              <a:avLst/>
              <a:gdLst/>
              <a:ahLst/>
              <a:cxnLst/>
              <a:rect l="l" t="t" r="r" b="b"/>
              <a:pathLst>
                <a:path w="7213" h="4315" extrusionOk="0">
                  <a:moveTo>
                    <a:pt x="0" y="1"/>
                  </a:moveTo>
                  <a:lnTo>
                    <a:pt x="0" y="150"/>
                  </a:lnTo>
                  <a:lnTo>
                    <a:pt x="7213" y="4315"/>
                  </a:lnTo>
                  <a:lnTo>
                    <a:pt x="7213" y="41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1670700" y="2941800"/>
              <a:ext cx="13825" cy="5350"/>
            </a:xfrm>
            <a:custGeom>
              <a:avLst/>
              <a:gdLst/>
              <a:ahLst/>
              <a:cxnLst/>
              <a:rect l="l" t="t" r="r" b="b"/>
              <a:pathLst>
                <a:path w="553" h="214" extrusionOk="0">
                  <a:moveTo>
                    <a:pt x="1" y="0"/>
                  </a:moveTo>
                  <a:lnTo>
                    <a:pt x="1" y="148"/>
                  </a:lnTo>
                  <a:cubicBezTo>
                    <a:pt x="78" y="191"/>
                    <a:pt x="178" y="213"/>
                    <a:pt x="277" y="213"/>
                  </a:cubicBezTo>
                  <a:cubicBezTo>
                    <a:pt x="377" y="213"/>
                    <a:pt x="476" y="191"/>
                    <a:pt x="552" y="148"/>
                  </a:cubicBezTo>
                  <a:lnTo>
                    <a:pt x="552" y="0"/>
                  </a:lnTo>
                  <a:cubicBezTo>
                    <a:pt x="476" y="44"/>
                    <a:pt x="377" y="66"/>
                    <a:pt x="277" y="66"/>
                  </a:cubicBezTo>
                  <a:cubicBezTo>
                    <a:pt x="177" y="66"/>
                    <a:pt x="77" y="44"/>
                    <a:pt x="1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1486550" y="2750775"/>
              <a:ext cx="334700" cy="192675"/>
            </a:xfrm>
            <a:custGeom>
              <a:avLst/>
              <a:gdLst/>
              <a:ahLst/>
              <a:cxnLst/>
              <a:rect l="l" t="t" r="r" b="b"/>
              <a:pathLst>
                <a:path w="13388" h="7707" extrusionOk="0">
                  <a:moveTo>
                    <a:pt x="5746" y="0"/>
                  </a:moveTo>
                  <a:cubicBezTo>
                    <a:pt x="5646" y="0"/>
                    <a:pt x="5546" y="22"/>
                    <a:pt x="5471" y="66"/>
                  </a:cubicBezTo>
                  <a:lnTo>
                    <a:pt x="153" y="3157"/>
                  </a:lnTo>
                  <a:cubicBezTo>
                    <a:pt x="1" y="3244"/>
                    <a:pt x="1" y="3387"/>
                    <a:pt x="154" y="3475"/>
                  </a:cubicBezTo>
                  <a:lnTo>
                    <a:pt x="7367" y="7641"/>
                  </a:lnTo>
                  <a:cubicBezTo>
                    <a:pt x="7444" y="7685"/>
                    <a:pt x="7544" y="7707"/>
                    <a:pt x="7643" y="7707"/>
                  </a:cubicBezTo>
                  <a:cubicBezTo>
                    <a:pt x="7743" y="7707"/>
                    <a:pt x="7842" y="7685"/>
                    <a:pt x="7918" y="7641"/>
                  </a:cubicBezTo>
                  <a:lnTo>
                    <a:pt x="13235" y="4550"/>
                  </a:lnTo>
                  <a:cubicBezTo>
                    <a:pt x="13388" y="4463"/>
                    <a:pt x="13386" y="4320"/>
                    <a:pt x="13234" y="4232"/>
                  </a:cubicBezTo>
                  <a:lnTo>
                    <a:pt x="6021" y="66"/>
                  </a:lnTo>
                  <a:cubicBezTo>
                    <a:pt x="5945" y="22"/>
                    <a:pt x="5845" y="0"/>
                    <a:pt x="5746" y="0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1550300" y="2759175"/>
              <a:ext cx="256925" cy="147850"/>
            </a:xfrm>
            <a:custGeom>
              <a:avLst/>
              <a:gdLst/>
              <a:ahLst/>
              <a:cxnLst/>
              <a:rect l="l" t="t" r="r" b="b"/>
              <a:pathLst>
                <a:path w="10277" h="5914" extrusionOk="0">
                  <a:moveTo>
                    <a:pt x="3179" y="1"/>
                  </a:moveTo>
                  <a:cubicBezTo>
                    <a:pt x="3106" y="1"/>
                    <a:pt x="3033" y="17"/>
                    <a:pt x="2978" y="49"/>
                  </a:cubicBezTo>
                  <a:lnTo>
                    <a:pt x="111" y="1715"/>
                  </a:lnTo>
                  <a:cubicBezTo>
                    <a:pt x="1" y="1779"/>
                    <a:pt x="1" y="1884"/>
                    <a:pt x="111" y="1948"/>
                  </a:cubicBezTo>
                  <a:lnTo>
                    <a:pt x="6897" y="5866"/>
                  </a:lnTo>
                  <a:cubicBezTo>
                    <a:pt x="6953" y="5898"/>
                    <a:pt x="7026" y="5914"/>
                    <a:pt x="7099" y="5914"/>
                  </a:cubicBezTo>
                  <a:cubicBezTo>
                    <a:pt x="7172" y="5914"/>
                    <a:pt x="7244" y="5898"/>
                    <a:pt x="7300" y="5866"/>
                  </a:cubicBezTo>
                  <a:lnTo>
                    <a:pt x="10166" y="4199"/>
                  </a:lnTo>
                  <a:cubicBezTo>
                    <a:pt x="10277" y="4136"/>
                    <a:pt x="10277" y="4031"/>
                    <a:pt x="10165" y="3967"/>
                  </a:cubicBezTo>
                  <a:lnTo>
                    <a:pt x="10166" y="3967"/>
                  </a:lnTo>
                  <a:lnTo>
                    <a:pt x="3381" y="49"/>
                  </a:lnTo>
                  <a:cubicBezTo>
                    <a:pt x="3324" y="17"/>
                    <a:pt x="3251" y="1"/>
                    <a:pt x="3179" y="1"/>
                  </a:cubicBez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1554750" y="2841100"/>
              <a:ext cx="99625" cy="57125"/>
            </a:xfrm>
            <a:custGeom>
              <a:avLst/>
              <a:gdLst/>
              <a:ahLst/>
              <a:cxnLst/>
              <a:rect l="l" t="t" r="r" b="b"/>
              <a:pathLst>
                <a:path w="3985" h="2285" extrusionOk="0">
                  <a:moveTo>
                    <a:pt x="1694" y="0"/>
                  </a:moveTo>
                  <a:cubicBezTo>
                    <a:pt x="1647" y="0"/>
                    <a:pt x="1600" y="11"/>
                    <a:pt x="1557" y="32"/>
                  </a:cubicBezTo>
                  <a:lnTo>
                    <a:pt x="76" y="894"/>
                  </a:lnTo>
                  <a:cubicBezTo>
                    <a:pt x="1" y="937"/>
                    <a:pt x="1" y="1009"/>
                    <a:pt x="76" y="1052"/>
                  </a:cubicBezTo>
                  <a:lnTo>
                    <a:pt x="2155" y="2252"/>
                  </a:lnTo>
                  <a:cubicBezTo>
                    <a:pt x="2198" y="2274"/>
                    <a:pt x="2245" y="2284"/>
                    <a:pt x="2292" y="2284"/>
                  </a:cubicBezTo>
                  <a:cubicBezTo>
                    <a:pt x="2338" y="2284"/>
                    <a:pt x="2385" y="2274"/>
                    <a:pt x="2428" y="2252"/>
                  </a:cubicBezTo>
                  <a:lnTo>
                    <a:pt x="3909" y="1392"/>
                  </a:lnTo>
                  <a:cubicBezTo>
                    <a:pt x="3984" y="1347"/>
                    <a:pt x="3984" y="1277"/>
                    <a:pt x="3909" y="1234"/>
                  </a:cubicBezTo>
                  <a:lnTo>
                    <a:pt x="1831" y="32"/>
                  </a:lnTo>
                  <a:cubicBezTo>
                    <a:pt x="1788" y="11"/>
                    <a:pt x="1741" y="0"/>
                    <a:pt x="1694" y="0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1716600" y="2829175"/>
              <a:ext cx="77725" cy="48650"/>
            </a:xfrm>
            <a:custGeom>
              <a:avLst/>
              <a:gdLst/>
              <a:ahLst/>
              <a:cxnLst/>
              <a:rect l="l" t="t" r="r" b="b"/>
              <a:pathLst>
                <a:path w="3109" h="1946" extrusionOk="0">
                  <a:moveTo>
                    <a:pt x="1217" y="1"/>
                  </a:moveTo>
                  <a:lnTo>
                    <a:pt x="632" y="340"/>
                  </a:lnTo>
                  <a:lnTo>
                    <a:pt x="632" y="396"/>
                  </a:lnTo>
                  <a:lnTo>
                    <a:pt x="585" y="368"/>
                  </a:lnTo>
                  <a:lnTo>
                    <a:pt x="1" y="707"/>
                  </a:lnTo>
                  <a:lnTo>
                    <a:pt x="1" y="853"/>
                  </a:lnTo>
                  <a:lnTo>
                    <a:pt x="589" y="1193"/>
                  </a:lnTo>
                  <a:lnTo>
                    <a:pt x="652" y="1156"/>
                  </a:lnTo>
                  <a:lnTo>
                    <a:pt x="652" y="1230"/>
                  </a:lnTo>
                  <a:lnTo>
                    <a:pt x="1241" y="1569"/>
                  </a:lnTo>
                  <a:lnTo>
                    <a:pt x="1304" y="1532"/>
                  </a:lnTo>
                  <a:lnTo>
                    <a:pt x="1304" y="1606"/>
                  </a:lnTo>
                  <a:lnTo>
                    <a:pt x="1892" y="1946"/>
                  </a:lnTo>
                  <a:lnTo>
                    <a:pt x="2476" y="1606"/>
                  </a:lnTo>
                  <a:lnTo>
                    <a:pt x="2476" y="1551"/>
                  </a:lnTo>
                  <a:lnTo>
                    <a:pt x="2523" y="1579"/>
                  </a:lnTo>
                  <a:lnTo>
                    <a:pt x="3107" y="1239"/>
                  </a:lnTo>
                  <a:lnTo>
                    <a:pt x="3109" y="1093"/>
                  </a:lnTo>
                  <a:lnTo>
                    <a:pt x="2520" y="754"/>
                  </a:lnTo>
                  <a:lnTo>
                    <a:pt x="2456" y="790"/>
                  </a:lnTo>
                  <a:lnTo>
                    <a:pt x="2457" y="717"/>
                  </a:lnTo>
                  <a:lnTo>
                    <a:pt x="1869" y="377"/>
                  </a:lnTo>
                  <a:lnTo>
                    <a:pt x="1804" y="414"/>
                  </a:lnTo>
                  <a:lnTo>
                    <a:pt x="1804" y="340"/>
                  </a:lnTo>
                  <a:lnTo>
                    <a:pt x="121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1677125" y="2861325"/>
              <a:ext cx="61925" cy="39425"/>
            </a:xfrm>
            <a:custGeom>
              <a:avLst/>
              <a:gdLst/>
              <a:ahLst/>
              <a:cxnLst/>
              <a:rect l="l" t="t" r="r" b="b"/>
              <a:pathLst>
                <a:path w="2477" h="1577" extrusionOk="0">
                  <a:moveTo>
                    <a:pt x="584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9" y="826"/>
                  </a:lnTo>
                  <a:lnTo>
                    <a:pt x="652" y="787"/>
                  </a:lnTo>
                  <a:lnTo>
                    <a:pt x="652" y="861"/>
                  </a:lnTo>
                  <a:lnTo>
                    <a:pt x="1240" y="1200"/>
                  </a:lnTo>
                  <a:lnTo>
                    <a:pt x="1305" y="1164"/>
                  </a:lnTo>
                  <a:lnTo>
                    <a:pt x="1305" y="1237"/>
                  </a:lnTo>
                  <a:lnTo>
                    <a:pt x="1892" y="1577"/>
                  </a:lnTo>
                  <a:lnTo>
                    <a:pt x="2477" y="1237"/>
                  </a:lnTo>
                  <a:lnTo>
                    <a:pt x="2477" y="1091"/>
                  </a:lnTo>
                  <a:lnTo>
                    <a:pt x="1952" y="789"/>
                  </a:lnTo>
                  <a:lnTo>
                    <a:pt x="2472" y="486"/>
                  </a:lnTo>
                  <a:lnTo>
                    <a:pt x="2472" y="340"/>
                  </a:lnTo>
                  <a:lnTo>
                    <a:pt x="1884" y="1"/>
                  </a:lnTo>
                  <a:lnTo>
                    <a:pt x="1300" y="340"/>
                  </a:lnTo>
                  <a:lnTo>
                    <a:pt x="1300" y="412"/>
                  </a:lnTo>
                  <a:lnTo>
                    <a:pt x="1237" y="375"/>
                  </a:lnTo>
                  <a:lnTo>
                    <a:pt x="1173" y="412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1618375" y="2763350"/>
              <a:ext cx="110775" cy="67700"/>
            </a:xfrm>
            <a:custGeom>
              <a:avLst/>
              <a:gdLst/>
              <a:ahLst/>
              <a:cxnLst/>
              <a:rect l="l" t="t" r="r" b="b"/>
              <a:pathLst>
                <a:path w="4431" h="2708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8" y="826"/>
                  </a:lnTo>
                  <a:lnTo>
                    <a:pt x="651" y="789"/>
                  </a:lnTo>
                  <a:lnTo>
                    <a:pt x="651" y="862"/>
                  </a:lnTo>
                  <a:lnTo>
                    <a:pt x="1240" y="1202"/>
                  </a:lnTo>
                  <a:lnTo>
                    <a:pt x="1304" y="1165"/>
                  </a:lnTo>
                  <a:lnTo>
                    <a:pt x="1303" y="1239"/>
                  </a:lnTo>
                  <a:lnTo>
                    <a:pt x="1891" y="1578"/>
                  </a:lnTo>
                  <a:lnTo>
                    <a:pt x="1956" y="1542"/>
                  </a:lnTo>
                  <a:lnTo>
                    <a:pt x="1956" y="1615"/>
                  </a:lnTo>
                  <a:lnTo>
                    <a:pt x="2543" y="1955"/>
                  </a:lnTo>
                  <a:lnTo>
                    <a:pt x="2607" y="1918"/>
                  </a:lnTo>
                  <a:lnTo>
                    <a:pt x="2607" y="1992"/>
                  </a:lnTo>
                  <a:lnTo>
                    <a:pt x="3194" y="2331"/>
                  </a:lnTo>
                  <a:lnTo>
                    <a:pt x="3258" y="2294"/>
                  </a:lnTo>
                  <a:lnTo>
                    <a:pt x="3258" y="2368"/>
                  </a:lnTo>
                  <a:lnTo>
                    <a:pt x="3847" y="2708"/>
                  </a:lnTo>
                  <a:lnTo>
                    <a:pt x="4431" y="2368"/>
                  </a:lnTo>
                  <a:lnTo>
                    <a:pt x="4431" y="2221"/>
                  </a:lnTo>
                  <a:lnTo>
                    <a:pt x="3842" y="1883"/>
                  </a:lnTo>
                  <a:lnTo>
                    <a:pt x="3779" y="1919"/>
                  </a:lnTo>
                  <a:lnTo>
                    <a:pt x="3779" y="1846"/>
                  </a:lnTo>
                  <a:lnTo>
                    <a:pt x="3191" y="1506"/>
                  </a:lnTo>
                  <a:lnTo>
                    <a:pt x="3128" y="1543"/>
                  </a:lnTo>
                  <a:lnTo>
                    <a:pt x="3128" y="1469"/>
                  </a:lnTo>
                  <a:lnTo>
                    <a:pt x="2539" y="1130"/>
                  </a:lnTo>
                  <a:lnTo>
                    <a:pt x="2476" y="1167"/>
                  </a:lnTo>
                  <a:lnTo>
                    <a:pt x="2476" y="1093"/>
                  </a:lnTo>
                  <a:lnTo>
                    <a:pt x="1888" y="753"/>
                  </a:lnTo>
                  <a:lnTo>
                    <a:pt x="1825" y="790"/>
                  </a:lnTo>
                  <a:lnTo>
                    <a:pt x="1825" y="717"/>
                  </a:lnTo>
                  <a:lnTo>
                    <a:pt x="1237" y="377"/>
                  </a:lnTo>
                  <a:lnTo>
                    <a:pt x="1172" y="414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1563125" y="2776675"/>
              <a:ext cx="143125" cy="86475"/>
            </a:xfrm>
            <a:custGeom>
              <a:avLst/>
              <a:gdLst/>
              <a:ahLst/>
              <a:cxnLst/>
              <a:rect l="l" t="t" r="r" b="b"/>
              <a:pathLst>
                <a:path w="5725" h="3459" extrusionOk="0">
                  <a:moveTo>
                    <a:pt x="1877" y="1"/>
                  </a:moveTo>
                  <a:lnTo>
                    <a:pt x="1294" y="340"/>
                  </a:lnTo>
                  <a:lnTo>
                    <a:pt x="1294" y="414"/>
                  </a:lnTo>
                  <a:lnTo>
                    <a:pt x="1231" y="377"/>
                  </a:lnTo>
                  <a:lnTo>
                    <a:pt x="648" y="717"/>
                  </a:lnTo>
                  <a:lnTo>
                    <a:pt x="648" y="789"/>
                  </a:lnTo>
                  <a:lnTo>
                    <a:pt x="585" y="753"/>
                  </a:lnTo>
                  <a:lnTo>
                    <a:pt x="1" y="1093"/>
                  </a:lnTo>
                  <a:lnTo>
                    <a:pt x="1" y="1239"/>
                  </a:lnTo>
                  <a:lnTo>
                    <a:pt x="588" y="1578"/>
                  </a:lnTo>
                  <a:lnTo>
                    <a:pt x="652" y="1542"/>
                  </a:lnTo>
                  <a:lnTo>
                    <a:pt x="652" y="1615"/>
                  </a:lnTo>
                  <a:lnTo>
                    <a:pt x="3195" y="3082"/>
                  </a:lnTo>
                  <a:lnTo>
                    <a:pt x="3259" y="3046"/>
                  </a:lnTo>
                  <a:lnTo>
                    <a:pt x="3259" y="3119"/>
                  </a:lnTo>
                  <a:lnTo>
                    <a:pt x="3846" y="3459"/>
                  </a:lnTo>
                  <a:lnTo>
                    <a:pt x="4431" y="3119"/>
                  </a:lnTo>
                  <a:lnTo>
                    <a:pt x="4431" y="3047"/>
                  </a:lnTo>
                  <a:lnTo>
                    <a:pt x="4494" y="3082"/>
                  </a:lnTo>
                  <a:lnTo>
                    <a:pt x="5077" y="2743"/>
                  </a:lnTo>
                  <a:lnTo>
                    <a:pt x="5077" y="2669"/>
                  </a:lnTo>
                  <a:lnTo>
                    <a:pt x="5140" y="2706"/>
                  </a:lnTo>
                  <a:lnTo>
                    <a:pt x="5725" y="2367"/>
                  </a:lnTo>
                  <a:lnTo>
                    <a:pt x="5725" y="2221"/>
                  </a:lnTo>
                  <a:lnTo>
                    <a:pt x="5137" y="1881"/>
                  </a:lnTo>
                  <a:lnTo>
                    <a:pt x="5072" y="1918"/>
                  </a:lnTo>
                  <a:lnTo>
                    <a:pt x="5072" y="1844"/>
                  </a:lnTo>
                  <a:lnTo>
                    <a:pt x="4485" y="1505"/>
                  </a:lnTo>
                  <a:lnTo>
                    <a:pt x="4421" y="1542"/>
                  </a:lnTo>
                  <a:lnTo>
                    <a:pt x="4421" y="1468"/>
                  </a:lnTo>
                  <a:lnTo>
                    <a:pt x="3832" y="1128"/>
                  </a:lnTo>
                  <a:lnTo>
                    <a:pt x="3769" y="1165"/>
                  </a:lnTo>
                  <a:lnTo>
                    <a:pt x="3769" y="1091"/>
                  </a:lnTo>
                  <a:lnTo>
                    <a:pt x="3181" y="752"/>
                  </a:lnTo>
                  <a:lnTo>
                    <a:pt x="3116" y="790"/>
                  </a:lnTo>
                  <a:lnTo>
                    <a:pt x="3116" y="717"/>
                  </a:lnTo>
                  <a:lnTo>
                    <a:pt x="2530" y="377"/>
                  </a:lnTo>
                  <a:lnTo>
                    <a:pt x="2465" y="414"/>
                  </a:lnTo>
                  <a:lnTo>
                    <a:pt x="2465" y="340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1747100" y="2837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4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1732400" y="2837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1732400" y="2829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1763375" y="28470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1748675" y="28470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1748675" y="28386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1779675" y="28565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1764950" y="28565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1765000" y="2848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7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1731325" y="284685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1716600" y="284685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1716600" y="28383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1747600" y="28562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1732900" y="28562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1732900" y="28477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1763875" y="2865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1749175" y="2865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1749175" y="2857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1724300" y="286982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5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0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17096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17096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1691825" y="286982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16771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16771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1708125" y="2879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1693400" y="2879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1693400" y="28707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5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1724400" y="28886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1709700" y="288860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1709725" y="28801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8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1633075" y="27718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1618375" y="27718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8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1618375" y="27633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1649350" y="27812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1634650" y="27812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1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1634675" y="2772775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8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1665650" y="2790650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1650925" y="2790650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1650975" y="2782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1681925" y="28000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1667250" y="28000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1667250" y="27915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1698200" y="28094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1683550" y="28094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1683550" y="2801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8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1714525" y="2818850"/>
              <a:ext cx="14625" cy="12200"/>
            </a:xfrm>
            <a:custGeom>
              <a:avLst/>
              <a:gdLst/>
              <a:ahLst/>
              <a:cxnLst/>
              <a:rect l="l" t="t" r="r" b="b"/>
              <a:pathLst>
                <a:path w="585" h="488" extrusionOk="0">
                  <a:moveTo>
                    <a:pt x="585" y="1"/>
                  </a:moveTo>
                  <a:lnTo>
                    <a:pt x="1" y="342"/>
                  </a:lnTo>
                  <a:lnTo>
                    <a:pt x="1" y="488"/>
                  </a:lnTo>
                  <a:lnTo>
                    <a:pt x="585" y="148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1699825" y="2818850"/>
              <a:ext cx="14725" cy="12200"/>
            </a:xfrm>
            <a:custGeom>
              <a:avLst/>
              <a:gdLst/>
              <a:ahLst/>
              <a:cxnLst/>
              <a:rect l="l" t="t" r="r" b="b"/>
              <a:pathLst>
                <a:path w="589" h="488" extrusionOk="0">
                  <a:moveTo>
                    <a:pt x="0" y="1"/>
                  </a:moveTo>
                  <a:lnTo>
                    <a:pt x="0" y="148"/>
                  </a:lnTo>
                  <a:lnTo>
                    <a:pt x="589" y="488"/>
                  </a:lnTo>
                  <a:lnTo>
                    <a:pt x="589" y="3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1699825" y="28104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39"/>
                  </a:lnTo>
                  <a:lnTo>
                    <a:pt x="589" y="680"/>
                  </a:lnTo>
                  <a:lnTo>
                    <a:pt x="1173" y="33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1610175" y="27851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1595475" y="27851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1595475" y="27766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1626475" y="2794575"/>
              <a:ext cx="14600" cy="12175"/>
            </a:xfrm>
            <a:custGeom>
              <a:avLst/>
              <a:gdLst/>
              <a:ahLst/>
              <a:cxnLst/>
              <a:rect l="l" t="t" r="r" b="b"/>
              <a:pathLst>
                <a:path w="584" h="487" extrusionOk="0">
                  <a:moveTo>
                    <a:pt x="584" y="1"/>
                  </a:moveTo>
                  <a:lnTo>
                    <a:pt x="0" y="339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161175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161175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1642750" y="28039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162805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1628050" y="27954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3"/>
            <p:cNvSpPr/>
            <p:nvPr/>
          </p:nvSpPr>
          <p:spPr>
            <a:xfrm>
              <a:off x="1659025" y="2813350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3"/>
            <p:cNvSpPr/>
            <p:nvPr/>
          </p:nvSpPr>
          <p:spPr>
            <a:xfrm>
              <a:off x="164432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3"/>
            <p:cNvSpPr/>
            <p:nvPr/>
          </p:nvSpPr>
          <p:spPr>
            <a:xfrm>
              <a:off x="16443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1675325" y="28227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1660600" y="2822775"/>
              <a:ext cx="14775" cy="12150"/>
            </a:xfrm>
            <a:custGeom>
              <a:avLst/>
              <a:gdLst/>
              <a:ahLst/>
              <a:cxnLst/>
              <a:rect l="l" t="t" r="r" b="b"/>
              <a:pathLst>
                <a:path w="591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91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16606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1691600" y="2832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1676925" y="2832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3"/>
            <p:cNvSpPr/>
            <p:nvPr/>
          </p:nvSpPr>
          <p:spPr>
            <a:xfrm>
              <a:off x="1676925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3"/>
            <p:cNvSpPr/>
            <p:nvPr/>
          </p:nvSpPr>
          <p:spPr>
            <a:xfrm>
              <a:off x="1593975" y="2794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39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3"/>
            <p:cNvSpPr/>
            <p:nvPr/>
          </p:nvSpPr>
          <p:spPr>
            <a:xfrm>
              <a:off x="157930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7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3"/>
            <p:cNvSpPr/>
            <p:nvPr/>
          </p:nvSpPr>
          <p:spPr>
            <a:xfrm>
              <a:off x="157930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4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3"/>
            <p:cNvSpPr/>
            <p:nvPr/>
          </p:nvSpPr>
          <p:spPr>
            <a:xfrm>
              <a:off x="1610250" y="28039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15956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3"/>
            <p:cNvSpPr/>
            <p:nvPr/>
          </p:nvSpPr>
          <p:spPr>
            <a:xfrm>
              <a:off x="15956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3"/>
            <p:cNvSpPr/>
            <p:nvPr/>
          </p:nvSpPr>
          <p:spPr>
            <a:xfrm>
              <a:off x="1626575" y="28133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5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161187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3"/>
            <p:cNvSpPr/>
            <p:nvPr/>
          </p:nvSpPr>
          <p:spPr>
            <a:xfrm>
              <a:off x="16118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3"/>
            <p:cNvSpPr/>
            <p:nvPr/>
          </p:nvSpPr>
          <p:spPr>
            <a:xfrm>
              <a:off x="1642875" y="2822775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1628150" y="28227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16281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1659150" y="2832175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1644450" y="28321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1644450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1675425" y="28415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1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1660725" y="28415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1660725" y="28331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3"/>
            <p:cNvSpPr/>
            <p:nvPr/>
          </p:nvSpPr>
          <p:spPr>
            <a:xfrm>
              <a:off x="1577800" y="2803950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15631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15631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1642950" y="2841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1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3"/>
            <p:cNvSpPr/>
            <p:nvPr/>
          </p:nvSpPr>
          <p:spPr>
            <a:xfrm>
              <a:off x="1579375" y="2813350"/>
              <a:ext cx="63625" cy="40400"/>
            </a:xfrm>
            <a:custGeom>
              <a:avLst/>
              <a:gdLst/>
              <a:ahLst/>
              <a:cxnLst/>
              <a:rect l="l" t="t" r="r" b="b"/>
              <a:pathLst>
                <a:path w="2545" h="1616" extrusionOk="0">
                  <a:moveTo>
                    <a:pt x="2" y="1"/>
                  </a:moveTo>
                  <a:lnTo>
                    <a:pt x="1" y="147"/>
                  </a:lnTo>
                  <a:lnTo>
                    <a:pt x="2543" y="1615"/>
                  </a:lnTo>
                  <a:lnTo>
                    <a:pt x="2545" y="147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1579425" y="2804875"/>
              <a:ext cx="78175" cy="45225"/>
            </a:xfrm>
            <a:custGeom>
              <a:avLst/>
              <a:gdLst/>
              <a:ahLst/>
              <a:cxnLst/>
              <a:rect l="l" t="t" r="r" b="b"/>
              <a:pathLst>
                <a:path w="3127" h="1809" extrusionOk="0">
                  <a:moveTo>
                    <a:pt x="584" y="0"/>
                  </a:moveTo>
                  <a:lnTo>
                    <a:pt x="0" y="340"/>
                  </a:lnTo>
                  <a:lnTo>
                    <a:pt x="2543" y="1809"/>
                  </a:lnTo>
                  <a:lnTo>
                    <a:pt x="3127" y="146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1659275" y="285100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1644550" y="28510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1644550" y="28425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1643825" y="2627050"/>
              <a:ext cx="166900" cy="206125"/>
            </a:xfrm>
            <a:custGeom>
              <a:avLst/>
              <a:gdLst/>
              <a:ahLst/>
              <a:cxnLst/>
              <a:rect l="l" t="t" r="r" b="b"/>
              <a:pathLst>
                <a:path w="6676" h="8245" extrusionOk="0">
                  <a:moveTo>
                    <a:pt x="2182" y="1123"/>
                  </a:moveTo>
                  <a:lnTo>
                    <a:pt x="5766" y="3193"/>
                  </a:lnTo>
                  <a:lnTo>
                    <a:pt x="5757" y="6247"/>
                  </a:lnTo>
                  <a:lnTo>
                    <a:pt x="2173" y="4178"/>
                  </a:lnTo>
                  <a:lnTo>
                    <a:pt x="2182" y="1123"/>
                  </a:lnTo>
                  <a:close/>
                  <a:moveTo>
                    <a:pt x="1486" y="0"/>
                  </a:moveTo>
                  <a:lnTo>
                    <a:pt x="1472" y="5247"/>
                  </a:lnTo>
                  <a:lnTo>
                    <a:pt x="1" y="4397"/>
                  </a:lnTo>
                  <a:lnTo>
                    <a:pt x="1" y="4397"/>
                  </a:lnTo>
                  <a:lnTo>
                    <a:pt x="6662" y="8244"/>
                  </a:lnTo>
                  <a:lnTo>
                    <a:pt x="6676" y="2996"/>
                  </a:lnTo>
                  <a:lnTo>
                    <a:pt x="1486" y="0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3"/>
            <p:cNvSpPr/>
            <p:nvPr/>
          </p:nvSpPr>
          <p:spPr>
            <a:xfrm>
              <a:off x="1643875" y="2605775"/>
              <a:ext cx="37150" cy="152425"/>
            </a:xfrm>
            <a:custGeom>
              <a:avLst/>
              <a:gdLst/>
              <a:ahLst/>
              <a:cxnLst/>
              <a:rect l="l" t="t" r="r" b="b"/>
              <a:pathLst>
                <a:path w="1486" h="6097" extrusionOk="0">
                  <a:moveTo>
                    <a:pt x="163" y="282"/>
                  </a:moveTo>
                  <a:lnTo>
                    <a:pt x="719" y="604"/>
                  </a:lnTo>
                  <a:lnTo>
                    <a:pt x="718" y="1222"/>
                  </a:lnTo>
                  <a:lnTo>
                    <a:pt x="160" y="899"/>
                  </a:lnTo>
                  <a:lnTo>
                    <a:pt x="163" y="282"/>
                  </a:lnTo>
                  <a:close/>
                  <a:moveTo>
                    <a:pt x="781" y="639"/>
                  </a:moveTo>
                  <a:lnTo>
                    <a:pt x="1337" y="961"/>
                  </a:lnTo>
                  <a:lnTo>
                    <a:pt x="1335" y="1578"/>
                  </a:lnTo>
                  <a:lnTo>
                    <a:pt x="779" y="1256"/>
                  </a:lnTo>
                  <a:lnTo>
                    <a:pt x="781" y="639"/>
                  </a:lnTo>
                  <a:close/>
                  <a:moveTo>
                    <a:pt x="160" y="970"/>
                  </a:moveTo>
                  <a:lnTo>
                    <a:pt x="718" y="1291"/>
                  </a:lnTo>
                  <a:lnTo>
                    <a:pt x="716" y="1908"/>
                  </a:lnTo>
                  <a:lnTo>
                    <a:pt x="158" y="1587"/>
                  </a:lnTo>
                  <a:lnTo>
                    <a:pt x="160" y="970"/>
                  </a:lnTo>
                  <a:close/>
                  <a:moveTo>
                    <a:pt x="779" y="1326"/>
                  </a:moveTo>
                  <a:lnTo>
                    <a:pt x="1335" y="1649"/>
                  </a:lnTo>
                  <a:lnTo>
                    <a:pt x="1334" y="2266"/>
                  </a:lnTo>
                  <a:lnTo>
                    <a:pt x="777" y="1944"/>
                  </a:lnTo>
                  <a:lnTo>
                    <a:pt x="779" y="1326"/>
                  </a:lnTo>
                  <a:close/>
                  <a:moveTo>
                    <a:pt x="158" y="1658"/>
                  </a:moveTo>
                  <a:lnTo>
                    <a:pt x="714" y="1979"/>
                  </a:lnTo>
                  <a:lnTo>
                    <a:pt x="713" y="2597"/>
                  </a:lnTo>
                  <a:lnTo>
                    <a:pt x="157" y="2274"/>
                  </a:lnTo>
                  <a:lnTo>
                    <a:pt x="158" y="1658"/>
                  </a:lnTo>
                  <a:close/>
                  <a:moveTo>
                    <a:pt x="776" y="2014"/>
                  </a:moveTo>
                  <a:lnTo>
                    <a:pt x="1334" y="2336"/>
                  </a:lnTo>
                  <a:lnTo>
                    <a:pt x="1332" y="2953"/>
                  </a:lnTo>
                  <a:lnTo>
                    <a:pt x="774" y="2632"/>
                  </a:lnTo>
                  <a:lnTo>
                    <a:pt x="776" y="2014"/>
                  </a:lnTo>
                  <a:close/>
                  <a:moveTo>
                    <a:pt x="157" y="2345"/>
                  </a:moveTo>
                  <a:lnTo>
                    <a:pt x="713" y="2667"/>
                  </a:lnTo>
                  <a:lnTo>
                    <a:pt x="711" y="3285"/>
                  </a:lnTo>
                  <a:lnTo>
                    <a:pt x="154" y="2962"/>
                  </a:lnTo>
                  <a:lnTo>
                    <a:pt x="157" y="2345"/>
                  </a:lnTo>
                  <a:close/>
                  <a:moveTo>
                    <a:pt x="774" y="2701"/>
                  </a:moveTo>
                  <a:lnTo>
                    <a:pt x="1332" y="3024"/>
                  </a:lnTo>
                  <a:lnTo>
                    <a:pt x="1329" y="3641"/>
                  </a:lnTo>
                  <a:lnTo>
                    <a:pt x="773" y="3319"/>
                  </a:lnTo>
                  <a:lnTo>
                    <a:pt x="774" y="2701"/>
                  </a:lnTo>
                  <a:close/>
                  <a:moveTo>
                    <a:pt x="154" y="3033"/>
                  </a:moveTo>
                  <a:lnTo>
                    <a:pt x="711" y="3354"/>
                  </a:lnTo>
                  <a:lnTo>
                    <a:pt x="710" y="3972"/>
                  </a:lnTo>
                  <a:lnTo>
                    <a:pt x="152" y="3651"/>
                  </a:lnTo>
                  <a:lnTo>
                    <a:pt x="154" y="3033"/>
                  </a:lnTo>
                  <a:close/>
                  <a:moveTo>
                    <a:pt x="773" y="3389"/>
                  </a:moveTo>
                  <a:lnTo>
                    <a:pt x="1329" y="3712"/>
                  </a:lnTo>
                  <a:lnTo>
                    <a:pt x="1327" y="4330"/>
                  </a:lnTo>
                  <a:lnTo>
                    <a:pt x="771" y="4007"/>
                  </a:lnTo>
                  <a:lnTo>
                    <a:pt x="773" y="3389"/>
                  </a:lnTo>
                  <a:close/>
                  <a:moveTo>
                    <a:pt x="876" y="4807"/>
                  </a:moveTo>
                  <a:lnTo>
                    <a:pt x="876" y="4992"/>
                  </a:lnTo>
                  <a:lnTo>
                    <a:pt x="714" y="4900"/>
                  </a:lnTo>
                  <a:lnTo>
                    <a:pt x="714" y="5084"/>
                  </a:lnTo>
                  <a:lnTo>
                    <a:pt x="1037" y="5270"/>
                  </a:lnTo>
                  <a:lnTo>
                    <a:pt x="1037" y="4900"/>
                  </a:lnTo>
                  <a:lnTo>
                    <a:pt x="876" y="4807"/>
                  </a:lnTo>
                  <a:close/>
                  <a:moveTo>
                    <a:pt x="321" y="4028"/>
                  </a:moveTo>
                  <a:lnTo>
                    <a:pt x="877" y="4351"/>
                  </a:lnTo>
                  <a:lnTo>
                    <a:pt x="877" y="4671"/>
                  </a:lnTo>
                  <a:lnTo>
                    <a:pt x="1155" y="4832"/>
                  </a:lnTo>
                  <a:lnTo>
                    <a:pt x="1154" y="5473"/>
                  </a:lnTo>
                  <a:lnTo>
                    <a:pt x="598" y="5150"/>
                  </a:lnTo>
                  <a:lnTo>
                    <a:pt x="599" y="4830"/>
                  </a:lnTo>
                  <a:lnTo>
                    <a:pt x="320" y="4669"/>
                  </a:lnTo>
                  <a:lnTo>
                    <a:pt x="318" y="4669"/>
                  </a:lnTo>
                  <a:lnTo>
                    <a:pt x="321" y="4028"/>
                  </a:lnTo>
                  <a:close/>
                  <a:moveTo>
                    <a:pt x="15" y="0"/>
                  </a:moveTo>
                  <a:lnTo>
                    <a:pt x="0" y="5247"/>
                  </a:lnTo>
                  <a:lnTo>
                    <a:pt x="1470" y="6096"/>
                  </a:lnTo>
                  <a:lnTo>
                    <a:pt x="1486" y="84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1647850" y="2612850"/>
              <a:ext cx="13975" cy="23475"/>
            </a:xfrm>
            <a:custGeom>
              <a:avLst/>
              <a:gdLst/>
              <a:ahLst/>
              <a:cxnLst/>
              <a:rect l="l" t="t" r="r" b="b"/>
              <a:pathLst>
                <a:path w="559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59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3"/>
            <p:cNvSpPr/>
            <p:nvPr/>
          </p:nvSpPr>
          <p:spPr>
            <a:xfrm>
              <a:off x="1663300" y="262175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1647775" y="263000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1663250" y="2638950"/>
              <a:ext cx="14025" cy="23500"/>
            </a:xfrm>
            <a:custGeom>
              <a:avLst/>
              <a:gdLst/>
              <a:ahLst/>
              <a:cxnLst/>
              <a:rect l="l" t="t" r="r" b="b"/>
              <a:pathLst>
                <a:path w="561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1647750" y="26472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1663175" y="2656125"/>
              <a:ext cx="14025" cy="23525"/>
            </a:xfrm>
            <a:custGeom>
              <a:avLst/>
              <a:gdLst/>
              <a:ahLst/>
              <a:cxnLst/>
              <a:rect l="l" t="t" r="r" b="b"/>
              <a:pathLst>
                <a:path w="561" h="941" extrusionOk="0">
                  <a:moveTo>
                    <a:pt x="4" y="0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1647700" y="26644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1663150" y="26733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1647625" y="2681575"/>
              <a:ext cx="14000" cy="23550"/>
            </a:xfrm>
            <a:custGeom>
              <a:avLst/>
              <a:gdLst/>
              <a:ahLst/>
              <a:cxnLst/>
              <a:rect l="l" t="t" r="r" b="b"/>
              <a:pathLst>
                <a:path w="560" h="942" extrusionOk="0">
                  <a:moveTo>
                    <a:pt x="4" y="1"/>
                  </a:moveTo>
                  <a:lnTo>
                    <a:pt x="1" y="619"/>
                  </a:lnTo>
                  <a:lnTo>
                    <a:pt x="558" y="941"/>
                  </a:lnTo>
                  <a:lnTo>
                    <a:pt x="560" y="32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3"/>
            <p:cNvSpPr/>
            <p:nvPr/>
          </p:nvSpPr>
          <p:spPr>
            <a:xfrm>
              <a:off x="1663100" y="26905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0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3"/>
            <p:cNvSpPr/>
            <p:nvPr/>
          </p:nvSpPr>
          <p:spPr>
            <a:xfrm>
              <a:off x="1658775" y="2722575"/>
              <a:ext cx="14000" cy="20025"/>
            </a:xfrm>
            <a:custGeom>
              <a:avLst/>
              <a:gdLst/>
              <a:ahLst/>
              <a:cxnLst/>
              <a:rect l="l" t="t" r="r" b="b"/>
              <a:pathLst>
                <a:path w="560" h="801" extrusionOk="0">
                  <a:moveTo>
                    <a:pt x="281" y="0"/>
                  </a:moveTo>
                  <a:lnTo>
                    <a:pt x="280" y="135"/>
                  </a:lnTo>
                  <a:lnTo>
                    <a:pt x="441" y="228"/>
                  </a:lnTo>
                  <a:lnTo>
                    <a:pt x="440" y="598"/>
                  </a:lnTo>
                  <a:lnTo>
                    <a:pt x="118" y="412"/>
                  </a:lnTo>
                  <a:lnTo>
                    <a:pt x="118" y="228"/>
                  </a:lnTo>
                  <a:lnTo>
                    <a:pt x="2" y="160"/>
                  </a:lnTo>
                  <a:lnTo>
                    <a:pt x="0" y="479"/>
                  </a:lnTo>
                  <a:lnTo>
                    <a:pt x="558" y="801"/>
                  </a:lnTo>
                  <a:lnTo>
                    <a:pt x="559" y="161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1651825" y="2706500"/>
              <a:ext cx="14000" cy="24075"/>
            </a:xfrm>
            <a:custGeom>
              <a:avLst/>
              <a:gdLst/>
              <a:ahLst/>
              <a:cxnLst/>
              <a:rect l="l" t="t" r="r" b="b"/>
              <a:pathLst>
                <a:path w="560" h="963" extrusionOk="0">
                  <a:moveTo>
                    <a:pt x="3" y="1"/>
                  </a:moveTo>
                  <a:lnTo>
                    <a:pt x="0" y="642"/>
                  </a:lnTo>
                  <a:lnTo>
                    <a:pt x="280" y="803"/>
                  </a:lnTo>
                  <a:lnTo>
                    <a:pt x="396" y="871"/>
                  </a:lnTo>
                  <a:lnTo>
                    <a:pt x="558" y="963"/>
                  </a:lnTo>
                  <a:lnTo>
                    <a:pt x="558" y="778"/>
                  </a:lnTo>
                  <a:lnTo>
                    <a:pt x="559" y="643"/>
                  </a:lnTo>
                  <a:lnTo>
                    <a:pt x="559" y="32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1698175" y="2655175"/>
              <a:ext cx="89825" cy="128050"/>
            </a:xfrm>
            <a:custGeom>
              <a:avLst/>
              <a:gdLst/>
              <a:ahLst/>
              <a:cxnLst/>
              <a:rect l="l" t="t" r="r" b="b"/>
              <a:pathLst>
                <a:path w="3593" h="5122" extrusionOk="0">
                  <a:moveTo>
                    <a:pt x="767" y="1435"/>
                  </a:moveTo>
                  <a:cubicBezTo>
                    <a:pt x="779" y="1435"/>
                    <a:pt x="792" y="1439"/>
                    <a:pt x="805" y="1447"/>
                  </a:cubicBezTo>
                  <a:cubicBezTo>
                    <a:pt x="851" y="1478"/>
                    <a:pt x="882" y="1527"/>
                    <a:pt x="890" y="1582"/>
                  </a:cubicBezTo>
                  <a:lnTo>
                    <a:pt x="1699" y="2049"/>
                  </a:lnTo>
                  <a:lnTo>
                    <a:pt x="1699" y="1951"/>
                  </a:lnTo>
                  <a:lnTo>
                    <a:pt x="1895" y="2065"/>
                  </a:lnTo>
                  <a:lnTo>
                    <a:pt x="1895" y="2163"/>
                  </a:lnTo>
                  <a:lnTo>
                    <a:pt x="2646" y="2596"/>
                  </a:lnTo>
                  <a:cubicBezTo>
                    <a:pt x="2650" y="2566"/>
                    <a:pt x="2668" y="2549"/>
                    <a:pt x="2692" y="2549"/>
                  </a:cubicBezTo>
                  <a:cubicBezTo>
                    <a:pt x="2703" y="2549"/>
                    <a:pt x="2716" y="2553"/>
                    <a:pt x="2730" y="2561"/>
                  </a:cubicBezTo>
                  <a:cubicBezTo>
                    <a:pt x="2781" y="2593"/>
                    <a:pt x="2813" y="2649"/>
                    <a:pt x="2816" y="2708"/>
                  </a:cubicBezTo>
                  <a:cubicBezTo>
                    <a:pt x="2816" y="2715"/>
                    <a:pt x="2815" y="2721"/>
                    <a:pt x="2815" y="2725"/>
                  </a:cubicBezTo>
                  <a:lnTo>
                    <a:pt x="3031" y="2934"/>
                  </a:lnTo>
                  <a:lnTo>
                    <a:pt x="2879" y="2917"/>
                  </a:lnTo>
                  <a:lnTo>
                    <a:pt x="2816" y="3056"/>
                  </a:lnTo>
                  <a:lnTo>
                    <a:pt x="2746" y="2765"/>
                  </a:lnTo>
                  <a:cubicBezTo>
                    <a:pt x="2740" y="2764"/>
                    <a:pt x="2735" y="2761"/>
                    <a:pt x="2730" y="2758"/>
                  </a:cubicBezTo>
                  <a:cubicBezTo>
                    <a:pt x="2683" y="2727"/>
                    <a:pt x="2652" y="2678"/>
                    <a:pt x="2646" y="2622"/>
                  </a:cubicBezTo>
                  <a:lnTo>
                    <a:pt x="2008" y="2255"/>
                  </a:lnTo>
                  <a:lnTo>
                    <a:pt x="2008" y="2255"/>
                  </a:lnTo>
                  <a:cubicBezTo>
                    <a:pt x="2375" y="2569"/>
                    <a:pt x="2658" y="3086"/>
                    <a:pt x="2704" y="3553"/>
                  </a:cubicBezTo>
                  <a:lnTo>
                    <a:pt x="2798" y="3607"/>
                  </a:lnTo>
                  <a:lnTo>
                    <a:pt x="2798" y="3831"/>
                  </a:lnTo>
                  <a:lnTo>
                    <a:pt x="2601" y="3718"/>
                  </a:lnTo>
                  <a:lnTo>
                    <a:pt x="2601" y="3493"/>
                  </a:lnTo>
                  <a:lnTo>
                    <a:pt x="2680" y="3538"/>
                  </a:lnTo>
                  <a:cubicBezTo>
                    <a:pt x="2629" y="3042"/>
                    <a:pt x="2303" y="2483"/>
                    <a:pt x="1895" y="2195"/>
                  </a:cubicBezTo>
                  <a:lnTo>
                    <a:pt x="1895" y="2289"/>
                  </a:lnTo>
                  <a:lnTo>
                    <a:pt x="1699" y="2175"/>
                  </a:lnTo>
                  <a:lnTo>
                    <a:pt x="1699" y="2083"/>
                  </a:lnTo>
                  <a:cubicBezTo>
                    <a:pt x="1592" y="2035"/>
                    <a:pt x="1491" y="2012"/>
                    <a:pt x="1398" y="2012"/>
                  </a:cubicBezTo>
                  <a:cubicBezTo>
                    <a:pt x="1138" y="2012"/>
                    <a:pt x="949" y="2195"/>
                    <a:pt x="910" y="2516"/>
                  </a:cubicBezTo>
                  <a:lnTo>
                    <a:pt x="987" y="2561"/>
                  </a:lnTo>
                  <a:lnTo>
                    <a:pt x="987" y="2785"/>
                  </a:lnTo>
                  <a:lnTo>
                    <a:pt x="790" y="2673"/>
                  </a:lnTo>
                  <a:lnTo>
                    <a:pt x="790" y="2447"/>
                  </a:lnTo>
                  <a:lnTo>
                    <a:pt x="885" y="2503"/>
                  </a:lnTo>
                  <a:cubicBezTo>
                    <a:pt x="925" y="2169"/>
                    <a:pt x="1119" y="1979"/>
                    <a:pt x="1388" y="1979"/>
                  </a:cubicBezTo>
                  <a:cubicBezTo>
                    <a:pt x="1451" y="1979"/>
                    <a:pt x="1518" y="1990"/>
                    <a:pt x="1587" y="2011"/>
                  </a:cubicBezTo>
                  <a:lnTo>
                    <a:pt x="890" y="1610"/>
                  </a:lnTo>
                  <a:cubicBezTo>
                    <a:pt x="886" y="1639"/>
                    <a:pt x="868" y="1657"/>
                    <a:pt x="843" y="1657"/>
                  </a:cubicBezTo>
                  <a:cubicBezTo>
                    <a:pt x="832" y="1657"/>
                    <a:pt x="819" y="1653"/>
                    <a:pt x="805" y="1645"/>
                  </a:cubicBezTo>
                  <a:cubicBezTo>
                    <a:pt x="755" y="1612"/>
                    <a:pt x="722" y="1558"/>
                    <a:pt x="719" y="1496"/>
                  </a:cubicBezTo>
                  <a:cubicBezTo>
                    <a:pt x="719" y="1458"/>
                    <a:pt x="739" y="1435"/>
                    <a:pt x="767" y="1435"/>
                  </a:cubicBezTo>
                  <a:close/>
                  <a:moveTo>
                    <a:pt x="8" y="0"/>
                  </a:moveTo>
                  <a:lnTo>
                    <a:pt x="0" y="3053"/>
                  </a:lnTo>
                  <a:lnTo>
                    <a:pt x="3583" y="5122"/>
                  </a:lnTo>
                  <a:lnTo>
                    <a:pt x="3592" y="206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1716150" y="2691075"/>
              <a:ext cx="4275" cy="5550"/>
            </a:xfrm>
            <a:custGeom>
              <a:avLst/>
              <a:gdLst/>
              <a:ahLst/>
              <a:cxnLst/>
              <a:rect l="l" t="t" r="r" b="b"/>
              <a:pathLst>
                <a:path w="171" h="222" extrusionOk="0">
                  <a:moveTo>
                    <a:pt x="47" y="1"/>
                  </a:moveTo>
                  <a:cubicBezTo>
                    <a:pt x="19" y="1"/>
                    <a:pt x="0" y="23"/>
                    <a:pt x="0" y="62"/>
                  </a:cubicBezTo>
                  <a:cubicBezTo>
                    <a:pt x="3" y="122"/>
                    <a:pt x="34" y="177"/>
                    <a:pt x="85" y="209"/>
                  </a:cubicBezTo>
                  <a:cubicBezTo>
                    <a:pt x="99" y="217"/>
                    <a:pt x="112" y="221"/>
                    <a:pt x="124" y="221"/>
                  </a:cubicBezTo>
                  <a:cubicBezTo>
                    <a:pt x="148" y="221"/>
                    <a:pt x="167" y="204"/>
                    <a:pt x="171" y="174"/>
                  </a:cubicBezTo>
                  <a:lnTo>
                    <a:pt x="85" y="125"/>
                  </a:lnTo>
                  <a:lnTo>
                    <a:pt x="85" y="97"/>
                  </a:lnTo>
                  <a:lnTo>
                    <a:pt x="171" y="145"/>
                  </a:lnTo>
                  <a:cubicBezTo>
                    <a:pt x="163" y="91"/>
                    <a:pt x="132" y="42"/>
                    <a:pt x="86" y="11"/>
                  </a:cubicBezTo>
                  <a:lnTo>
                    <a:pt x="86" y="13"/>
                  </a:lnTo>
                  <a:cubicBezTo>
                    <a:pt x="72" y="5"/>
                    <a:pt x="59" y="1"/>
                    <a:pt x="47" y="1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1764300" y="2718875"/>
              <a:ext cx="4300" cy="5450"/>
            </a:xfrm>
            <a:custGeom>
              <a:avLst/>
              <a:gdLst/>
              <a:ahLst/>
              <a:cxnLst/>
              <a:rect l="l" t="t" r="r" b="b"/>
              <a:pathLst>
                <a:path w="172" h="218" extrusionOk="0">
                  <a:moveTo>
                    <a:pt x="47" y="1"/>
                  </a:moveTo>
                  <a:cubicBezTo>
                    <a:pt x="23" y="1"/>
                    <a:pt x="5" y="18"/>
                    <a:pt x="1" y="48"/>
                  </a:cubicBezTo>
                  <a:lnTo>
                    <a:pt x="68" y="87"/>
                  </a:lnTo>
                  <a:lnTo>
                    <a:pt x="68" y="87"/>
                  </a:lnTo>
                  <a:lnTo>
                    <a:pt x="65" y="77"/>
                  </a:lnTo>
                  <a:lnTo>
                    <a:pt x="87" y="96"/>
                  </a:lnTo>
                  <a:lnTo>
                    <a:pt x="104" y="107"/>
                  </a:lnTo>
                  <a:lnTo>
                    <a:pt x="104" y="113"/>
                  </a:lnTo>
                  <a:lnTo>
                    <a:pt x="170" y="176"/>
                  </a:lnTo>
                  <a:cubicBezTo>
                    <a:pt x="170" y="170"/>
                    <a:pt x="171" y="165"/>
                    <a:pt x="171" y="159"/>
                  </a:cubicBezTo>
                  <a:cubicBezTo>
                    <a:pt x="168" y="99"/>
                    <a:pt x="136" y="44"/>
                    <a:pt x="85" y="11"/>
                  </a:cubicBezTo>
                  <a:lnTo>
                    <a:pt x="85" y="13"/>
                  </a:lnTo>
                  <a:cubicBezTo>
                    <a:pt x="71" y="5"/>
                    <a:pt x="58" y="1"/>
                    <a:pt x="47" y="1"/>
                  </a:cubicBezTo>
                  <a:close/>
                  <a:moveTo>
                    <a:pt x="1" y="76"/>
                  </a:moveTo>
                  <a:lnTo>
                    <a:pt x="1" y="76"/>
                  </a:lnTo>
                  <a:cubicBezTo>
                    <a:pt x="8" y="131"/>
                    <a:pt x="39" y="179"/>
                    <a:pt x="85" y="210"/>
                  </a:cubicBezTo>
                  <a:cubicBezTo>
                    <a:pt x="90" y="213"/>
                    <a:pt x="95" y="216"/>
                    <a:pt x="101" y="217"/>
                  </a:cubicBezTo>
                  <a:lnTo>
                    <a:pt x="76" y="120"/>
                  </a:lnTo>
                  <a:lnTo>
                    <a:pt x="78" y="120"/>
                  </a:lnTo>
                  <a:lnTo>
                    <a:pt x="1" y="76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1766925" y="2722500"/>
              <a:ext cx="5275" cy="7125"/>
            </a:xfrm>
            <a:custGeom>
              <a:avLst/>
              <a:gdLst/>
              <a:ahLst/>
              <a:cxnLst/>
              <a:rect l="l" t="t" r="r" b="b"/>
              <a:pathLst>
                <a:path w="211" h="285" extrusionOk="0">
                  <a:moveTo>
                    <a:pt x="0" y="0"/>
                  </a:moveTo>
                  <a:lnTo>
                    <a:pt x="69" y="284"/>
                  </a:lnTo>
                  <a:lnTo>
                    <a:pt x="111" y="192"/>
                  </a:lnTo>
                  <a:lnTo>
                    <a:pt x="211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1765925" y="2720800"/>
              <a:ext cx="8050" cy="10825"/>
            </a:xfrm>
            <a:custGeom>
              <a:avLst/>
              <a:gdLst/>
              <a:ahLst/>
              <a:cxnLst/>
              <a:rect l="l" t="t" r="r" b="b"/>
              <a:pathLst>
                <a:path w="322" h="433" extrusionOk="0">
                  <a:moveTo>
                    <a:pt x="0" y="0"/>
                  </a:moveTo>
                  <a:lnTo>
                    <a:pt x="3" y="11"/>
                  </a:lnTo>
                  <a:lnTo>
                    <a:pt x="23" y="22"/>
                  </a:lnTo>
                  <a:lnTo>
                    <a:pt x="2" y="2"/>
                  </a:lnTo>
                  <a:lnTo>
                    <a:pt x="0" y="0"/>
                  </a:lnTo>
                  <a:close/>
                  <a:moveTo>
                    <a:pt x="40" y="68"/>
                  </a:moveTo>
                  <a:lnTo>
                    <a:pt x="251" y="271"/>
                  </a:lnTo>
                  <a:lnTo>
                    <a:pt x="151" y="260"/>
                  </a:lnTo>
                  <a:lnTo>
                    <a:pt x="109" y="352"/>
                  </a:lnTo>
                  <a:lnTo>
                    <a:pt x="40" y="68"/>
                  </a:lnTo>
                  <a:close/>
                  <a:moveTo>
                    <a:pt x="39" y="37"/>
                  </a:moveTo>
                  <a:lnTo>
                    <a:pt x="39" y="60"/>
                  </a:lnTo>
                  <a:lnTo>
                    <a:pt x="11" y="43"/>
                  </a:lnTo>
                  <a:lnTo>
                    <a:pt x="36" y="140"/>
                  </a:lnTo>
                  <a:lnTo>
                    <a:pt x="106" y="432"/>
                  </a:lnTo>
                  <a:lnTo>
                    <a:pt x="169" y="292"/>
                  </a:lnTo>
                  <a:lnTo>
                    <a:pt x="321" y="309"/>
                  </a:lnTo>
                  <a:lnTo>
                    <a:pt x="105" y="100"/>
                  </a:lnTo>
                  <a:lnTo>
                    <a:pt x="39" y="37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1718300" y="2693500"/>
              <a:ext cx="48650" cy="28825"/>
            </a:xfrm>
            <a:custGeom>
              <a:avLst/>
              <a:gdLst/>
              <a:ahLst/>
              <a:cxnLst/>
              <a:rect l="l" t="t" r="r" b="b"/>
              <a:pathLst>
                <a:path w="1946" h="1153" extrusionOk="0">
                  <a:moveTo>
                    <a:pt x="0" y="0"/>
                  </a:moveTo>
                  <a:lnTo>
                    <a:pt x="0" y="28"/>
                  </a:lnTo>
                  <a:lnTo>
                    <a:pt x="85" y="77"/>
                  </a:lnTo>
                  <a:lnTo>
                    <a:pt x="781" y="480"/>
                  </a:lnTo>
                  <a:cubicBezTo>
                    <a:pt x="819" y="492"/>
                    <a:pt x="858" y="506"/>
                    <a:pt x="894" y="523"/>
                  </a:cubicBezTo>
                  <a:lnTo>
                    <a:pt x="894" y="516"/>
                  </a:lnTo>
                  <a:lnTo>
                    <a:pt x="85" y="49"/>
                  </a:lnTo>
                  <a:lnTo>
                    <a:pt x="0" y="0"/>
                  </a:lnTo>
                  <a:close/>
                  <a:moveTo>
                    <a:pt x="1090" y="630"/>
                  </a:moveTo>
                  <a:lnTo>
                    <a:pt x="1090" y="636"/>
                  </a:lnTo>
                  <a:cubicBezTo>
                    <a:pt x="1128" y="664"/>
                    <a:pt x="1166" y="693"/>
                    <a:pt x="1203" y="724"/>
                  </a:cubicBezTo>
                  <a:lnTo>
                    <a:pt x="1841" y="1092"/>
                  </a:lnTo>
                  <a:lnTo>
                    <a:pt x="1918" y="1135"/>
                  </a:lnTo>
                  <a:lnTo>
                    <a:pt x="1945" y="1152"/>
                  </a:lnTo>
                  <a:lnTo>
                    <a:pt x="1945" y="1123"/>
                  </a:lnTo>
                  <a:lnTo>
                    <a:pt x="1927" y="1112"/>
                  </a:lnTo>
                  <a:lnTo>
                    <a:pt x="1908" y="1102"/>
                  </a:lnTo>
                  <a:lnTo>
                    <a:pt x="1841" y="1063"/>
                  </a:lnTo>
                  <a:lnTo>
                    <a:pt x="1090" y="63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1720300" y="2704675"/>
              <a:ext cx="45500" cy="39350"/>
            </a:xfrm>
            <a:custGeom>
              <a:avLst/>
              <a:gdLst/>
              <a:ahLst/>
              <a:cxnLst/>
              <a:rect l="l" t="t" r="r" b="b"/>
              <a:pathLst>
                <a:path w="1820" h="1574" extrusionOk="0">
                  <a:moveTo>
                    <a:pt x="501" y="1"/>
                  </a:moveTo>
                  <a:cubicBezTo>
                    <a:pt x="233" y="1"/>
                    <a:pt x="39" y="190"/>
                    <a:pt x="0" y="524"/>
                  </a:cubicBezTo>
                  <a:lnTo>
                    <a:pt x="25" y="538"/>
                  </a:lnTo>
                  <a:cubicBezTo>
                    <a:pt x="63" y="215"/>
                    <a:pt x="253" y="32"/>
                    <a:pt x="513" y="32"/>
                  </a:cubicBezTo>
                  <a:cubicBezTo>
                    <a:pt x="606" y="32"/>
                    <a:pt x="707" y="55"/>
                    <a:pt x="814" y="103"/>
                  </a:cubicBezTo>
                  <a:lnTo>
                    <a:pt x="814" y="76"/>
                  </a:lnTo>
                  <a:cubicBezTo>
                    <a:pt x="778" y="59"/>
                    <a:pt x="739" y="45"/>
                    <a:pt x="701" y="33"/>
                  </a:cubicBezTo>
                  <a:cubicBezTo>
                    <a:pt x="631" y="11"/>
                    <a:pt x="564" y="1"/>
                    <a:pt x="501" y="1"/>
                  </a:cubicBezTo>
                  <a:close/>
                  <a:moveTo>
                    <a:pt x="1010" y="189"/>
                  </a:moveTo>
                  <a:lnTo>
                    <a:pt x="1010" y="217"/>
                  </a:lnTo>
                  <a:cubicBezTo>
                    <a:pt x="1418" y="506"/>
                    <a:pt x="1744" y="1062"/>
                    <a:pt x="1795" y="1560"/>
                  </a:cubicBezTo>
                  <a:lnTo>
                    <a:pt x="1819" y="1573"/>
                  </a:lnTo>
                  <a:cubicBezTo>
                    <a:pt x="1773" y="1108"/>
                    <a:pt x="1490" y="589"/>
                    <a:pt x="1123" y="277"/>
                  </a:cubicBezTo>
                  <a:cubicBezTo>
                    <a:pt x="1086" y="245"/>
                    <a:pt x="1048" y="215"/>
                    <a:pt x="1010" y="189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1741225" y="2705025"/>
              <a:ext cx="3750" cy="6350"/>
            </a:xfrm>
            <a:custGeom>
              <a:avLst/>
              <a:gdLst/>
              <a:ahLst/>
              <a:cxnLst/>
              <a:rect l="l" t="t" r="r" b="b"/>
              <a:pathLst>
                <a:path w="150" h="254" extrusionOk="0">
                  <a:moveTo>
                    <a:pt x="2" y="0"/>
                  </a:moveTo>
                  <a:lnTo>
                    <a:pt x="1" y="169"/>
                  </a:lnTo>
                  <a:lnTo>
                    <a:pt x="148" y="254"/>
                  </a:lnTo>
                  <a:lnTo>
                    <a:pt x="150" y="8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1740675" y="2703950"/>
              <a:ext cx="4925" cy="8475"/>
            </a:xfrm>
            <a:custGeom>
              <a:avLst/>
              <a:gdLst/>
              <a:ahLst/>
              <a:cxnLst/>
              <a:rect l="l" t="t" r="r" b="b"/>
              <a:pathLst>
                <a:path w="197" h="339" extrusionOk="0">
                  <a:moveTo>
                    <a:pt x="24" y="43"/>
                  </a:moveTo>
                  <a:lnTo>
                    <a:pt x="170" y="128"/>
                  </a:lnTo>
                  <a:lnTo>
                    <a:pt x="170" y="297"/>
                  </a:lnTo>
                  <a:lnTo>
                    <a:pt x="24" y="212"/>
                  </a:lnTo>
                  <a:lnTo>
                    <a:pt x="24" y="43"/>
                  </a:lnTo>
                  <a:close/>
                  <a:moveTo>
                    <a:pt x="1" y="0"/>
                  </a:moveTo>
                  <a:lnTo>
                    <a:pt x="1" y="98"/>
                  </a:lnTo>
                  <a:lnTo>
                    <a:pt x="1" y="134"/>
                  </a:lnTo>
                  <a:lnTo>
                    <a:pt x="1" y="226"/>
                  </a:lnTo>
                  <a:lnTo>
                    <a:pt x="196" y="338"/>
                  </a:lnTo>
                  <a:lnTo>
                    <a:pt x="196" y="1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1718500" y="2717425"/>
              <a:ext cx="3700" cy="6400"/>
            </a:xfrm>
            <a:custGeom>
              <a:avLst/>
              <a:gdLst/>
              <a:ahLst/>
              <a:cxnLst/>
              <a:rect l="l" t="t" r="r" b="b"/>
              <a:pathLst>
                <a:path w="148" h="256" extrusionOk="0">
                  <a:moveTo>
                    <a:pt x="2" y="0"/>
                  </a:moveTo>
                  <a:lnTo>
                    <a:pt x="0" y="169"/>
                  </a:lnTo>
                  <a:lnTo>
                    <a:pt x="148" y="255"/>
                  </a:lnTo>
                  <a:lnTo>
                    <a:pt x="148" y="8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1717900" y="2716375"/>
              <a:ext cx="4950" cy="8475"/>
            </a:xfrm>
            <a:custGeom>
              <a:avLst/>
              <a:gdLst/>
              <a:ahLst/>
              <a:cxnLst/>
              <a:rect l="l" t="t" r="r" b="b"/>
              <a:pathLst>
                <a:path w="198" h="339" extrusionOk="0">
                  <a:moveTo>
                    <a:pt x="24" y="42"/>
                  </a:moveTo>
                  <a:lnTo>
                    <a:pt x="172" y="128"/>
                  </a:lnTo>
                  <a:lnTo>
                    <a:pt x="172" y="297"/>
                  </a:lnTo>
                  <a:lnTo>
                    <a:pt x="24" y="211"/>
                  </a:lnTo>
                  <a:lnTo>
                    <a:pt x="24" y="42"/>
                  </a:lnTo>
                  <a:close/>
                  <a:moveTo>
                    <a:pt x="1" y="1"/>
                  </a:moveTo>
                  <a:lnTo>
                    <a:pt x="1" y="225"/>
                  </a:lnTo>
                  <a:lnTo>
                    <a:pt x="198" y="339"/>
                  </a:lnTo>
                  <a:lnTo>
                    <a:pt x="198" y="114"/>
                  </a:lnTo>
                  <a:lnTo>
                    <a:pt x="121" y="70"/>
                  </a:lnTo>
                  <a:lnTo>
                    <a:pt x="96" y="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1763800" y="2743575"/>
              <a:ext cx="3725" cy="6350"/>
            </a:xfrm>
            <a:custGeom>
              <a:avLst/>
              <a:gdLst/>
              <a:ahLst/>
              <a:cxnLst/>
              <a:rect l="l" t="t" r="r" b="b"/>
              <a:pathLst>
                <a:path w="149" h="254" extrusionOk="0">
                  <a:moveTo>
                    <a:pt x="1" y="0"/>
                  </a:moveTo>
                  <a:lnTo>
                    <a:pt x="1" y="169"/>
                  </a:lnTo>
                  <a:lnTo>
                    <a:pt x="147" y="254"/>
                  </a:lnTo>
                  <a:lnTo>
                    <a:pt x="148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1763225" y="2742550"/>
              <a:ext cx="4950" cy="8450"/>
            </a:xfrm>
            <a:custGeom>
              <a:avLst/>
              <a:gdLst/>
              <a:ahLst/>
              <a:cxnLst/>
              <a:rect l="l" t="t" r="r" b="b"/>
              <a:pathLst>
                <a:path w="198" h="338" extrusionOk="0">
                  <a:moveTo>
                    <a:pt x="24" y="41"/>
                  </a:moveTo>
                  <a:lnTo>
                    <a:pt x="171" y="126"/>
                  </a:lnTo>
                  <a:lnTo>
                    <a:pt x="171" y="295"/>
                  </a:lnTo>
                  <a:lnTo>
                    <a:pt x="24" y="210"/>
                  </a:lnTo>
                  <a:lnTo>
                    <a:pt x="24" y="41"/>
                  </a:lnTo>
                  <a:close/>
                  <a:moveTo>
                    <a:pt x="1" y="0"/>
                  </a:moveTo>
                  <a:lnTo>
                    <a:pt x="1" y="224"/>
                  </a:lnTo>
                  <a:lnTo>
                    <a:pt x="197" y="338"/>
                  </a:lnTo>
                  <a:lnTo>
                    <a:pt x="197" y="112"/>
                  </a:lnTo>
                  <a:lnTo>
                    <a:pt x="104" y="58"/>
                  </a:lnTo>
                  <a:lnTo>
                    <a:pt x="79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IDENTIFIKASI MASALAH</a:t>
            </a:r>
          </a:p>
        </p:txBody>
      </p:sp>
      <p:pic>
        <p:nvPicPr>
          <p:cNvPr id="253" name="Picture 252">
            <a:extLst>
              <a:ext uri="{FF2B5EF4-FFF2-40B4-BE49-F238E27FC236}">
                <a16:creationId xmlns:a16="http://schemas.microsoft.com/office/drawing/2014/main" id="{440BEF64-F4B2-4438-BCC5-8ACAB03C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2071E7-56A8-4A8A-A5D7-678B8F2906AB}"/>
              </a:ext>
            </a:extLst>
          </p:cNvPr>
          <p:cNvGrpSpPr/>
          <p:nvPr/>
        </p:nvGrpSpPr>
        <p:grpSpPr>
          <a:xfrm>
            <a:off x="1736583" y="2012322"/>
            <a:ext cx="323032" cy="590571"/>
            <a:chOff x="2827980" y="1412364"/>
            <a:chExt cx="945171" cy="1727975"/>
          </a:xfrm>
        </p:grpSpPr>
        <p:grpSp>
          <p:nvGrpSpPr>
            <p:cNvPr id="266" name="Google Shape;2009;p52">
              <a:extLst>
                <a:ext uri="{FF2B5EF4-FFF2-40B4-BE49-F238E27FC236}">
                  <a16:creationId xmlns:a16="http://schemas.microsoft.com/office/drawing/2014/main" id="{E9AF78F5-DE37-4925-80B1-78A43C179AD5}"/>
                </a:ext>
              </a:extLst>
            </p:cNvPr>
            <p:cNvGrpSpPr/>
            <p:nvPr/>
          </p:nvGrpSpPr>
          <p:grpSpPr>
            <a:xfrm>
              <a:off x="2827980" y="1412364"/>
              <a:ext cx="945171" cy="1727975"/>
              <a:chOff x="6417224" y="2247097"/>
              <a:chExt cx="951950" cy="1740368"/>
            </a:xfrm>
          </p:grpSpPr>
          <p:sp>
            <p:nvSpPr>
              <p:cNvPr id="267" name="Google Shape;2010;p52">
                <a:extLst>
                  <a:ext uri="{FF2B5EF4-FFF2-40B4-BE49-F238E27FC236}">
                    <a16:creationId xmlns:a16="http://schemas.microsoft.com/office/drawing/2014/main" id="{89AA9795-60FB-492B-9219-BA0FA5D72348}"/>
                  </a:ext>
                </a:extLst>
              </p:cNvPr>
              <p:cNvSpPr/>
              <p:nvPr/>
            </p:nvSpPr>
            <p:spPr>
              <a:xfrm>
                <a:off x="6505324" y="2247511"/>
                <a:ext cx="863850" cy="1739954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 extrusionOk="0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11;p52">
                <a:extLst>
                  <a:ext uri="{FF2B5EF4-FFF2-40B4-BE49-F238E27FC236}">
                    <a16:creationId xmlns:a16="http://schemas.microsoft.com/office/drawing/2014/main" id="{A19034A5-9027-4824-A816-509985D61596}"/>
                  </a:ext>
                </a:extLst>
              </p:cNvPr>
              <p:cNvSpPr/>
              <p:nvPr/>
            </p:nvSpPr>
            <p:spPr>
              <a:xfrm>
                <a:off x="6417224" y="2247097"/>
                <a:ext cx="868375" cy="1740368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 extrusionOk="0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12;p52">
                <a:extLst>
                  <a:ext uri="{FF2B5EF4-FFF2-40B4-BE49-F238E27FC236}">
                    <a16:creationId xmlns:a16="http://schemas.microsoft.com/office/drawing/2014/main" id="{8BCC1BAC-23DE-4F26-A03C-AA87A2F5CFE5}"/>
                  </a:ext>
                </a:extLst>
              </p:cNvPr>
              <p:cNvSpPr/>
              <p:nvPr/>
            </p:nvSpPr>
            <p:spPr>
              <a:xfrm>
                <a:off x="6492619" y="2340952"/>
                <a:ext cx="813450" cy="1457323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 extrusionOk="0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13;p52">
                <a:extLst>
                  <a:ext uri="{FF2B5EF4-FFF2-40B4-BE49-F238E27FC236}">
                    <a16:creationId xmlns:a16="http://schemas.microsoft.com/office/drawing/2014/main" id="{483AA48B-BE03-446D-A6A6-CE0CC07F0BEC}"/>
                  </a:ext>
                </a:extLst>
              </p:cNvPr>
              <p:cNvSpPr/>
              <p:nvPr/>
            </p:nvSpPr>
            <p:spPr>
              <a:xfrm>
                <a:off x="6856100" y="3843492"/>
                <a:ext cx="96750" cy="8315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 extrusionOk="0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14;p52">
                <a:extLst>
                  <a:ext uri="{FF2B5EF4-FFF2-40B4-BE49-F238E27FC236}">
                    <a16:creationId xmlns:a16="http://schemas.microsoft.com/office/drawing/2014/main" id="{7DE8E1BD-14F6-4244-9908-8D501297167B}"/>
                  </a:ext>
                </a:extLst>
              </p:cNvPr>
              <p:cNvSpPr/>
              <p:nvPr/>
            </p:nvSpPr>
            <p:spPr>
              <a:xfrm>
                <a:off x="6623350" y="3880717"/>
                <a:ext cx="8280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 extrusionOk="0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15;p52">
                <a:extLst>
                  <a:ext uri="{FF2B5EF4-FFF2-40B4-BE49-F238E27FC236}">
                    <a16:creationId xmlns:a16="http://schemas.microsoft.com/office/drawing/2014/main" id="{88229A9F-F83E-475A-9039-28930044EE5E}"/>
                  </a:ext>
                </a:extLst>
              </p:cNvPr>
              <p:cNvSpPr/>
              <p:nvPr/>
            </p:nvSpPr>
            <p:spPr>
              <a:xfrm>
                <a:off x="7116325" y="3860642"/>
                <a:ext cx="606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 extrusionOk="0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16;p52">
                <a:extLst>
                  <a:ext uri="{FF2B5EF4-FFF2-40B4-BE49-F238E27FC236}">
                    <a16:creationId xmlns:a16="http://schemas.microsoft.com/office/drawing/2014/main" id="{7C966891-7999-4713-80A7-BF6C0AC972E7}"/>
                  </a:ext>
                </a:extLst>
              </p:cNvPr>
              <p:cNvSpPr/>
              <p:nvPr/>
            </p:nvSpPr>
            <p:spPr>
              <a:xfrm>
                <a:off x="6785429" y="2287275"/>
                <a:ext cx="23810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 extrusionOk="0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017;p52">
              <a:extLst>
                <a:ext uri="{FF2B5EF4-FFF2-40B4-BE49-F238E27FC236}">
                  <a16:creationId xmlns:a16="http://schemas.microsoft.com/office/drawing/2014/main" id="{8C944FFE-6C28-4D99-ADCF-AFE42A9C5DE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-10" b="-4460"/>
            <a:stretch/>
          </p:blipFill>
          <p:spPr>
            <a:xfrm>
              <a:off x="2892194" y="1499356"/>
              <a:ext cx="817047" cy="15171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0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0"/>
          <p:cNvSpPr txBox="1">
            <a:spLocks noGrp="1"/>
          </p:cNvSpPr>
          <p:nvPr>
            <p:ph type="ctrTitle"/>
          </p:nvPr>
        </p:nvSpPr>
        <p:spPr>
          <a:xfrm>
            <a:off x="2830982" y="2347819"/>
            <a:ext cx="4660318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TUJUAN</a:t>
            </a:r>
            <a:br>
              <a:rPr lang="en-GB" dirty="0"/>
            </a:br>
            <a:r>
              <a:rPr lang="en-GB" dirty="0"/>
              <a:t>PENELITIAN</a:t>
            </a:r>
            <a:endParaRPr dirty="0"/>
          </a:p>
        </p:txBody>
      </p:sp>
      <p:sp>
        <p:nvSpPr>
          <p:cNvPr id="1007" name="Google Shape;1007;p40"/>
          <p:cNvSpPr txBox="1">
            <a:spLocks noGrp="1"/>
          </p:cNvSpPr>
          <p:nvPr>
            <p:ph type="title" idx="2"/>
          </p:nvPr>
        </p:nvSpPr>
        <p:spPr>
          <a:xfrm>
            <a:off x="5250600" y="299176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03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008" name="Google Shape;1008;p40"/>
          <p:cNvGrpSpPr/>
          <p:nvPr/>
        </p:nvGrpSpPr>
        <p:grpSpPr>
          <a:xfrm>
            <a:off x="865539" y="673518"/>
            <a:ext cx="2627434" cy="3929979"/>
            <a:chOff x="2641525" y="539700"/>
            <a:chExt cx="796675" cy="1191625"/>
          </a:xfrm>
        </p:grpSpPr>
        <p:sp>
          <p:nvSpPr>
            <p:cNvPr id="1009" name="Google Shape;1009;p40"/>
            <p:cNvSpPr/>
            <p:nvPr/>
          </p:nvSpPr>
          <p:spPr>
            <a:xfrm>
              <a:off x="2641525" y="1272700"/>
              <a:ext cx="796675" cy="458625"/>
            </a:xfrm>
            <a:custGeom>
              <a:avLst/>
              <a:gdLst/>
              <a:ahLst/>
              <a:cxnLst/>
              <a:rect l="l" t="t" r="r" b="b"/>
              <a:pathLst>
                <a:path w="31867" h="18345" extrusionOk="0">
                  <a:moveTo>
                    <a:pt x="18040" y="0"/>
                  </a:moveTo>
                  <a:cubicBezTo>
                    <a:pt x="17920" y="0"/>
                    <a:pt x="17800" y="26"/>
                    <a:pt x="17708" y="79"/>
                  </a:cubicBezTo>
                  <a:lnTo>
                    <a:pt x="182" y="10196"/>
                  </a:lnTo>
                  <a:cubicBezTo>
                    <a:pt x="0" y="10303"/>
                    <a:pt x="0" y="10474"/>
                    <a:pt x="182" y="10579"/>
                  </a:cubicBezTo>
                  <a:lnTo>
                    <a:pt x="13496" y="18266"/>
                  </a:lnTo>
                  <a:cubicBezTo>
                    <a:pt x="13588" y="18319"/>
                    <a:pt x="13708" y="18345"/>
                    <a:pt x="13827" y="18345"/>
                  </a:cubicBezTo>
                  <a:cubicBezTo>
                    <a:pt x="13947" y="18345"/>
                    <a:pt x="14067" y="18319"/>
                    <a:pt x="14159" y="18266"/>
                  </a:cubicBezTo>
                  <a:lnTo>
                    <a:pt x="31685" y="8149"/>
                  </a:lnTo>
                  <a:cubicBezTo>
                    <a:pt x="31867" y="8043"/>
                    <a:pt x="31867" y="7871"/>
                    <a:pt x="31685" y="7766"/>
                  </a:cubicBezTo>
                  <a:lnTo>
                    <a:pt x="18371" y="79"/>
                  </a:lnTo>
                  <a:cubicBezTo>
                    <a:pt x="18280" y="26"/>
                    <a:pt x="18160" y="0"/>
                    <a:pt x="18040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2986425" y="1435375"/>
              <a:ext cx="433475" cy="270850"/>
            </a:xfrm>
            <a:custGeom>
              <a:avLst/>
              <a:gdLst/>
              <a:ahLst/>
              <a:cxnLst/>
              <a:rect l="l" t="t" r="r" b="b"/>
              <a:pathLst>
                <a:path w="17339" h="10834" extrusionOk="0">
                  <a:moveTo>
                    <a:pt x="17338" y="1"/>
                  </a:moveTo>
                  <a:cubicBezTo>
                    <a:pt x="17338" y="251"/>
                    <a:pt x="17081" y="401"/>
                    <a:pt x="16964" y="469"/>
                  </a:cubicBezTo>
                  <a:lnTo>
                    <a:pt x="1403" y="9455"/>
                  </a:lnTo>
                  <a:cubicBezTo>
                    <a:pt x="1403" y="9456"/>
                    <a:pt x="747" y="9833"/>
                    <a:pt x="747" y="9833"/>
                  </a:cubicBezTo>
                  <a:cubicBezTo>
                    <a:pt x="540" y="9953"/>
                    <a:pt x="271" y="10013"/>
                    <a:pt x="1" y="10013"/>
                  </a:cubicBezTo>
                  <a:lnTo>
                    <a:pt x="1" y="10834"/>
                  </a:lnTo>
                  <a:cubicBezTo>
                    <a:pt x="6" y="10834"/>
                    <a:pt x="11" y="10834"/>
                    <a:pt x="16" y="10834"/>
                  </a:cubicBezTo>
                  <a:cubicBezTo>
                    <a:pt x="264" y="10834"/>
                    <a:pt x="511" y="10777"/>
                    <a:pt x="702" y="10667"/>
                  </a:cubicBezTo>
                  <a:cubicBezTo>
                    <a:pt x="798" y="10612"/>
                    <a:pt x="890" y="10559"/>
                    <a:pt x="974" y="10510"/>
                  </a:cubicBezTo>
                  <a:lnTo>
                    <a:pt x="1094" y="10440"/>
                  </a:lnTo>
                  <a:cubicBezTo>
                    <a:pt x="1149" y="10410"/>
                    <a:pt x="1199" y="10380"/>
                    <a:pt x="1242" y="10356"/>
                  </a:cubicBezTo>
                  <a:cubicBezTo>
                    <a:pt x="1264" y="10343"/>
                    <a:pt x="1283" y="10332"/>
                    <a:pt x="1301" y="10322"/>
                  </a:cubicBezTo>
                  <a:cubicBezTo>
                    <a:pt x="1318" y="10311"/>
                    <a:pt x="1334" y="10303"/>
                    <a:pt x="1347" y="10294"/>
                  </a:cubicBezTo>
                  <a:cubicBezTo>
                    <a:pt x="1364" y="10284"/>
                    <a:pt x="1378" y="10276"/>
                    <a:pt x="1389" y="10271"/>
                  </a:cubicBezTo>
                  <a:lnTo>
                    <a:pt x="1403" y="10263"/>
                  </a:lnTo>
                  <a:lnTo>
                    <a:pt x="16964" y="1279"/>
                  </a:lnTo>
                  <a:cubicBezTo>
                    <a:pt x="17171" y="1159"/>
                    <a:pt x="17338" y="882"/>
                    <a:pt x="17338" y="658"/>
                  </a:cubicBezTo>
                  <a:lnTo>
                    <a:pt x="17338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2666275" y="1242625"/>
              <a:ext cx="756175" cy="443100"/>
            </a:xfrm>
            <a:custGeom>
              <a:avLst/>
              <a:gdLst/>
              <a:ahLst/>
              <a:cxnLst/>
              <a:rect l="l" t="t" r="r" b="b"/>
              <a:pathLst>
                <a:path w="30247" h="17724" extrusionOk="0">
                  <a:moveTo>
                    <a:pt x="17506" y="0"/>
                  </a:moveTo>
                  <a:cubicBezTo>
                    <a:pt x="17237" y="0"/>
                    <a:pt x="16970" y="59"/>
                    <a:pt x="16765" y="175"/>
                  </a:cubicBezTo>
                  <a:lnTo>
                    <a:pt x="2547" y="8408"/>
                  </a:lnTo>
                  <a:lnTo>
                    <a:pt x="2547" y="9217"/>
                  </a:lnTo>
                  <a:lnTo>
                    <a:pt x="3" y="10270"/>
                  </a:lnTo>
                  <a:lnTo>
                    <a:pt x="1" y="10272"/>
                  </a:lnTo>
                  <a:cubicBezTo>
                    <a:pt x="2" y="10281"/>
                    <a:pt x="3" y="10289"/>
                    <a:pt x="7" y="10298"/>
                  </a:cubicBezTo>
                  <a:cubicBezTo>
                    <a:pt x="4" y="10304"/>
                    <a:pt x="6" y="10310"/>
                    <a:pt x="8" y="10315"/>
                  </a:cubicBezTo>
                  <a:cubicBezTo>
                    <a:pt x="12" y="10338"/>
                    <a:pt x="16" y="10359"/>
                    <a:pt x="22" y="10381"/>
                  </a:cubicBezTo>
                  <a:cubicBezTo>
                    <a:pt x="30" y="10406"/>
                    <a:pt x="39" y="10430"/>
                    <a:pt x="50" y="10455"/>
                  </a:cubicBezTo>
                  <a:cubicBezTo>
                    <a:pt x="61" y="10480"/>
                    <a:pt x="73" y="10504"/>
                    <a:pt x="86" y="10527"/>
                  </a:cubicBezTo>
                  <a:cubicBezTo>
                    <a:pt x="100" y="10551"/>
                    <a:pt x="115" y="10574"/>
                    <a:pt x="132" y="10595"/>
                  </a:cubicBezTo>
                  <a:cubicBezTo>
                    <a:pt x="144" y="10611"/>
                    <a:pt x="156" y="10627"/>
                    <a:pt x="170" y="10643"/>
                  </a:cubicBezTo>
                  <a:lnTo>
                    <a:pt x="200" y="10673"/>
                  </a:lnTo>
                  <a:cubicBezTo>
                    <a:pt x="215" y="10689"/>
                    <a:pt x="232" y="10703"/>
                    <a:pt x="249" y="10716"/>
                  </a:cubicBezTo>
                  <a:cubicBezTo>
                    <a:pt x="265" y="10728"/>
                    <a:pt x="282" y="10741"/>
                    <a:pt x="298" y="10750"/>
                  </a:cubicBezTo>
                  <a:lnTo>
                    <a:pt x="11404" y="17165"/>
                  </a:lnTo>
                  <a:lnTo>
                    <a:pt x="11406" y="17165"/>
                  </a:lnTo>
                  <a:lnTo>
                    <a:pt x="12060" y="17542"/>
                  </a:lnTo>
                  <a:cubicBezTo>
                    <a:pt x="12278" y="17664"/>
                    <a:pt x="12528" y="17723"/>
                    <a:pt x="12807" y="17723"/>
                  </a:cubicBezTo>
                  <a:cubicBezTo>
                    <a:pt x="13076" y="17723"/>
                    <a:pt x="13346" y="17663"/>
                    <a:pt x="13553" y="17543"/>
                  </a:cubicBezTo>
                  <a:lnTo>
                    <a:pt x="14207" y="17166"/>
                  </a:lnTo>
                  <a:lnTo>
                    <a:pt x="29834" y="8145"/>
                  </a:lnTo>
                  <a:cubicBezTo>
                    <a:pt x="30247" y="7906"/>
                    <a:pt x="30247" y="7519"/>
                    <a:pt x="29836" y="7279"/>
                  </a:cubicBezTo>
                  <a:lnTo>
                    <a:pt x="28144" y="6287"/>
                  </a:lnTo>
                  <a:lnTo>
                    <a:pt x="18258" y="181"/>
                  </a:lnTo>
                  <a:cubicBezTo>
                    <a:pt x="18051" y="60"/>
                    <a:pt x="17778" y="0"/>
                    <a:pt x="17506" y="0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2677150" y="1366975"/>
              <a:ext cx="730700" cy="308400"/>
            </a:xfrm>
            <a:custGeom>
              <a:avLst/>
              <a:gdLst/>
              <a:ahLst/>
              <a:cxnLst/>
              <a:rect l="l" t="t" r="r" b="b"/>
              <a:pathLst>
                <a:path w="29228" h="12336" extrusionOk="0">
                  <a:moveTo>
                    <a:pt x="29228" y="0"/>
                  </a:moveTo>
                  <a:lnTo>
                    <a:pt x="12372" y="9762"/>
                  </a:lnTo>
                  <a:lnTo>
                    <a:pt x="0" y="2620"/>
                  </a:lnTo>
                  <a:lnTo>
                    <a:pt x="2" y="5327"/>
                  </a:lnTo>
                  <a:lnTo>
                    <a:pt x="11940" y="12220"/>
                  </a:lnTo>
                  <a:cubicBezTo>
                    <a:pt x="12073" y="12297"/>
                    <a:pt x="12222" y="12335"/>
                    <a:pt x="12371" y="12335"/>
                  </a:cubicBezTo>
                  <a:cubicBezTo>
                    <a:pt x="12520" y="12335"/>
                    <a:pt x="12669" y="12297"/>
                    <a:pt x="12802" y="12220"/>
                  </a:cubicBezTo>
                  <a:lnTo>
                    <a:pt x="29012" y="2861"/>
                  </a:lnTo>
                  <a:cubicBezTo>
                    <a:pt x="29146" y="2784"/>
                    <a:pt x="29228" y="2641"/>
                    <a:pt x="29228" y="2488"/>
                  </a:cubicBezTo>
                  <a:lnTo>
                    <a:pt x="29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2986425" y="1366975"/>
              <a:ext cx="421475" cy="308400"/>
            </a:xfrm>
            <a:custGeom>
              <a:avLst/>
              <a:gdLst/>
              <a:ahLst/>
              <a:cxnLst/>
              <a:rect l="l" t="t" r="r" b="b"/>
              <a:pathLst>
                <a:path w="16859" h="12336" extrusionOk="0">
                  <a:moveTo>
                    <a:pt x="16858" y="0"/>
                  </a:moveTo>
                  <a:lnTo>
                    <a:pt x="1" y="9762"/>
                  </a:lnTo>
                  <a:lnTo>
                    <a:pt x="1" y="12335"/>
                  </a:lnTo>
                  <a:cubicBezTo>
                    <a:pt x="153" y="12335"/>
                    <a:pt x="301" y="12296"/>
                    <a:pt x="432" y="12220"/>
                  </a:cubicBezTo>
                  <a:lnTo>
                    <a:pt x="16642" y="2861"/>
                  </a:lnTo>
                  <a:cubicBezTo>
                    <a:pt x="16775" y="2785"/>
                    <a:pt x="16857" y="2643"/>
                    <a:pt x="16858" y="2488"/>
                  </a:cubicBezTo>
                  <a:lnTo>
                    <a:pt x="16858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2986425" y="1344375"/>
              <a:ext cx="433475" cy="270850"/>
            </a:xfrm>
            <a:custGeom>
              <a:avLst/>
              <a:gdLst/>
              <a:ahLst/>
              <a:cxnLst/>
              <a:rect l="l" t="t" r="r" b="b"/>
              <a:pathLst>
                <a:path w="17339" h="10834" extrusionOk="0">
                  <a:moveTo>
                    <a:pt x="17338" y="0"/>
                  </a:moveTo>
                  <a:cubicBezTo>
                    <a:pt x="17338" y="259"/>
                    <a:pt x="17074" y="405"/>
                    <a:pt x="16966" y="469"/>
                  </a:cubicBezTo>
                  <a:lnTo>
                    <a:pt x="12053" y="3306"/>
                  </a:lnTo>
                  <a:lnTo>
                    <a:pt x="1404" y="9453"/>
                  </a:lnTo>
                  <a:cubicBezTo>
                    <a:pt x="1401" y="9453"/>
                    <a:pt x="750" y="9829"/>
                    <a:pt x="750" y="9829"/>
                  </a:cubicBezTo>
                  <a:cubicBezTo>
                    <a:pt x="541" y="9950"/>
                    <a:pt x="272" y="10008"/>
                    <a:pt x="1" y="10008"/>
                  </a:cubicBezTo>
                  <a:lnTo>
                    <a:pt x="1" y="10833"/>
                  </a:lnTo>
                  <a:cubicBezTo>
                    <a:pt x="3" y="10833"/>
                    <a:pt x="6" y="10833"/>
                    <a:pt x="8" y="10833"/>
                  </a:cubicBezTo>
                  <a:cubicBezTo>
                    <a:pt x="259" y="10833"/>
                    <a:pt x="509" y="10777"/>
                    <a:pt x="703" y="10666"/>
                  </a:cubicBezTo>
                  <a:cubicBezTo>
                    <a:pt x="799" y="10610"/>
                    <a:pt x="891" y="10557"/>
                    <a:pt x="975" y="10509"/>
                  </a:cubicBezTo>
                  <a:lnTo>
                    <a:pt x="1094" y="10440"/>
                  </a:lnTo>
                  <a:cubicBezTo>
                    <a:pt x="1225" y="10365"/>
                    <a:pt x="1323" y="10309"/>
                    <a:pt x="1371" y="10280"/>
                  </a:cubicBezTo>
                  <a:lnTo>
                    <a:pt x="1399" y="10264"/>
                  </a:lnTo>
                  <a:cubicBezTo>
                    <a:pt x="1403" y="10263"/>
                    <a:pt x="12754" y="3710"/>
                    <a:pt x="12754" y="3710"/>
                  </a:cubicBezTo>
                  <a:lnTo>
                    <a:pt x="16964" y="1277"/>
                  </a:lnTo>
                  <a:cubicBezTo>
                    <a:pt x="17171" y="1159"/>
                    <a:pt x="17338" y="880"/>
                    <a:pt x="17338" y="657"/>
                  </a:cubicBezTo>
                  <a:lnTo>
                    <a:pt x="17338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2653950" y="1161650"/>
              <a:ext cx="768475" cy="432950"/>
            </a:xfrm>
            <a:custGeom>
              <a:avLst/>
              <a:gdLst/>
              <a:ahLst/>
              <a:cxnLst/>
              <a:rect l="l" t="t" r="r" b="b"/>
              <a:pathLst>
                <a:path w="30739" h="17318" extrusionOk="0">
                  <a:moveTo>
                    <a:pt x="28" y="10141"/>
                  </a:moveTo>
                  <a:cubicBezTo>
                    <a:pt x="18" y="10145"/>
                    <a:pt x="8" y="10151"/>
                    <a:pt x="0" y="10157"/>
                  </a:cubicBezTo>
                  <a:lnTo>
                    <a:pt x="28" y="10141"/>
                  </a:lnTo>
                  <a:close/>
                  <a:moveTo>
                    <a:pt x="17997" y="1"/>
                  </a:moveTo>
                  <a:cubicBezTo>
                    <a:pt x="17729" y="1"/>
                    <a:pt x="17462" y="59"/>
                    <a:pt x="17257" y="177"/>
                  </a:cubicBezTo>
                  <a:lnTo>
                    <a:pt x="28" y="10141"/>
                  </a:lnTo>
                  <a:lnTo>
                    <a:pt x="28" y="10141"/>
                  </a:lnTo>
                  <a:cubicBezTo>
                    <a:pt x="31" y="10140"/>
                    <a:pt x="34" y="10139"/>
                    <a:pt x="38" y="10138"/>
                  </a:cubicBezTo>
                  <a:cubicBezTo>
                    <a:pt x="47" y="10132"/>
                    <a:pt x="58" y="10127"/>
                    <a:pt x="69" y="10126"/>
                  </a:cubicBezTo>
                  <a:cubicBezTo>
                    <a:pt x="79" y="10121"/>
                    <a:pt x="91" y="10117"/>
                    <a:pt x="102" y="10115"/>
                  </a:cubicBezTo>
                  <a:cubicBezTo>
                    <a:pt x="117" y="10110"/>
                    <a:pt x="133" y="10106"/>
                    <a:pt x="150" y="10105"/>
                  </a:cubicBezTo>
                  <a:cubicBezTo>
                    <a:pt x="167" y="10103"/>
                    <a:pt x="185" y="10101"/>
                    <a:pt x="202" y="10101"/>
                  </a:cubicBezTo>
                  <a:cubicBezTo>
                    <a:pt x="229" y="10101"/>
                    <a:pt x="256" y="10104"/>
                    <a:pt x="283" y="10109"/>
                  </a:cubicBezTo>
                  <a:cubicBezTo>
                    <a:pt x="310" y="10112"/>
                    <a:pt x="338" y="10118"/>
                    <a:pt x="366" y="10127"/>
                  </a:cubicBezTo>
                  <a:cubicBezTo>
                    <a:pt x="425" y="10147"/>
                    <a:pt x="483" y="10171"/>
                    <a:pt x="538" y="10203"/>
                  </a:cubicBezTo>
                  <a:lnTo>
                    <a:pt x="975" y="10455"/>
                  </a:lnTo>
                  <a:lnTo>
                    <a:pt x="3040" y="11646"/>
                  </a:lnTo>
                  <a:lnTo>
                    <a:pt x="11896" y="16762"/>
                  </a:lnTo>
                  <a:lnTo>
                    <a:pt x="11899" y="16762"/>
                  </a:lnTo>
                  <a:lnTo>
                    <a:pt x="12550" y="17137"/>
                  </a:lnTo>
                  <a:cubicBezTo>
                    <a:pt x="12772" y="17256"/>
                    <a:pt x="13019" y="17317"/>
                    <a:pt x="13271" y="17317"/>
                  </a:cubicBezTo>
                  <a:cubicBezTo>
                    <a:pt x="13280" y="17317"/>
                    <a:pt x="13290" y="17317"/>
                    <a:pt x="13300" y="17317"/>
                  </a:cubicBezTo>
                  <a:cubicBezTo>
                    <a:pt x="13569" y="17317"/>
                    <a:pt x="13839" y="17258"/>
                    <a:pt x="14046" y="17140"/>
                  </a:cubicBezTo>
                  <a:lnTo>
                    <a:pt x="14700" y="16762"/>
                  </a:lnTo>
                  <a:lnTo>
                    <a:pt x="28285" y="8920"/>
                  </a:lnTo>
                  <a:lnTo>
                    <a:pt x="30327" y="7741"/>
                  </a:lnTo>
                  <a:lnTo>
                    <a:pt x="30326" y="7741"/>
                  </a:lnTo>
                  <a:cubicBezTo>
                    <a:pt x="30739" y="7501"/>
                    <a:pt x="30739" y="7115"/>
                    <a:pt x="30329" y="6875"/>
                  </a:cubicBezTo>
                  <a:lnTo>
                    <a:pt x="18751" y="182"/>
                  </a:lnTo>
                  <a:cubicBezTo>
                    <a:pt x="18543" y="61"/>
                    <a:pt x="18270" y="1"/>
                    <a:pt x="17997" y="1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2824500" y="1276325"/>
              <a:ext cx="419600" cy="220750"/>
            </a:xfrm>
            <a:custGeom>
              <a:avLst/>
              <a:gdLst/>
              <a:ahLst/>
              <a:cxnLst/>
              <a:rect l="l" t="t" r="r" b="b"/>
              <a:pathLst>
                <a:path w="16784" h="8830" extrusionOk="0">
                  <a:moveTo>
                    <a:pt x="8392" y="0"/>
                  </a:moveTo>
                  <a:lnTo>
                    <a:pt x="8392" y="1"/>
                  </a:lnTo>
                  <a:cubicBezTo>
                    <a:pt x="6435" y="1"/>
                    <a:pt x="4479" y="432"/>
                    <a:pt x="2987" y="1294"/>
                  </a:cubicBezTo>
                  <a:cubicBezTo>
                    <a:pt x="0" y="3018"/>
                    <a:pt x="0" y="5813"/>
                    <a:pt x="2987" y="7536"/>
                  </a:cubicBezTo>
                  <a:cubicBezTo>
                    <a:pt x="4479" y="8397"/>
                    <a:pt x="6435" y="8829"/>
                    <a:pt x="8392" y="8829"/>
                  </a:cubicBezTo>
                  <a:cubicBezTo>
                    <a:pt x="10348" y="8829"/>
                    <a:pt x="12305" y="8397"/>
                    <a:pt x="13798" y="7536"/>
                  </a:cubicBezTo>
                  <a:cubicBezTo>
                    <a:pt x="16783" y="5813"/>
                    <a:pt x="16783" y="3017"/>
                    <a:pt x="13798" y="1294"/>
                  </a:cubicBezTo>
                  <a:cubicBezTo>
                    <a:pt x="12304" y="432"/>
                    <a:pt x="10348" y="0"/>
                    <a:pt x="8392" y="0"/>
                  </a:cubicBezTo>
                  <a:close/>
                </a:path>
              </a:pathLst>
            </a:custGeom>
            <a:solidFill>
              <a:srgbClr val="E05C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0"/>
            <p:cNvSpPr/>
            <p:nvPr/>
          </p:nvSpPr>
          <p:spPr>
            <a:xfrm>
              <a:off x="2648725" y="1414175"/>
              <a:ext cx="337725" cy="292075"/>
            </a:xfrm>
            <a:custGeom>
              <a:avLst/>
              <a:gdLst/>
              <a:ahLst/>
              <a:cxnLst/>
              <a:rect l="l" t="t" r="r" b="b"/>
              <a:pathLst>
                <a:path w="13509" h="11683" extrusionOk="0">
                  <a:moveTo>
                    <a:pt x="425" y="0"/>
                  </a:moveTo>
                  <a:cubicBezTo>
                    <a:pt x="420" y="0"/>
                    <a:pt x="415" y="0"/>
                    <a:pt x="411" y="0"/>
                  </a:cubicBezTo>
                  <a:cubicBezTo>
                    <a:pt x="394" y="0"/>
                    <a:pt x="376" y="2"/>
                    <a:pt x="359" y="4"/>
                  </a:cubicBezTo>
                  <a:cubicBezTo>
                    <a:pt x="342" y="5"/>
                    <a:pt x="326" y="9"/>
                    <a:pt x="311" y="14"/>
                  </a:cubicBezTo>
                  <a:cubicBezTo>
                    <a:pt x="300" y="15"/>
                    <a:pt x="288" y="19"/>
                    <a:pt x="278" y="25"/>
                  </a:cubicBezTo>
                  <a:cubicBezTo>
                    <a:pt x="267" y="27"/>
                    <a:pt x="256" y="31"/>
                    <a:pt x="247" y="37"/>
                  </a:cubicBezTo>
                  <a:cubicBezTo>
                    <a:pt x="242" y="38"/>
                    <a:pt x="238" y="40"/>
                    <a:pt x="233" y="42"/>
                  </a:cubicBezTo>
                  <a:lnTo>
                    <a:pt x="209" y="55"/>
                  </a:lnTo>
                  <a:lnTo>
                    <a:pt x="207" y="55"/>
                  </a:lnTo>
                  <a:cubicBezTo>
                    <a:pt x="79" y="138"/>
                    <a:pt x="0" y="302"/>
                    <a:pt x="0" y="533"/>
                  </a:cubicBezTo>
                  <a:lnTo>
                    <a:pt x="0" y="3258"/>
                  </a:lnTo>
                  <a:cubicBezTo>
                    <a:pt x="0" y="3735"/>
                    <a:pt x="335" y="4314"/>
                    <a:pt x="747" y="4553"/>
                  </a:cubicBezTo>
                  <a:lnTo>
                    <a:pt x="12105" y="11112"/>
                  </a:lnTo>
                  <a:lnTo>
                    <a:pt x="12120" y="11121"/>
                  </a:lnTo>
                  <a:cubicBezTo>
                    <a:pt x="12129" y="11126"/>
                    <a:pt x="12144" y="11133"/>
                    <a:pt x="12161" y="11142"/>
                  </a:cubicBezTo>
                  <a:cubicBezTo>
                    <a:pt x="12174" y="11151"/>
                    <a:pt x="12190" y="11161"/>
                    <a:pt x="12208" y="11170"/>
                  </a:cubicBezTo>
                  <a:cubicBezTo>
                    <a:pt x="12225" y="11181"/>
                    <a:pt x="12244" y="11191"/>
                    <a:pt x="12266" y="11205"/>
                  </a:cubicBezTo>
                  <a:cubicBezTo>
                    <a:pt x="12309" y="11229"/>
                    <a:pt x="12359" y="11258"/>
                    <a:pt x="12414" y="11290"/>
                  </a:cubicBezTo>
                  <a:lnTo>
                    <a:pt x="12534" y="11358"/>
                  </a:lnTo>
                  <a:cubicBezTo>
                    <a:pt x="12618" y="11407"/>
                    <a:pt x="12710" y="11460"/>
                    <a:pt x="12806" y="11515"/>
                  </a:cubicBezTo>
                  <a:cubicBezTo>
                    <a:pt x="12999" y="11626"/>
                    <a:pt x="13249" y="11683"/>
                    <a:pt x="13501" y="11683"/>
                  </a:cubicBezTo>
                  <a:cubicBezTo>
                    <a:pt x="13503" y="11683"/>
                    <a:pt x="13506" y="11683"/>
                    <a:pt x="13509" y="11683"/>
                  </a:cubicBezTo>
                  <a:lnTo>
                    <a:pt x="13509" y="10861"/>
                  </a:lnTo>
                  <a:cubicBezTo>
                    <a:pt x="13237" y="10861"/>
                    <a:pt x="12968" y="10801"/>
                    <a:pt x="12760" y="10683"/>
                  </a:cubicBezTo>
                  <a:lnTo>
                    <a:pt x="12105" y="10305"/>
                  </a:lnTo>
                  <a:lnTo>
                    <a:pt x="12105" y="10303"/>
                  </a:lnTo>
                  <a:lnTo>
                    <a:pt x="998" y="3888"/>
                  </a:lnTo>
                  <a:cubicBezTo>
                    <a:pt x="984" y="3879"/>
                    <a:pt x="966" y="3866"/>
                    <a:pt x="950" y="3854"/>
                  </a:cubicBezTo>
                  <a:cubicBezTo>
                    <a:pt x="932" y="3841"/>
                    <a:pt x="915" y="3827"/>
                    <a:pt x="901" y="3811"/>
                  </a:cubicBezTo>
                  <a:lnTo>
                    <a:pt x="872" y="3781"/>
                  </a:lnTo>
                  <a:cubicBezTo>
                    <a:pt x="857" y="3765"/>
                    <a:pt x="845" y="3749"/>
                    <a:pt x="833" y="3733"/>
                  </a:cubicBezTo>
                  <a:cubicBezTo>
                    <a:pt x="816" y="3711"/>
                    <a:pt x="802" y="3689"/>
                    <a:pt x="788" y="3665"/>
                  </a:cubicBezTo>
                  <a:cubicBezTo>
                    <a:pt x="775" y="3642"/>
                    <a:pt x="763" y="3618"/>
                    <a:pt x="752" y="3593"/>
                  </a:cubicBezTo>
                  <a:cubicBezTo>
                    <a:pt x="740" y="3568"/>
                    <a:pt x="730" y="3544"/>
                    <a:pt x="724" y="3519"/>
                  </a:cubicBezTo>
                  <a:cubicBezTo>
                    <a:pt x="717" y="3497"/>
                    <a:pt x="712" y="3476"/>
                    <a:pt x="709" y="3453"/>
                  </a:cubicBezTo>
                  <a:cubicBezTo>
                    <a:pt x="706" y="3448"/>
                    <a:pt x="706" y="3442"/>
                    <a:pt x="708" y="3436"/>
                  </a:cubicBezTo>
                  <a:cubicBezTo>
                    <a:pt x="704" y="3427"/>
                    <a:pt x="703" y="3418"/>
                    <a:pt x="704" y="3408"/>
                  </a:cubicBezTo>
                  <a:cubicBezTo>
                    <a:pt x="701" y="3396"/>
                    <a:pt x="700" y="3383"/>
                    <a:pt x="700" y="3371"/>
                  </a:cubicBezTo>
                  <a:lnTo>
                    <a:pt x="700" y="1229"/>
                  </a:lnTo>
                  <a:cubicBezTo>
                    <a:pt x="700" y="1094"/>
                    <a:pt x="768" y="1015"/>
                    <a:pt x="866" y="1015"/>
                  </a:cubicBezTo>
                  <a:cubicBezTo>
                    <a:pt x="907" y="1015"/>
                    <a:pt x="952" y="1029"/>
                    <a:pt x="1000" y="1056"/>
                  </a:cubicBezTo>
                  <a:lnTo>
                    <a:pt x="2546" y="1949"/>
                  </a:lnTo>
                  <a:lnTo>
                    <a:pt x="12105" y="7469"/>
                  </a:lnTo>
                  <a:cubicBezTo>
                    <a:pt x="12106" y="7469"/>
                    <a:pt x="12108" y="7471"/>
                    <a:pt x="12109" y="7472"/>
                  </a:cubicBezTo>
                  <a:lnTo>
                    <a:pt x="12137" y="7486"/>
                  </a:lnTo>
                  <a:cubicBezTo>
                    <a:pt x="12185" y="7515"/>
                    <a:pt x="12283" y="7573"/>
                    <a:pt x="12414" y="7647"/>
                  </a:cubicBezTo>
                  <a:lnTo>
                    <a:pt x="12534" y="7716"/>
                  </a:lnTo>
                  <a:cubicBezTo>
                    <a:pt x="12618" y="7764"/>
                    <a:pt x="12710" y="7818"/>
                    <a:pt x="12806" y="7872"/>
                  </a:cubicBezTo>
                  <a:cubicBezTo>
                    <a:pt x="12999" y="7984"/>
                    <a:pt x="13249" y="8040"/>
                    <a:pt x="13501" y="8040"/>
                  </a:cubicBezTo>
                  <a:cubicBezTo>
                    <a:pt x="13503" y="8040"/>
                    <a:pt x="13506" y="8040"/>
                    <a:pt x="13509" y="8040"/>
                  </a:cubicBezTo>
                  <a:lnTo>
                    <a:pt x="13509" y="7216"/>
                  </a:lnTo>
                  <a:cubicBezTo>
                    <a:pt x="13237" y="7216"/>
                    <a:pt x="12968" y="7157"/>
                    <a:pt x="12760" y="7037"/>
                  </a:cubicBezTo>
                  <a:lnTo>
                    <a:pt x="12759" y="7036"/>
                  </a:lnTo>
                  <a:lnTo>
                    <a:pt x="12108" y="6660"/>
                  </a:lnTo>
                  <a:lnTo>
                    <a:pt x="12105" y="6660"/>
                  </a:lnTo>
                  <a:lnTo>
                    <a:pt x="3249" y="1545"/>
                  </a:lnTo>
                  <a:lnTo>
                    <a:pt x="1183" y="353"/>
                  </a:lnTo>
                  <a:lnTo>
                    <a:pt x="747" y="102"/>
                  </a:lnTo>
                  <a:cubicBezTo>
                    <a:pt x="692" y="70"/>
                    <a:pt x="634" y="45"/>
                    <a:pt x="575" y="26"/>
                  </a:cubicBezTo>
                  <a:cubicBezTo>
                    <a:pt x="547" y="17"/>
                    <a:pt x="519" y="11"/>
                    <a:pt x="492" y="7"/>
                  </a:cubicBezTo>
                  <a:cubicBezTo>
                    <a:pt x="470" y="3"/>
                    <a:pt x="448" y="0"/>
                    <a:pt x="425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0"/>
            <p:cNvSpPr/>
            <p:nvPr/>
          </p:nvSpPr>
          <p:spPr>
            <a:xfrm>
              <a:off x="2966300" y="1289175"/>
              <a:ext cx="135975" cy="123925"/>
            </a:xfrm>
            <a:custGeom>
              <a:avLst/>
              <a:gdLst/>
              <a:ahLst/>
              <a:cxnLst/>
              <a:rect l="l" t="t" r="r" b="b"/>
              <a:pathLst>
                <a:path w="5439" h="4957" extrusionOk="0">
                  <a:moveTo>
                    <a:pt x="2720" y="1"/>
                  </a:moveTo>
                  <a:cubicBezTo>
                    <a:pt x="2086" y="1"/>
                    <a:pt x="1452" y="243"/>
                    <a:pt x="968" y="727"/>
                  </a:cubicBezTo>
                  <a:cubicBezTo>
                    <a:pt x="1" y="1694"/>
                    <a:pt x="1" y="3263"/>
                    <a:pt x="968" y="4231"/>
                  </a:cubicBezTo>
                  <a:cubicBezTo>
                    <a:pt x="1452" y="4715"/>
                    <a:pt x="2086" y="4956"/>
                    <a:pt x="2720" y="4956"/>
                  </a:cubicBezTo>
                  <a:cubicBezTo>
                    <a:pt x="3354" y="4956"/>
                    <a:pt x="3989" y="4715"/>
                    <a:pt x="4472" y="4231"/>
                  </a:cubicBezTo>
                  <a:cubicBezTo>
                    <a:pt x="5439" y="3263"/>
                    <a:pt x="5439" y="1694"/>
                    <a:pt x="4472" y="727"/>
                  </a:cubicBezTo>
                  <a:cubicBezTo>
                    <a:pt x="3989" y="243"/>
                    <a:pt x="3354" y="1"/>
                    <a:pt x="2720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2919000" y="1251675"/>
              <a:ext cx="230575" cy="121300"/>
            </a:xfrm>
            <a:custGeom>
              <a:avLst/>
              <a:gdLst/>
              <a:ahLst/>
              <a:cxnLst/>
              <a:rect l="l" t="t" r="r" b="b"/>
              <a:pathLst>
                <a:path w="9223" h="4852" extrusionOk="0">
                  <a:moveTo>
                    <a:pt x="4612" y="1"/>
                  </a:moveTo>
                  <a:cubicBezTo>
                    <a:pt x="3537" y="1"/>
                    <a:pt x="2462" y="238"/>
                    <a:pt x="1642" y="711"/>
                  </a:cubicBezTo>
                  <a:cubicBezTo>
                    <a:pt x="1" y="1658"/>
                    <a:pt x="1" y="3194"/>
                    <a:pt x="1642" y="4142"/>
                  </a:cubicBezTo>
                  <a:cubicBezTo>
                    <a:pt x="2462" y="4615"/>
                    <a:pt x="3537" y="4852"/>
                    <a:pt x="4612" y="4852"/>
                  </a:cubicBezTo>
                  <a:cubicBezTo>
                    <a:pt x="5687" y="4852"/>
                    <a:pt x="6762" y="4615"/>
                    <a:pt x="7582" y="4142"/>
                  </a:cubicBezTo>
                  <a:cubicBezTo>
                    <a:pt x="9223" y="3194"/>
                    <a:pt x="9223" y="1658"/>
                    <a:pt x="7582" y="711"/>
                  </a:cubicBezTo>
                  <a:cubicBezTo>
                    <a:pt x="6762" y="238"/>
                    <a:pt x="5687" y="1"/>
                    <a:pt x="4612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2926025" y="1226125"/>
              <a:ext cx="216525" cy="125025"/>
            </a:xfrm>
            <a:custGeom>
              <a:avLst/>
              <a:gdLst/>
              <a:ahLst/>
              <a:cxnLst/>
              <a:rect l="l" t="t" r="r" b="b"/>
              <a:pathLst>
                <a:path w="8661" h="5001" extrusionOk="0">
                  <a:moveTo>
                    <a:pt x="4331" y="0"/>
                  </a:moveTo>
                  <a:cubicBezTo>
                    <a:pt x="1940" y="0"/>
                    <a:pt x="1" y="1120"/>
                    <a:pt x="1" y="2501"/>
                  </a:cubicBezTo>
                  <a:cubicBezTo>
                    <a:pt x="1" y="3881"/>
                    <a:pt x="1940" y="5001"/>
                    <a:pt x="4331" y="5001"/>
                  </a:cubicBezTo>
                  <a:cubicBezTo>
                    <a:pt x="6723" y="5001"/>
                    <a:pt x="8661" y="3881"/>
                    <a:pt x="8661" y="2501"/>
                  </a:cubicBezTo>
                  <a:cubicBezTo>
                    <a:pt x="8661" y="1120"/>
                    <a:pt x="6723" y="0"/>
                    <a:pt x="433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2911800" y="1199800"/>
              <a:ext cx="245000" cy="128875"/>
            </a:xfrm>
            <a:custGeom>
              <a:avLst/>
              <a:gdLst/>
              <a:ahLst/>
              <a:cxnLst/>
              <a:rect l="l" t="t" r="r" b="b"/>
              <a:pathLst>
                <a:path w="9800" h="5155" extrusionOk="0">
                  <a:moveTo>
                    <a:pt x="4900" y="1"/>
                  </a:moveTo>
                  <a:cubicBezTo>
                    <a:pt x="3758" y="1"/>
                    <a:pt x="2616" y="252"/>
                    <a:pt x="1744" y="755"/>
                  </a:cubicBezTo>
                  <a:cubicBezTo>
                    <a:pt x="0" y="1762"/>
                    <a:pt x="0" y="3393"/>
                    <a:pt x="1744" y="4399"/>
                  </a:cubicBezTo>
                  <a:cubicBezTo>
                    <a:pt x="2616" y="4903"/>
                    <a:pt x="3758" y="5154"/>
                    <a:pt x="4900" y="5154"/>
                  </a:cubicBezTo>
                  <a:cubicBezTo>
                    <a:pt x="6042" y="5154"/>
                    <a:pt x="7185" y="4903"/>
                    <a:pt x="8056" y="4399"/>
                  </a:cubicBezTo>
                  <a:cubicBezTo>
                    <a:pt x="9799" y="3393"/>
                    <a:pt x="9799" y="1762"/>
                    <a:pt x="8056" y="755"/>
                  </a:cubicBezTo>
                  <a:cubicBezTo>
                    <a:pt x="7184" y="252"/>
                    <a:pt x="6042" y="1"/>
                    <a:pt x="490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2919275" y="1172675"/>
              <a:ext cx="230050" cy="132800"/>
            </a:xfrm>
            <a:custGeom>
              <a:avLst/>
              <a:gdLst/>
              <a:ahLst/>
              <a:cxnLst/>
              <a:rect l="l" t="t" r="r" b="b"/>
              <a:pathLst>
                <a:path w="9202" h="5312" extrusionOk="0">
                  <a:moveTo>
                    <a:pt x="4601" y="0"/>
                  </a:moveTo>
                  <a:cubicBezTo>
                    <a:pt x="2060" y="0"/>
                    <a:pt x="1" y="1190"/>
                    <a:pt x="1" y="2656"/>
                  </a:cubicBezTo>
                  <a:cubicBezTo>
                    <a:pt x="1" y="4123"/>
                    <a:pt x="2060" y="5312"/>
                    <a:pt x="4601" y="5312"/>
                  </a:cubicBezTo>
                  <a:cubicBezTo>
                    <a:pt x="7141" y="5312"/>
                    <a:pt x="9201" y="4123"/>
                    <a:pt x="9201" y="2656"/>
                  </a:cubicBezTo>
                  <a:cubicBezTo>
                    <a:pt x="9201" y="1190"/>
                    <a:pt x="7141" y="0"/>
                    <a:pt x="460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2916925" y="1145400"/>
              <a:ext cx="234750" cy="135550"/>
            </a:xfrm>
            <a:custGeom>
              <a:avLst/>
              <a:gdLst/>
              <a:ahLst/>
              <a:cxnLst/>
              <a:rect l="l" t="t" r="r" b="b"/>
              <a:pathLst>
                <a:path w="9390" h="5422" extrusionOk="0">
                  <a:moveTo>
                    <a:pt x="4695" y="0"/>
                  </a:moveTo>
                  <a:cubicBezTo>
                    <a:pt x="2102" y="0"/>
                    <a:pt x="0" y="1214"/>
                    <a:pt x="0" y="2712"/>
                  </a:cubicBezTo>
                  <a:cubicBezTo>
                    <a:pt x="0" y="4208"/>
                    <a:pt x="2102" y="5422"/>
                    <a:pt x="4695" y="5422"/>
                  </a:cubicBezTo>
                  <a:cubicBezTo>
                    <a:pt x="7287" y="5422"/>
                    <a:pt x="9389" y="4208"/>
                    <a:pt x="9389" y="2712"/>
                  </a:cubicBezTo>
                  <a:cubicBezTo>
                    <a:pt x="9389" y="1214"/>
                    <a:pt x="7287" y="0"/>
                    <a:pt x="4695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2739250" y="539700"/>
              <a:ext cx="590100" cy="721350"/>
            </a:xfrm>
            <a:custGeom>
              <a:avLst/>
              <a:gdLst/>
              <a:ahLst/>
              <a:cxnLst/>
              <a:rect l="l" t="t" r="r" b="b"/>
              <a:pathLst>
                <a:path w="23604" h="28854" extrusionOk="0">
                  <a:moveTo>
                    <a:pt x="11801" y="1"/>
                  </a:moveTo>
                  <a:cubicBezTo>
                    <a:pt x="11801" y="1"/>
                    <a:pt x="11802" y="1"/>
                    <a:pt x="11802" y="1"/>
                  </a:cubicBezTo>
                  <a:lnTo>
                    <a:pt x="11802" y="1"/>
                  </a:lnTo>
                  <a:cubicBezTo>
                    <a:pt x="11802" y="1"/>
                    <a:pt x="11802" y="1"/>
                    <a:pt x="11802" y="1"/>
                  </a:cubicBezTo>
                  <a:close/>
                  <a:moveTo>
                    <a:pt x="11802" y="1"/>
                  </a:moveTo>
                  <a:cubicBezTo>
                    <a:pt x="5284" y="1"/>
                    <a:pt x="0" y="5285"/>
                    <a:pt x="0" y="11803"/>
                  </a:cubicBezTo>
                  <a:cubicBezTo>
                    <a:pt x="0" y="21171"/>
                    <a:pt x="7730" y="22727"/>
                    <a:pt x="7730" y="26503"/>
                  </a:cubicBezTo>
                  <a:cubicBezTo>
                    <a:pt x="7730" y="27105"/>
                    <a:pt x="8128" y="27706"/>
                    <a:pt x="8922" y="28166"/>
                  </a:cubicBezTo>
                  <a:cubicBezTo>
                    <a:pt x="9717" y="28624"/>
                    <a:pt x="10760" y="28853"/>
                    <a:pt x="11802" y="28853"/>
                  </a:cubicBezTo>
                  <a:cubicBezTo>
                    <a:pt x="12844" y="28853"/>
                    <a:pt x="13886" y="28624"/>
                    <a:pt x="14681" y="28166"/>
                  </a:cubicBezTo>
                  <a:cubicBezTo>
                    <a:pt x="15475" y="27706"/>
                    <a:pt x="15874" y="27105"/>
                    <a:pt x="15874" y="26503"/>
                  </a:cubicBezTo>
                  <a:cubicBezTo>
                    <a:pt x="15874" y="22727"/>
                    <a:pt x="23603" y="21171"/>
                    <a:pt x="23603" y="11803"/>
                  </a:cubicBezTo>
                  <a:cubicBezTo>
                    <a:pt x="23603" y="5285"/>
                    <a:pt x="18320" y="1"/>
                    <a:pt x="11802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2942800" y="1154150"/>
              <a:ext cx="182975" cy="96250"/>
            </a:xfrm>
            <a:custGeom>
              <a:avLst/>
              <a:gdLst/>
              <a:ahLst/>
              <a:cxnLst/>
              <a:rect l="l" t="t" r="r" b="b"/>
              <a:pathLst>
                <a:path w="7319" h="3850" extrusionOk="0">
                  <a:moveTo>
                    <a:pt x="3660" y="0"/>
                  </a:moveTo>
                  <a:cubicBezTo>
                    <a:pt x="2807" y="0"/>
                    <a:pt x="1954" y="188"/>
                    <a:pt x="1303" y="564"/>
                  </a:cubicBezTo>
                  <a:cubicBezTo>
                    <a:pt x="1" y="1316"/>
                    <a:pt x="1" y="2534"/>
                    <a:pt x="1303" y="3286"/>
                  </a:cubicBezTo>
                  <a:cubicBezTo>
                    <a:pt x="1954" y="3662"/>
                    <a:pt x="2807" y="3850"/>
                    <a:pt x="3660" y="3850"/>
                  </a:cubicBezTo>
                  <a:cubicBezTo>
                    <a:pt x="4513" y="3850"/>
                    <a:pt x="5366" y="3662"/>
                    <a:pt x="6017" y="3286"/>
                  </a:cubicBezTo>
                  <a:cubicBezTo>
                    <a:pt x="7319" y="2534"/>
                    <a:pt x="7319" y="1316"/>
                    <a:pt x="6017" y="564"/>
                  </a:cubicBezTo>
                  <a:cubicBezTo>
                    <a:pt x="5366" y="188"/>
                    <a:pt x="4513" y="0"/>
                    <a:pt x="3660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0"/>
            <p:cNvSpPr/>
            <p:nvPr/>
          </p:nvSpPr>
          <p:spPr>
            <a:xfrm>
              <a:off x="2919500" y="947275"/>
              <a:ext cx="223275" cy="280000"/>
            </a:xfrm>
            <a:custGeom>
              <a:avLst/>
              <a:gdLst/>
              <a:ahLst/>
              <a:cxnLst/>
              <a:rect l="l" t="t" r="r" b="b"/>
              <a:pathLst>
                <a:path w="8931" h="11200" extrusionOk="0">
                  <a:moveTo>
                    <a:pt x="4005" y="18"/>
                  </a:moveTo>
                  <a:cubicBezTo>
                    <a:pt x="4007" y="18"/>
                    <a:pt x="4009" y="18"/>
                    <a:pt x="4011" y="19"/>
                  </a:cubicBezTo>
                  <a:cubicBezTo>
                    <a:pt x="4101" y="19"/>
                    <a:pt x="4206" y="51"/>
                    <a:pt x="4323" y="123"/>
                  </a:cubicBezTo>
                  <a:cubicBezTo>
                    <a:pt x="4718" y="366"/>
                    <a:pt x="4912" y="734"/>
                    <a:pt x="4912" y="1114"/>
                  </a:cubicBezTo>
                  <a:cubicBezTo>
                    <a:pt x="4912" y="1464"/>
                    <a:pt x="4748" y="1822"/>
                    <a:pt x="4422" y="2101"/>
                  </a:cubicBezTo>
                  <a:cubicBezTo>
                    <a:pt x="4314" y="2194"/>
                    <a:pt x="4188" y="2278"/>
                    <a:pt x="4044" y="2349"/>
                  </a:cubicBezTo>
                  <a:lnTo>
                    <a:pt x="4044" y="2349"/>
                  </a:lnTo>
                  <a:cubicBezTo>
                    <a:pt x="4037" y="2336"/>
                    <a:pt x="4031" y="2324"/>
                    <a:pt x="4024" y="2311"/>
                  </a:cubicBezTo>
                  <a:cubicBezTo>
                    <a:pt x="3728" y="1731"/>
                    <a:pt x="3595" y="1173"/>
                    <a:pt x="3595" y="753"/>
                  </a:cubicBezTo>
                  <a:cubicBezTo>
                    <a:pt x="3595" y="529"/>
                    <a:pt x="3632" y="344"/>
                    <a:pt x="3704" y="216"/>
                  </a:cubicBezTo>
                  <a:cubicBezTo>
                    <a:pt x="3735" y="158"/>
                    <a:pt x="3779" y="108"/>
                    <a:pt x="3835" y="69"/>
                  </a:cubicBezTo>
                  <a:cubicBezTo>
                    <a:pt x="3885" y="36"/>
                    <a:pt x="3944" y="18"/>
                    <a:pt x="4005" y="18"/>
                  </a:cubicBezTo>
                  <a:close/>
                  <a:moveTo>
                    <a:pt x="319" y="125"/>
                  </a:moveTo>
                  <a:cubicBezTo>
                    <a:pt x="390" y="125"/>
                    <a:pt x="468" y="149"/>
                    <a:pt x="551" y="197"/>
                  </a:cubicBezTo>
                  <a:cubicBezTo>
                    <a:pt x="696" y="282"/>
                    <a:pt x="857" y="440"/>
                    <a:pt x="1024" y="668"/>
                  </a:cubicBezTo>
                  <a:cubicBezTo>
                    <a:pt x="1312" y="1060"/>
                    <a:pt x="1617" y="1659"/>
                    <a:pt x="1901" y="2447"/>
                  </a:cubicBezTo>
                  <a:lnTo>
                    <a:pt x="1901" y="2447"/>
                  </a:lnTo>
                  <a:cubicBezTo>
                    <a:pt x="1480" y="2299"/>
                    <a:pt x="1111" y="2064"/>
                    <a:pt x="814" y="1798"/>
                  </a:cubicBezTo>
                  <a:cubicBezTo>
                    <a:pt x="565" y="1575"/>
                    <a:pt x="366" y="1329"/>
                    <a:pt x="229" y="1096"/>
                  </a:cubicBezTo>
                  <a:cubicBezTo>
                    <a:pt x="93" y="863"/>
                    <a:pt x="19" y="644"/>
                    <a:pt x="19" y="472"/>
                  </a:cubicBezTo>
                  <a:cubicBezTo>
                    <a:pt x="18" y="415"/>
                    <a:pt x="28" y="360"/>
                    <a:pt x="47" y="308"/>
                  </a:cubicBezTo>
                  <a:cubicBezTo>
                    <a:pt x="65" y="262"/>
                    <a:pt x="95" y="221"/>
                    <a:pt x="134" y="191"/>
                  </a:cubicBezTo>
                  <a:cubicBezTo>
                    <a:pt x="186" y="148"/>
                    <a:pt x="251" y="125"/>
                    <a:pt x="319" y="125"/>
                  </a:cubicBezTo>
                  <a:close/>
                  <a:moveTo>
                    <a:pt x="8053" y="4045"/>
                  </a:moveTo>
                  <a:cubicBezTo>
                    <a:pt x="8351" y="4045"/>
                    <a:pt x="8613" y="4140"/>
                    <a:pt x="8787" y="4321"/>
                  </a:cubicBezTo>
                  <a:cubicBezTo>
                    <a:pt x="8874" y="4412"/>
                    <a:pt x="8913" y="4504"/>
                    <a:pt x="8913" y="4590"/>
                  </a:cubicBezTo>
                  <a:cubicBezTo>
                    <a:pt x="8912" y="4657"/>
                    <a:pt x="8890" y="4722"/>
                    <a:pt x="8849" y="4774"/>
                  </a:cubicBezTo>
                  <a:cubicBezTo>
                    <a:pt x="8787" y="4861"/>
                    <a:pt x="8677" y="4935"/>
                    <a:pt x="8530" y="4989"/>
                  </a:cubicBezTo>
                  <a:cubicBezTo>
                    <a:pt x="8382" y="5043"/>
                    <a:pt x="8194" y="5074"/>
                    <a:pt x="7976" y="5074"/>
                  </a:cubicBezTo>
                  <a:cubicBezTo>
                    <a:pt x="7604" y="5074"/>
                    <a:pt x="7141" y="4982"/>
                    <a:pt x="6622" y="4749"/>
                  </a:cubicBezTo>
                  <a:lnTo>
                    <a:pt x="6622" y="4749"/>
                  </a:lnTo>
                  <a:cubicBezTo>
                    <a:pt x="7059" y="4268"/>
                    <a:pt x="7598" y="4045"/>
                    <a:pt x="8053" y="4045"/>
                  </a:cubicBezTo>
                  <a:close/>
                  <a:moveTo>
                    <a:pt x="4006" y="0"/>
                  </a:moveTo>
                  <a:cubicBezTo>
                    <a:pt x="3942" y="0"/>
                    <a:pt x="3879" y="20"/>
                    <a:pt x="3825" y="55"/>
                  </a:cubicBezTo>
                  <a:cubicBezTo>
                    <a:pt x="3744" y="108"/>
                    <a:pt x="3681" y="198"/>
                    <a:pt x="3640" y="318"/>
                  </a:cubicBezTo>
                  <a:cubicBezTo>
                    <a:pt x="3598" y="436"/>
                    <a:pt x="3576" y="584"/>
                    <a:pt x="3576" y="753"/>
                  </a:cubicBezTo>
                  <a:cubicBezTo>
                    <a:pt x="3576" y="1177"/>
                    <a:pt x="3712" y="1737"/>
                    <a:pt x="4008" y="2320"/>
                  </a:cubicBezTo>
                  <a:cubicBezTo>
                    <a:pt x="4015" y="2332"/>
                    <a:pt x="4021" y="2345"/>
                    <a:pt x="4028" y="2357"/>
                  </a:cubicBezTo>
                  <a:lnTo>
                    <a:pt x="4028" y="2357"/>
                  </a:lnTo>
                  <a:cubicBezTo>
                    <a:pt x="3741" y="2497"/>
                    <a:pt x="3385" y="2588"/>
                    <a:pt x="2961" y="2606"/>
                  </a:cubicBezTo>
                  <a:cubicBezTo>
                    <a:pt x="2921" y="2608"/>
                    <a:pt x="2881" y="2609"/>
                    <a:pt x="2843" y="2609"/>
                  </a:cubicBezTo>
                  <a:cubicBezTo>
                    <a:pt x="2516" y="2609"/>
                    <a:pt x="2207" y="2552"/>
                    <a:pt x="1923" y="2454"/>
                  </a:cubicBezTo>
                  <a:lnTo>
                    <a:pt x="1923" y="2454"/>
                  </a:lnTo>
                  <a:cubicBezTo>
                    <a:pt x="1755" y="1987"/>
                    <a:pt x="1579" y="1586"/>
                    <a:pt x="1405" y="1254"/>
                  </a:cubicBezTo>
                  <a:cubicBezTo>
                    <a:pt x="1207" y="880"/>
                    <a:pt x="1011" y="594"/>
                    <a:pt x="827" y="401"/>
                  </a:cubicBezTo>
                  <a:cubicBezTo>
                    <a:pt x="748" y="317"/>
                    <a:pt x="659" y="243"/>
                    <a:pt x="560" y="183"/>
                  </a:cubicBezTo>
                  <a:cubicBezTo>
                    <a:pt x="475" y="133"/>
                    <a:pt x="395" y="108"/>
                    <a:pt x="319" y="108"/>
                  </a:cubicBezTo>
                  <a:cubicBezTo>
                    <a:pt x="247" y="108"/>
                    <a:pt x="177" y="132"/>
                    <a:pt x="123" y="178"/>
                  </a:cubicBezTo>
                  <a:cubicBezTo>
                    <a:pt x="82" y="210"/>
                    <a:pt x="50" y="254"/>
                    <a:pt x="31" y="302"/>
                  </a:cubicBezTo>
                  <a:cubicBezTo>
                    <a:pt x="10" y="356"/>
                    <a:pt x="0" y="414"/>
                    <a:pt x="1" y="472"/>
                  </a:cubicBezTo>
                  <a:cubicBezTo>
                    <a:pt x="1" y="648"/>
                    <a:pt x="76" y="870"/>
                    <a:pt x="212" y="1106"/>
                  </a:cubicBezTo>
                  <a:cubicBezTo>
                    <a:pt x="419" y="1458"/>
                    <a:pt x="766" y="1838"/>
                    <a:pt x="1218" y="2130"/>
                  </a:cubicBezTo>
                  <a:cubicBezTo>
                    <a:pt x="1427" y="2266"/>
                    <a:pt x="1659" y="2383"/>
                    <a:pt x="1909" y="2469"/>
                  </a:cubicBezTo>
                  <a:lnTo>
                    <a:pt x="1909" y="2469"/>
                  </a:lnTo>
                  <a:cubicBezTo>
                    <a:pt x="2117" y="3049"/>
                    <a:pt x="2312" y="3732"/>
                    <a:pt x="2480" y="4507"/>
                  </a:cubicBezTo>
                  <a:cubicBezTo>
                    <a:pt x="3071" y="7251"/>
                    <a:pt x="3108" y="9375"/>
                    <a:pt x="3108" y="9869"/>
                  </a:cubicBezTo>
                  <a:lnTo>
                    <a:pt x="3108" y="9950"/>
                  </a:lnTo>
                  <a:lnTo>
                    <a:pt x="3108" y="9978"/>
                  </a:lnTo>
                  <a:cubicBezTo>
                    <a:pt x="3108" y="9983"/>
                    <a:pt x="3112" y="9988"/>
                    <a:pt x="3117" y="9988"/>
                  </a:cubicBezTo>
                  <a:cubicBezTo>
                    <a:pt x="3122" y="9988"/>
                    <a:pt x="3126" y="9984"/>
                    <a:pt x="3126" y="9979"/>
                  </a:cubicBezTo>
                  <a:lnTo>
                    <a:pt x="3125" y="9979"/>
                  </a:lnTo>
                  <a:lnTo>
                    <a:pt x="3125" y="9869"/>
                  </a:lnTo>
                  <a:cubicBezTo>
                    <a:pt x="3125" y="9375"/>
                    <a:pt x="3088" y="7250"/>
                    <a:pt x="2497" y="4504"/>
                  </a:cubicBezTo>
                  <a:cubicBezTo>
                    <a:pt x="2331" y="3733"/>
                    <a:pt x="2137" y="3055"/>
                    <a:pt x="1930" y="2476"/>
                  </a:cubicBezTo>
                  <a:lnTo>
                    <a:pt x="1930" y="2476"/>
                  </a:lnTo>
                  <a:cubicBezTo>
                    <a:pt x="2213" y="2571"/>
                    <a:pt x="2519" y="2626"/>
                    <a:pt x="2843" y="2626"/>
                  </a:cubicBezTo>
                  <a:cubicBezTo>
                    <a:pt x="2883" y="2626"/>
                    <a:pt x="2922" y="2625"/>
                    <a:pt x="2962" y="2624"/>
                  </a:cubicBezTo>
                  <a:cubicBezTo>
                    <a:pt x="3389" y="2605"/>
                    <a:pt x="3747" y="2513"/>
                    <a:pt x="4036" y="2373"/>
                  </a:cubicBezTo>
                  <a:lnTo>
                    <a:pt x="4036" y="2373"/>
                  </a:lnTo>
                  <a:cubicBezTo>
                    <a:pt x="4334" y="2939"/>
                    <a:pt x="4786" y="3524"/>
                    <a:pt x="5417" y="4023"/>
                  </a:cubicBezTo>
                  <a:cubicBezTo>
                    <a:pt x="5828" y="4349"/>
                    <a:pt x="6224" y="4588"/>
                    <a:pt x="6592" y="4756"/>
                  </a:cubicBezTo>
                  <a:lnTo>
                    <a:pt x="6592" y="4756"/>
                  </a:lnTo>
                  <a:cubicBezTo>
                    <a:pt x="6292" y="5092"/>
                    <a:pt x="6041" y="5551"/>
                    <a:pt x="5899" y="6143"/>
                  </a:cubicBezTo>
                  <a:cubicBezTo>
                    <a:pt x="5413" y="8172"/>
                    <a:pt x="5320" y="11191"/>
                    <a:pt x="5320" y="11191"/>
                  </a:cubicBezTo>
                  <a:cubicBezTo>
                    <a:pt x="5320" y="11197"/>
                    <a:pt x="5325" y="11200"/>
                    <a:pt x="5329" y="11200"/>
                  </a:cubicBezTo>
                  <a:cubicBezTo>
                    <a:pt x="5334" y="11200"/>
                    <a:pt x="5338" y="11197"/>
                    <a:pt x="5338" y="11191"/>
                  </a:cubicBezTo>
                  <a:cubicBezTo>
                    <a:pt x="5338" y="11191"/>
                    <a:pt x="5338" y="11179"/>
                    <a:pt x="5339" y="11157"/>
                  </a:cubicBezTo>
                  <a:cubicBezTo>
                    <a:pt x="5351" y="10818"/>
                    <a:pt x="5461" y="8046"/>
                    <a:pt x="5916" y="6147"/>
                  </a:cubicBezTo>
                  <a:cubicBezTo>
                    <a:pt x="6058" y="5555"/>
                    <a:pt x="6309" y="5098"/>
                    <a:pt x="6609" y="4763"/>
                  </a:cubicBezTo>
                  <a:lnTo>
                    <a:pt x="6609" y="4763"/>
                  </a:lnTo>
                  <a:cubicBezTo>
                    <a:pt x="7132" y="4999"/>
                    <a:pt x="7600" y="5092"/>
                    <a:pt x="7976" y="5092"/>
                  </a:cubicBezTo>
                  <a:cubicBezTo>
                    <a:pt x="8270" y="5092"/>
                    <a:pt x="8508" y="5036"/>
                    <a:pt x="8673" y="4945"/>
                  </a:cubicBezTo>
                  <a:cubicBezTo>
                    <a:pt x="8747" y="4907"/>
                    <a:pt x="8812" y="4851"/>
                    <a:pt x="8864" y="4785"/>
                  </a:cubicBezTo>
                  <a:cubicBezTo>
                    <a:pt x="8906" y="4729"/>
                    <a:pt x="8930" y="4662"/>
                    <a:pt x="8930" y="4590"/>
                  </a:cubicBezTo>
                  <a:cubicBezTo>
                    <a:pt x="8930" y="4499"/>
                    <a:pt x="8888" y="4402"/>
                    <a:pt x="8800" y="4309"/>
                  </a:cubicBezTo>
                  <a:cubicBezTo>
                    <a:pt x="8621" y="4125"/>
                    <a:pt x="8355" y="4027"/>
                    <a:pt x="8053" y="4027"/>
                  </a:cubicBezTo>
                  <a:cubicBezTo>
                    <a:pt x="7591" y="4027"/>
                    <a:pt x="7046" y="4254"/>
                    <a:pt x="6605" y="4742"/>
                  </a:cubicBezTo>
                  <a:lnTo>
                    <a:pt x="6605" y="4742"/>
                  </a:lnTo>
                  <a:cubicBezTo>
                    <a:pt x="6236" y="4574"/>
                    <a:pt x="5839" y="4336"/>
                    <a:pt x="5427" y="4009"/>
                  </a:cubicBezTo>
                  <a:cubicBezTo>
                    <a:pt x="4798" y="3512"/>
                    <a:pt x="4349" y="2929"/>
                    <a:pt x="4052" y="2365"/>
                  </a:cubicBezTo>
                  <a:lnTo>
                    <a:pt x="4052" y="2365"/>
                  </a:lnTo>
                  <a:cubicBezTo>
                    <a:pt x="4197" y="2292"/>
                    <a:pt x="4325" y="2208"/>
                    <a:pt x="4434" y="2114"/>
                  </a:cubicBezTo>
                  <a:cubicBezTo>
                    <a:pt x="4764" y="1832"/>
                    <a:pt x="4930" y="1469"/>
                    <a:pt x="4930" y="1114"/>
                  </a:cubicBezTo>
                  <a:cubicBezTo>
                    <a:pt x="4930" y="728"/>
                    <a:pt x="4732" y="353"/>
                    <a:pt x="4333" y="108"/>
                  </a:cubicBezTo>
                  <a:cubicBezTo>
                    <a:pt x="4214" y="34"/>
                    <a:pt x="4107" y="0"/>
                    <a:pt x="4012" y="0"/>
                  </a:cubicBezTo>
                  <a:cubicBezTo>
                    <a:pt x="4010" y="0"/>
                    <a:pt x="4008" y="0"/>
                    <a:pt x="400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0"/>
            <p:cNvSpPr/>
            <p:nvPr/>
          </p:nvSpPr>
          <p:spPr>
            <a:xfrm>
              <a:off x="2749225" y="733225"/>
              <a:ext cx="240750" cy="343900"/>
            </a:xfrm>
            <a:custGeom>
              <a:avLst/>
              <a:gdLst/>
              <a:ahLst/>
              <a:cxnLst/>
              <a:rect l="l" t="t" r="r" b="b"/>
              <a:pathLst>
                <a:path w="9630" h="13756" extrusionOk="0">
                  <a:moveTo>
                    <a:pt x="7131" y="8687"/>
                  </a:moveTo>
                  <a:cubicBezTo>
                    <a:pt x="7063" y="8687"/>
                    <a:pt x="6998" y="8710"/>
                    <a:pt x="6945" y="8753"/>
                  </a:cubicBezTo>
                  <a:cubicBezTo>
                    <a:pt x="6906" y="8783"/>
                    <a:pt x="6877" y="8824"/>
                    <a:pt x="6859" y="8870"/>
                  </a:cubicBezTo>
                  <a:cubicBezTo>
                    <a:pt x="6840" y="8922"/>
                    <a:pt x="6830" y="8977"/>
                    <a:pt x="6830" y="9033"/>
                  </a:cubicBezTo>
                  <a:cubicBezTo>
                    <a:pt x="6830" y="9204"/>
                    <a:pt x="6904" y="9425"/>
                    <a:pt x="7040" y="9658"/>
                  </a:cubicBezTo>
                  <a:cubicBezTo>
                    <a:pt x="7177" y="9890"/>
                    <a:pt x="7376" y="10136"/>
                    <a:pt x="7627" y="10360"/>
                  </a:cubicBezTo>
                  <a:cubicBezTo>
                    <a:pt x="7943" y="10645"/>
                    <a:pt x="8312" y="10866"/>
                    <a:pt x="8713" y="11009"/>
                  </a:cubicBezTo>
                  <a:cubicBezTo>
                    <a:pt x="8429" y="10222"/>
                    <a:pt x="8123" y="9622"/>
                    <a:pt x="7835" y="9230"/>
                  </a:cubicBezTo>
                  <a:cubicBezTo>
                    <a:pt x="7669" y="9002"/>
                    <a:pt x="7508" y="8844"/>
                    <a:pt x="7362" y="8759"/>
                  </a:cubicBezTo>
                  <a:cubicBezTo>
                    <a:pt x="7280" y="8711"/>
                    <a:pt x="7202" y="8687"/>
                    <a:pt x="7131" y="8687"/>
                  </a:cubicBezTo>
                  <a:close/>
                  <a:moveTo>
                    <a:pt x="8742" y="11037"/>
                  </a:moveTo>
                  <a:lnTo>
                    <a:pt x="8742" y="11037"/>
                  </a:lnTo>
                  <a:cubicBezTo>
                    <a:pt x="8853" y="11349"/>
                    <a:pt x="8960" y="11689"/>
                    <a:pt x="9061" y="12057"/>
                  </a:cubicBezTo>
                  <a:cubicBezTo>
                    <a:pt x="9162" y="11766"/>
                    <a:pt x="9240" y="11468"/>
                    <a:pt x="9295" y="11165"/>
                  </a:cubicBezTo>
                  <a:cubicBezTo>
                    <a:pt x="9107" y="11141"/>
                    <a:pt x="8921" y="11098"/>
                    <a:pt x="8742" y="11037"/>
                  </a:cubicBezTo>
                  <a:close/>
                  <a:moveTo>
                    <a:pt x="3346" y="0"/>
                  </a:moveTo>
                  <a:cubicBezTo>
                    <a:pt x="1433" y="4"/>
                    <a:pt x="1" y="3878"/>
                    <a:pt x="1642" y="8385"/>
                  </a:cubicBezTo>
                  <a:cubicBezTo>
                    <a:pt x="3043" y="12235"/>
                    <a:pt x="5187" y="13756"/>
                    <a:pt x="6924" y="13756"/>
                  </a:cubicBezTo>
                  <a:cubicBezTo>
                    <a:pt x="7212" y="13756"/>
                    <a:pt x="7498" y="13713"/>
                    <a:pt x="7771" y="13628"/>
                  </a:cubicBezTo>
                  <a:cubicBezTo>
                    <a:pt x="8337" y="13449"/>
                    <a:pt x="8768" y="12883"/>
                    <a:pt x="9052" y="12087"/>
                  </a:cubicBezTo>
                  <a:cubicBezTo>
                    <a:pt x="8947" y="11704"/>
                    <a:pt x="8836" y="11351"/>
                    <a:pt x="8720" y="11030"/>
                  </a:cubicBezTo>
                  <a:cubicBezTo>
                    <a:pt x="8477" y="10945"/>
                    <a:pt x="8244" y="10832"/>
                    <a:pt x="8030" y="10691"/>
                  </a:cubicBezTo>
                  <a:cubicBezTo>
                    <a:pt x="7578" y="10399"/>
                    <a:pt x="7231" y="10019"/>
                    <a:pt x="7025" y="9666"/>
                  </a:cubicBezTo>
                  <a:cubicBezTo>
                    <a:pt x="6887" y="9432"/>
                    <a:pt x="6812" y="9210"/>
                    <a:pt x="6812" y="9033"/>
                  </a:cubicBezTo>
                  <a:cubicBezTo>
                    <a:pt x="6812" y="8975"/>
                    <a:pt x="6822" y="8917"/>
                    <a:pt x="6842" y="8863"/>
                  </a:cubicBezTo>
                  <a:cubicBezTo>
                    <a:pt x="6862" y="8813"/>
                    <a:pt x="6893" y="8771"/>
                    <a:pt x="6934" y="8739"/>
                  </a:cubicBezTo>
                  <a:cubicBezTo>
                    <a:pt x="6990" y="8693"/>
                    <a:pt x="7060" y="8669"/>
                    <a:pt x="7131" y="8669"/>
                  </a:cubicBezTo>
                  <a:cubicBezTo>
                    <a:pt x="7206" y="8669"/>
                    <a:pt x="7286" y="8694"/>
                    <a:pt x="7372" y="8743"/>
                  </a:cubicBezTo>
                  <a:cubicBezTo>
                    <a:pt x="7471" y="8804"/>
                    <a:pt x="7560" y="8877"/>
                    <a:pt x="7639" y="8962"/>
                  </a:cubicBezTo>
                  <a:cubicBezTo>
                    <a:pt x="7822" y="9155"/>
                    <a:pt x="8019" y="9441"/>
                    <a:pt x="8217" y="9815"/>
                  </a:cubicBezTo>
                  <a:cubicBezTo>
                    <a:pt x="8392" y="10147"/>
                    <a:pt x="8567" y="10549"/>
                    <a:pt x="8734" y="11015"/>
                  </a:cubicBezTo>
                  <a:cubicBezTo>
                    <a:pt x="8918" y="11078"/>
                    <a:pt x="9107" y="11123"/>
                    <a:pt x="9299" y="11147"/>
                  </a:cubicBezTo>
                  <a:cubicBezTo>
                    <a:pt x="9630" y="9373"/>
                    <a:pt x="9425" y="6973"/>
                    <a:pt x="8604" y="4979"/>
                  </a:cubicBezTo>
                  <a:cubicBezTo>
                    <a:pt x="6981" y="1032"/>
                    <a:pt x="5112" y="1"/>
                    <a:pt x="3354" y="1"/>
                  </a:cubicBezTo>
                  <a:lnTo>
                    <a:pt x="3354" y="0"/>
                  </a:lnTo>
                  <a:close/>
                </a:path>
              </a:pathLst>
            </a:custGeom>
            <a:solidFill>
              <a:srgbClr val="FFE5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2919500" y="949925"/>
              <a:ext cx="62225" cy="85475"/>
            </a:xfrm>
            <a:custGeom>
              <a:avLst/>
              <a:gdLst/>
              <a:ahLst/>
              <a:cxnLst/>
              <a:rect l="l" t="t" r="r" b="b"/>
              <a:pathLst>
                <a:path w="2489" h="3419" extrusionOk="0">
                  <a:moveTo>
                    <a:pt x="315" y="19"/>
                  </a:moveTo>
                  <a:cubicBezTo>
                    <a:pt x="317" y="19"/>
                    <a:pt x="318" y="19"/>
                    <a:pt x="320" y="19"/>
                  </a:cubicBezTo>
                  <a:cubicBezTo>
                    <a:pt x="391" y="19"/>
                    <a:pt x="468" y="43"/>
                    <a:pt x="551" y="91"/>
                  </a:cubicBezTo>
                  <a:cubicBezTo>
                    <a:pt x="696" y="174"/>
                    <a:pt x="857" y="332"/>
                    <a:pt x="1024" y="560"/>
                  </a:cubicBezTo>
                  <a:cubicBezTo>
                    <a:pt x="1312" y="953"/>
                    <a:pt x="1617" y="1552"/>
                    <a:pt x="1902" y="2340"/>
                  </a:cubicBezTo>
                  <a:cubicBezTo>
                    <a:pt x="1501" y="2198"/>
                    <a:pt x="1132" y="1977"/>
                    <a:pt x="816" y="1692"/>
                  </a:cubicBezTo>
                  <a:cubicBezTo>
                    <a:pt x="565" y="1468"/>
                    <a:pt x="366" y="1222"/>
                    <a:pt x="229" y="989"/>
                  </a:cubicBezTo>
                  <a:cubicBezTo>
                    <a:pt x="93" y="756"/>
                    <a:pt x="19" y="536"/>
                    <a:pt x="19" y="365"/>
                  </a:cubicBezTo>
                  <a:cubicBezTo>
                    <a:pt x="18" y="309"/>
                    <a:pt x="28" y="254"/>
                    <a:pt x="48" y="202"/>
                  </a:cubicBezTo>
                  <a:cubicBezTo>
                    <a:pt x="65" y="155"/>
                    <a:pt x="95" y="115"/>
                    <a:pt x="134" y="84"/>
                  </a:cubicBezTo>
                  <a:cubicBezTo>
                    <a:pt x="185" y="43"/>
                    <a:pt x="249" y="19"/>
                    <a:pt x="315" y="19"/>
                  </a:cubicBezTo>
                  <a:close/>
                  <a:moveTo>
                    <a:pt x="320" y="1"/>
                  </a:moveTo>
                  <a:cubicBezTo>
                    <a:pt x="249" y="1"/>
                    <a:pt x="179" y="26"/>
                    <a:pt x="123" y="71"/>
                  </a:cubicBezTo>
                  <a:cubicBezTo>
                    <a:pt x="82" y="103"/>
                    <a:pt x="51" y="147"/>
                    <a:pt x="31" y="195"/>
                  </a:cubicBezTo>
                  <a:cubicBezTo>
                    <a:pt x="11" y="249"/>
                    <a:pt x="0" y="307"/>
                    <a:pt x="1" y="366"/>
                  </a:cubicBezTo>
                  <a:cubicBezTo>
                    <a:pt x="1" y="542"/>
                    <a:pt x="77" y="764"/>
                    <a:pt x="214" y="1000"/>
                  </a:cubicBezTo>
                  <a:cubicBezTo>
                    <a:pt x="420" y="1351"/>
                    <a:pt x="767" y="1731"/>
                    <a:pt x="1219" y="2024"/>
                  </a:cubicBezTo>
                  <a:cubicBezTo>
                    <a:pt x="1433" y="2164"/>
                    <a:pt x="1665" y="2277"/>
                    <a:pt x="1909" y="2362"/>
                  </a:cubicBezTo>
                  <a:cubicBezTo>
                    <a:pt x="2024" y="2684"/>
                    <a:pt x="2135" y="3036"/>
                    <a:pt x="2241" y="3419"/>
                  </a:cubicBezTo>
                  <a:lnTo>
                    <a:pt x="2250" y="3389"/>
                  </a:lnTo>
                  <a:cubicBezTo>
                    <a:pt x="2149" y="3021"/>
                    <a:pt x="2042" y="2679"/>
                    <a:pt x="1931" y="2369"/>
                  </a:cubicBezTo>
                  <a:lnTo>
                    <a:pt x="1931" y="2369"/>
                  </a:lnTo>
                  <a:cubicBezTo>
                    <a:pt x="2110" y="2430"/>
                    <a:pt x="2296" y="2473"/>
                    <a:pt x="2484" y="2497"/>
                  </a:cubicBezTo>
                  <a:cubicBezTo>
                    <a:pt x="2486" y="2491"/>
                    <a:pt x="2487" y="2485"/>
                    <a:pt x="2488" y="2479"/>
                  </a:cubicBezTo>
                  <a:cubicBezTo>
                    <a:pt x="2295" y="2455"/>
                    <a:pt x="2107" y="2410"/>
                    <a:pt x="1923" y="2347"/>
                  </a:cubicBezTo>
                  <a:cubicBezTo>
                    <a:pt x="1756" y="1881"/>
                    <a:pt x="1579" y="1479"/>
                    <a:pt x="1405" y="1147"/>
                  </a:cubicBezTo>
                  <a:cubicBezTo>
                    <a:pt x="1208" y="773"/>
                    <a:pt x="1011" y="487"/>
                    <a:pt x="827" y="294"/>
                  </a:cubicBezTo>
                  <a:cubicBezTo>
                    <a:pt x="748" y="209"/>
                    <a:pt x="659" y="136"/>
                    <a:pt x="560" y="77"/>
                  </a:cubicBezTo>
                  <a:cubicBezTo>
                    <a:pt x="475" y="27"/>
                    <a:pt x="395" y="2"/>
                    <a:pt x="319" y="2"/>
                  </a:cubicBezTo>
                  <a:lnTo>
                    <a:pt x="320" y="1"/>
                  </a:lnTo>
                  <a:close/>
                </a:path>
              </a:pathLst>
            </a:custGeom>
            <a:solidFill>
              <a:srgbClr val="F0B22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0"/>
            <p:cNvSpPr/>
            <p:nvPr/>
          </p:nvSpPr>
          <p:spPr>
            <a:xfrm>
              <a:off x="2830600" y="556125"/>
              <a:ext cx="375" cy="250"/>
            </a:xfrm>
            <a:custGeom>
              <a:avLst/>
              <a:gdLst/>
              <a:ahLst/>
              <a:cxnLst/>
              <a:rect l="l" t="t" r="r" b="b"/>
              <a:pathLst>
                <a:path w="15" h="10" extrusionOk="0">
                  <a:moveTo>
                    <a:pt x="0" y="0"/>
                  </a:moveTo>
                  <a:lnTo>
                    <a:pt x="15" y="10"/>
                  </a:lnTo>
                  <a:lnTo>
                    <a:pt x="1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8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0"/>
            <p:cNvSpPr/>
            <p:nvPr/>
          </p:nvSpPr>
          <p:spPr>
            <a:xfrm>
              <a:off x="3034300" y="556425"/>
              <a:ext cx="203175" cy="117325"/>
            </a:xfrm>
            <a:custGeom>
              <a:avLst/>
              <a:gdLst/>
              <a:ahLst/>
              <a:cxnLst/>
              <a:rect l="l" t="t" r="r" b="b"/>
              <a:pathLst>
                <a:path w="8127" h="4693" extrusionOk="0">
                  <a:moveTo>
                    <a:pt x="8127" y="0"/>
                  </a:moveTo>
                  <a:lnTo>
                    <a:pt x="0" y="4693"/>
                  </a:lnTo>
                  <a:lnTo>
                    <a:pt x="8127" y="0"/>
                  </a:lnTo>
                  <a:lnTo>
                    <a:pt x="8127" y="0"/>
                  </a:lnTo>
                  <a:close/>
                </a:path>
              </a:pathLst>
            </a:custGeom>
            <a:solidFill>
              <a:srgbClr val="1831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9"/>
          <p:cNvSpPr/>
          <p:nvPr/>
        </p:nvSpPr>
        <p:spPr>
          <a:xfrm rot="-5400000">
            <a:off x="4084669" y="-502974"/>
            <a:ext cx="3102900" cy="7015762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9"/>
          <p:cNvSpPr txBox="1">
            <a:spLocks noGrp="1"/>
          </p:cNvSpPr>
          <p:nvPr>
            <p:ph type="title" idx="8"/>
          </p:nvPr>
        </p:nvSpPr>
        <p:spPr>
          <a:xfrm>
            <a:off x="1246909" y="347869"/>
            <a:ext cx="728703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TUJUAN PENELITIAN</a:t>
            </a:r>
            <a:endParaRPr dirty="0"/>
          </a:p>
        </p:txBody>
      </p:sp>
      <p:sp>
        <p:nvSpPr>
          <p:cNvPr id="943" name="Google Shape;943;p39"/>
          <p:cNvSpPr txBox="1">
            <a:spLocks noGrp="1"/>
          </p:cNvSpPr>
          <p:nvPr>
            <p:ph type="subTitle" idx="1"/>
          </p:nvPr>
        </p:nvSpPr>
        <p:spPr>
          <a:xfrm flipH="1">
            <a:off x="2291161" y="2635569"/>
            <a:ext cx="3101721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d-ID" dirty="0"/>
              <a:t>Memahami proses pembelajaran menggunakan pendekatan </a:t>
            </a:r>
            <a:r>
              <a:rPr lang="id-ID" i="1" dirty="0"/>
              <a:t>Link-</a:t>
            </a:r>
            <a:r>
              <a:rPr lang="id-ID" i="1" dirty="0" err="1"/>
              <a:t>Match</a:t>
            </a:r>
            <a:r>
              <a:rPr lang="id-ID" dirty="0"/>
              <a:t> yang berjalan di STT Terpadu Nurul Fikri.</a:t>
            </a:r>
            <a:endParaRPr lang="en-ID" dirty="0"/>
          </a:p>
        </p:txBody>
      </p:sp>
      <p:sp>
        <p:nvSpPr>
          <p:cNvPr id="944" name="Google Shape;944;p39"/>
          <p:cNvSpPr txBox="1">
            <a:spLocks noGrp="1"/>
          </p:cNvSpPr>
          <p:nvPr>
            <p:ph type="subTitle" idx="5"/>
          </p:nvPr>
        </p:nvSpPr>
        <p:spPr>
          <a:xfrm flipH="1">
            <a:off x="5377534" y="3253226"/>
            <a:ext cx="3158633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d-ID" dirty="0"/>
              <a:t>Merancang aplikasi </a:t>
            </a:r>
            <a:r>
              <a:rPr lang="id-ID" i="1" dirty="0"/>
              <a:t>Link-</a:t>
            </a:r>
            <a:r>
              <a:rPr lang="id-ID" i="1" dirty="0" err="1"/>
              <a:t>Match</a:t>
            </a:r>
            <a:r>
              <a:rPr lang="id-ID" dirty="0"/>
              <a:t> yang dapat membantu proses pembelajaran di STT Terpadu Nurul Fikri.</a:t>
            </a:r>
            <a:endParaRPr lang="en-ID" dirty="0"/>
          </a:p>
        </p:txBody>
      </p:sp>
      <p:sp>
        <p:nvSpPr>
          <p:cNvPr id="945" name="Google Shape;945;p39"/>
          <p:cNvSpPr txBox="1">
            <a:spLocks noGrp="1"/>
          </p:cNvSpPr>
          <p:nvPr>
            <p:ph type="ctrTitle"/>
          </p:nvPr>
        </p:nvSpPr>
        <p:spPr>
          <a:xfrm flipH="1">
            <a:off x="6965177" y="2880706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947" name="Google Shape;947;p39"/>
          <p:cNvSpPr txBox="1">
            <a:spLocks noGrp="1"/>
          </p:cNvSpPr>
          <p:nvPr>
            <p:ph type="subTitle" idx="3"/>
          </p:nvPr>
        </p:nvSpPr>
        <p:spPr>
          <a:xfrm flipH="1">
            <a:off x="5424058" y="2022126"/>
            <a:ext cx="3101718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d-ID" dirty="0"/>
              <a:t>Mengimplementasikan metode </a:t>
            </a:r>
            <a:r>
              <a:rPr lang="id-ID" i="1" dirty="0" err="1"/>
              <a:t>Scrum</a:t>
            </a:r>
            <a:r>
              <a:rPr lang="id-ID" dirty="0"/>
              <a:t> dalam perancangan aplikasi </a:t>
            </a:r>
            <a:r>
              <a:rPr lang="id-ID" i="1" dirty="0"/>
              <a:t>Link-</a:t>
            </a:r>
            <a:r>
              <a:rPr lang="id-ID" i="1" dirty="0" err="1"/>
              <a:t>Match</a:t>
            </a:r>
            <a:r>
              <a:rPr lang="id-ID" dirty="0"/>
              <a:t>.</a:t>
            </a:r>
            <a:endParaRPr lang="en-ID" dirty="0"/>
          </a:p>
        </p:txBody>
      </p:sp>
      <p:sp>
        <p:nvSpPr>
          <p:cNvPr id="948" name="Google Shape;948;p39"/>
          <p:cNvSpPr txBox="1">
            <a:spLocks noGrp="1"/>
          </p:cNvSpPr>
          <p:nvPr>
            <p:ph type="ctrTitle" idx="4"/>
          </p:nvPr>
        </p:nvSpPr>
        <p:spPr>
          <a:xfrm flipH="1">
            <a:off x="6965177" y="163332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949" name="Google Shape;949;p39"/>
          <p:cNvSpPr txBox="1">
            <a:spLocks noGrp="1"/>
          </p:cNvSpPr>
          <p:nvPr>
            <p:ph type="ctrTitle" idx="6"/>
          </p:nvPr>
        </p:nvSpPr>
        <p:spPr>
          <a:xfrm flipH="1">
            <a:off x="3832283" y="2247695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6B83E18-4B85-489E-87D5-77DFF17F1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BATASAN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04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D38DBC9-F300-4491-9B49-7A329B380017}"/>
              </a:ext>
            </a:extLst>
          </p:cNvPr>
          <p:cNvGrpSpPr/>
          <p:nvPr/>
        </p:nvGrpSpPr>
        <p:grpSpPr>
          <a:xfrm>
            <a:off x="4854114" y="1523751"/>
            <a:ext cx="3879642" cy="2875473"/>
            <a:chOff x="1215031" y="2281069"/>
            <a:chExt cx="4518911" cy="3091032"/>
          </a:xfrm>
        </p:grpSpPr>
        <p:sp>
          <p:nvSpPr>
            <p:cNvPr id="88" name="Google Shape;2040;p53">
              <a:extLst>
                <a:ext uri="{FF2B5EF4-FFF2-40B4-BE49-F238E27FC236}">
                  <a16:creationId xmlns:a16="http://schemas.microsoft.com/office/drawing/2014/main" id="{08E63447-BA42-49F9-9673-4C707999A4AA}"/>
                </a:ext>
              </a:extLst>
            </p:cNvPr>
            <p:cNvSpPr/>
            <p:nvPr/>
          </p:nvSpPr>
          <p:spPr>
            <a:xfrm>
              <a:off x="5285790" y="3817633"/>
              <a:ext cx="387936" cy="390700"/>
            </a:xfrm>
            <a:custGeom>
              <a:avLst/>
              <a:gdLst/>
              <a:ahLst/>
              <a:cxnLst/>
              <a:rect l="l" t="t" r="r" b="b"/>
              <a:pathLst>
                <a:path w="19089" h="19225" extrusionOk="0">
                  <a:moveTo>
                    <a:pt x="14327" y="1"/>
                  </a:moveTo>
                  <a:lnTo>
                    <a:pt x="0" y="8272"/>
                  </a:lnTo>
                  <a:lnTo>
                    <a:pt x="19089" y="19224"/>
                  </a:lnTo>
                  <a:lnTo>
                    <a:pt x="19089" y="2746"/>
                  </a:lnTo>
                  <a:lnTo>
                    <a:pt x="14327" y="1"/>
                  </a:lnTo>
                  <a:close/>
                </a:path>
              </a:pathLst>
            </a:custGeom>
            <a:solidFill>
              <a:srgbClr val="6F22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041;p53">
              <a:extLst>
                <a:ext uri="{FF2B5EF4-FFF2-40B4-BE49-F238E27FC236}">
                  <a16:creationId xmlns:a16="http://schemas.microsoft.com/office/drawing/2014/main" id="{C5D1F068-75F5-442C-BD46-3C6B7F88961C}"/>
                </a:ext>
              </a:extLst>
            </p:cNvPr>
            <p:cNvSpPr/>
            <p:nvPr/>
          </p:nvSpPr>
          <p:spPr>
            <a:xfrm>
              <a:off x="1229216" y="3777638"/>
              <a:ext cx="2565086" cy="1594463"/>
            </a:xfrm>
            <a:custGeom>
              <a:avLst/>
              <a:gdLst/>
              <a:ahLst/>
              <a:cxnLst/>
              <a:rect l="l" t="t" r="r" b="b"/>
              <a:pathLst>
                <a:path w="126219" h="78458" extrusionOk="0">
                  <a:moveTo>
                    <a:pt x="0" y="0"/>
                  </a:moveTo>
                  <a:lnTo>
                    <a:pt x="0" y="4460"/>
                  </a:lnTo>
                  <a:cubicBezTo>
                    <a:pt x="0" y="5977"/>
                    <a:pt x="1136" y="7863"/>
                    <a:pt x="2537" y="8672"/>
                  </a:cubicBezTo>
                  <a:lnTo>
                    <a:pt x="116699" y="74580"/>
                  </a:lnTo>
                  <a:cubicBezTo>
                    <a:pt x="116699" y="74580"/>
                    <a:pt x="116734" y="74604"/>
                    <a:pt x="116792" y="74639"/>
                  </a:cubicBezTo>
                  <a:cubicBezTo>
                    <a:pt x="116862" y="74674"/>
                    <a:pt x="116957" y="74721"/>
                    <a:pt x="117074" y="74791"/>
                  </a:cubicBezTo>
                  <a:cubicBezTo>
                    <a:pt x="117167" y="74849"/>
                    <a:pt x="117261" y="74908"/>
                    <a:pt x="117390" y="74979"/>
                  </a:cubicBezTo>
                  <a:cubicBezTo>
                    <a:pt x="117508" y="75049"/>
                    <a:pt x="117636" y="75120"/>
                    <a:pt x="117788" y="75213"/>
                  </a:cubicBezTo>
                  <a:cubicBezTo>
                    <a:pt x="118080" y="75376"/>
                    <a:pt x="118421" y="75576"/>
                    <a:pt x="118796" y="75786"/>
                  </a:cubicBezTo>
                  <a:lnTo>
                    <a:pt x="119603" y="76254"/>
                  </a:lnTo>
                  <a:cubicBezTo>
                    <a:pt x="120177" y="76584"/>
                    <a:pt x="120797" y="76946"/>
                    <a:pt x="121453" y="77321"/>
                  </a:cubicBezTo>
                  <a:cubicBezTo>
                    <a:pt x="122759" y="78070"/>
                    <a:pt x="124451" y="78457"/>
                    <a:pt x="126147" y="78457"/>
                  </a:cubicBezTo>
                  <a:cubicBezTo>
                    <a:pt x="126171" y="78457"/>
                    <a:pt x="126195" y="78457"/>
                    <a:pt x="126219" y="78457"/>
                  </a:cubicBezTo>
                  <a:lnTo>
                    <a:pt x="126219" y="72882"/>
                  </a:lnTo>
                  <a:cubicBezTo>
                    <a:pt x="124380" y="72882"/>
                    <a:pt x="122554" y="72472"/>
                    <a:pt x="121149" y="71665"/>
                  </a:cubicBezTo>
                  <a:cubicBezTo>
                    <a:pt x="121149" y="71665"/>
                    <a:pt x="116699" y="69100"/>
                    <a:pt x="116699" y="69089"/>
                  </a:cubicBezTo>
                  <a:lnTo>
                    <a:pt x="2535" y="3178"/>
                  </a:lnTo>
                  <a:cubicBezTo>
                    <a:pt x="1742" y="2719"/>
                    <a:pt x="0" y="1694"/>
                    <a:pt x="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042;p53">
              <a:extLst>
                <a:ext uri="{FF2B5EF4-FFF2-40B4-BE49-F238E27FC236}">
                  <a16:creationId xmlns:a16="http://schemas.microsoft.com/office/drawing/2014/main" id="{67BB1474-A571-4B13-859E-1A2E508330EA}"/>
                </a:ext>
              </a:extLst>
            </p:cNvPr>
            <p:cNvSpPr/>
            <p:nvPr/>
          </p:nvSpPr>
          <p:spPr>
            <a:xfrm>
              <a:off x="1215031" y="2727839"/>
              <a:ext cx="4422013" cy="2530964"/>
            </a:xfrm>
            <a:custGeom>
              <a:avLst/>
              <a:gdLst/>
              <a:ahLst/>
              <a:cxnLst/>
              <a:rect l="l" t="t" r="r" b="b"/>
              <a:pathLst>
                <a:path w="217592" h="124540" extrusionOk="0">
                  <a:moveTo>
                    <a:pt x="89368" y="0"/>
                  </a:moveTo>
                  <a:cubicBezTo>
                    <a:pt x="87519" y="0"/>
                    <a:pt x="85667" y="410"/>
                    <a:pt x="84258" y="1230"/>
                  </a:cubicBezTo>
                  <a:lnTo>
                    <a:pt x="16663" y="40628"/>
                  </a:lnTo>
                  <a:lnTo>
                    <a:pt x="2787" y="48720"/>
                  </a:lnTo>
                  <a:cubicBezTo>
                    <a:pt x="0" y="50347"/>
                    <a:pt x="0" y="52983"/>
                    <a:pt x="2799" y="54599"/>
                  </a:cubicBezTo>
                  <a:lnTo>
                    <a:pt x="117408" y="120757"/>
                  </a:lnTo>
                  <a:lnTo>
                    <a:pt x="121845" y="123322"/>
                  </a:lnTo>
                  <a:cubicBezTo>
                    <a:pt x="123252" y="124129"/>
                    <a:pt x="125089" y="124539"/>
                    <a:pt x="126917" y="124539"/>
                  </a:cubicBezTo>
                  <a:cubicBezTo>
                    <a:pt x="126921" y="124539"/>
                    <a:pt x="126924" y="124539"/>
                    <a:pt x="126928" y="124539"/>
                  </a:cubicBezTo>
                  <a:cubicBezTo>
                    <a:pt x="128818" y="124539"/>
                    <a:pt x="130505" y="124134"/>
                    <a:pt x="131987" y="123310"/>
                  </a:cubicBezTo>
                  <a:lnTo>
                    <a:pt x="136426" y="120746"/>
                  </a:lnTo>
                  <a:lnTo>
                    <a:pt x="136437" y="120746"/>
                  </a:lnTo>
                  <a:lnTo>
                    <a:pt x="215578" y="75047"/>
                  </a:lnTo>
                  <a:cubicBezTo>
                    <a:pt x="215683" y="74976"/>
                    <a:pt x="215800" y="74895"/>
                    <a:pt x="215906" y="74813"/>
                  </a:cubicBezTo>
                  <a:cubicBezTo>
                    <a:pt x="216023" y="74731"/>
                    <a:pt x="216128" y="74626"/>
                    <a:pt x="216245" y="74520"/>
                  </a:cubicBezTo>
                  <a:lnTo>
                    <a:pt x="216444" y="74321"/>
                  </a:lnTo>
                  <a:cubicBezTo>
                    <a:pt x="216536" y="74216"/>
                    <a:pt x="216623" y="74107"/>
                    <a:pt x="216702" y="73993"/>
                  </a:cubicBezTo>
                  <a:cubicBezTo>
                    <a:pt x="216819" y="73853"/>
                    <a:pt x="216912" y="73701"/>
                    <a:pt x="217006" y="73536"/>
                  </a:cubicBezTo>
                  <a:cubicBezTo>
                    <a:pt x="217098" y="73378"/>
                    <a:pt x="217180" y="73213"/>
                    <a:pt x="217253" y="73044"/>
                  </a:cubicBezTo>
                  <a:cubicBezTo>
                    <a:pt x="217330" y="72882"/>
                    <a:pt x="217392" y="72715"/>
                    <a:pt x="217439" y="72541"/>
                  </a:cubicBezTo>
                  <a:cubicBezTo>
                    <a:pt x="217484" y="72395"/>
                    <a:pt x="217518" y="72246"/>
                    <a:pt x="217544" y="72096"/>
                  </a:cubicBezTo>
                  <a:cubicBezTo>
                    <a:pt x="217561" y="72060"/>
                    <a:pt x="217564" y="72018"/>
                    <a:pt x="217556" y="71979"/>
                  </a:cubicBezTo>
                  <a:cubicBezTo>
                    <a:pt x="217580" y="71920"/>
                    <a:pt x="217580" y="71862"/>
                    <a:pt x="217591" y="71803"/>
                  </a:cubicBezTo>
                  <a:lnTo>
                    <a:pt x="217580" y="71792"/>
                  </a:lnTo>
                  <a:lnTo>
                    <a:pt x="205073" y="64636"/>
                  </a:lnTo>
                  <a:lnTo>
                    <a:pt x="200306" y="61897"/>
                  </a:lnTo>
                  <a:lnTo>
                    <a:pt x="94400" y="1195"/>
                  </a:lnTo>
                  <a:cubicBezTo>
                    <a:pt x="93010" y="399"/>
                    <a:pt x="91190" y="0"/>
                    <a:pt x="89368" y="0"/>
                  </a:cubicBezTo>
                  <a:close/>
                </a:path>
              </a:pathLst>
            </a:custGeom>
            <a:solidFill>
              <a:srgbClr val="92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043;p53">
              <a:extLst>
                <a:ext uri="{FF2B5EF4-FFF2-40B4-BE49-F238E27FC236}">
                  <a16:creationId xmlns:a16="http://schemas.microsoft.com/office/drawing/2014/main" id="{7B76D70A-4B5E-499F-AF81-712E1EF00B4B}"/>
                </a:ext>
              </a:extLst>
            </p:cNvPr>
            <p:cNvSpPr/>
            <p:nvPr/>
          </p:nvSpPr>
          <p:spPr>
            <a:xfrm>
              <a:off x="1295589" y="3455913"/>
              <a:ext cx="4281483" cy="1745865"/>
            </a:xfrm>
            <a:custGeom>
              <a:avLst/>
              <a:gdLst/>
              <a:ahLst/>
              <a:cxnLst/>
              <a:rect l="l" t="t" r="r" b="b"/>
              <a:pathLst>
                <a:path w="210677" h="85908" extrusionOk="0">
                  <a:moveTo>
                    <a:pt x="0" y="1"/>
                  </a:moveTo>
                  <a:lnTo>
                    <a:pt x="0" y="14140"/>
                  </a:lnTo>
                  <a:cubicBezTo>
                    <a:pt x="0" y="15186"/>
                    <a:pt x="557" y="16153"/>
                    <a:pt x="1464" y="16676"/>
                  </a:cubicBezTo>
                  <a:lnTo>
                    <a:pt x="120025" y="85123"/>
                  </a:lnTo>
                  <a:cubicBezTo>
                    <a:pt x="120931" y="85646"/>
                    <a:pt x="121942" y="85907"/>
                    <a:pt x="122953" y="85907"/>
                  </a:cubicBezTo>
                  <a:cubicBezTo>
                    <a:pt x="123964" y="85907"/>
                    <a:pt x="124974" y="85646"/>
                    <a:pt x="125880" y="85123"/>
                  </a:cubicBezTo>
                  <a:lnTo>
                    <a:pt x="210663" y="36173"/>
                  </a:lnTo>
                  <a:lnTo>
                    <a:pt x="210676" y="20547"/>
                  </a:lnTo>
                  <a:lnTo>
                    <a:pt x="122953" y="71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C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044;p53">
              <a:extLst>
                <a:ext uri="{FF2B5EF4-FFF2-40B4-BE49-F238E27FC236}">
                  <a16:creationId xmlns:a16="http://schemas.microsoft.com/office/drawing/2014/main" id="{F7559BBE-DD89-4250-8DF9-4573A642C3A2}"/>
                </a:ext>
              </a:extLst>
            </p:cNvPr>
            <p:cNvSpPr/>
            <p:nvPr/>
          </p:nvSpPr>
          <p:spPr>
            <a:xfrm>
              <a:off x="1295549" y="3455913"/>
              <a:ext cx="2498753" cy="1745865"/>
            </a:xfrm>
            <a:custGeom>
              <a:avLst/>
              <a:gdLst/>
              <a:ahLst/>
              <a:cxnLst/>
              <a:rect l="l" t="t" r="r" b="b"/>
              <a:pathLst>
                <a:path w="122955" h="85908" extrusionOk="0">
                  <a:moveTo>
                    <a:pt x="2" y="1"/>
                  </a:moveTo>
                  <a:lnTo>
                    <a:pt x="2" y="14140"/>
                  </a:lnTo>
                  <a:cubicBezTo>
                    <a:pt x="1" y="15186"/>
                    <a:pt x="559" y="16153"/>
                    <a:pt x="1466" y="16676"/>
                  </a:cubicBezTo>
                  <a:lnTo>
                    <a:pt x="120027" y="85123"/>
                  </a:lnTo>
                  <a:cubicBezTo>
                    <a:pt x="120917" y="85637"/>
                    <a:pt x="121926" y="85908"/>
                    <a:pt x="122955" y="85908"/>
                  </a:cubicBezTo>
                  <a:lnTo>
                    <a:pt x="122955" y="71186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045;p53">
              <a:extLst>
                <a:ext uri="{FF2B5EF4-FFF2-40B4-BE49-F238E27FC236}">
                  <a16:creationId xmlns:a16="http://schemas.microsoft.com/office/drawing/2014/main" id="{425631B3-ED54-429F-9320-D170DAF6D896}"/>
                </a:ext>
              </a:extLst>
            </p:cNvPr>
            <p:cNvSpPr/>
            <p:nvPr/>
          </p:nvSpPr>
          <p:spPr>
            <a:xfrm>
              <a:off x="5552828" y="3891587"/>
              <a:ext cx="48469" cy="340077"/>
            </a:xfrm>
            <a:custGeom>
              <a:avLst/>
              <a:gdLst/>
              <a:ahLst/>
              <a:cxnLst/>
              <a:rect l="l" t="t" r="r" b="b"/>
              <a:pathLst>
                <a:path w="2385" h="16734" extrusionOk="0">
                  <a:moveTo>
                    <a:pt x="1629" y="0"/>
                  </a:moveTo>
                  <a:cubicBezTo>
                    <a:pt x="1494" y="0"/>
                    <a:pt x="1347" y="42"/>
                    <a:pt x="1194" y="131"/>
                  </a:cubicBezTo>
                  <a:cubicBezTo>
                    <a:pt x="535" y="511"/>
                    <a:pt x="0" y="1604"/>
                    <a:pt x="0" y="2576"/>
                  </a:cubicBezTo>
                  <a:lnTo>
                    <a:pt x="0" y="15533"/>
                  </a:lnTo>
                  <a:cubicBezTo>
                    <a:pt x="0" y="16278"/>
                    <a:pt x="314" y="16734"/>
                    <a:pt x="756" y="16734"/>
                  </a:cubicBezTo>
                  <a:cubicBezTo>
                    <a:pt x="889" y="16734"/>
                    <a:pt x="1034" y="16692"/>
                    <a:pt x="1186" y="16604"/>
                  </a:cubicBezTo>
                  <a:cubicBezTo>
                    <a:pt x="1841" y="16226"/>
                    <a:pt x="2373" y="15133"/>
                    <a:pt x="2373" y="14164"/>
                  </a:cubicBezTo>
                  <a:lnTo>
                    <a:pt x="2384" y="1199"/>
                  </a:lnTo>
                  <a:cubicBezTo>
                    <a:pt x="2385" y="456"/>
                    <a:pt x="2072" y="0"/>
                    <a:pt x="162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046;p53">
              <a:extLst>
                <a:ext uri="{FF2B5EF4-FFF2-40B4-BE49-F238E27FC236}">
                  <a16:creationId xmlns:a16="http://schemas.microsoft.com/office/drawing/2014/main" id="{D0054866-F580-43AB-A0C3-C227BF87190F}"/>
                </a:ext>
              </a:extLst>
            </p:cNvPr>
            <p:cNvSpPr/>
            <p:nvPr/>
          </p:nvSpPr>
          <p:spPr>
            <a:xfrm>
              <a:off x="1229216" y="3331133"/>
              <a:ext cx="2565065" cy="1594503"/>
            </a:xfrm>
            <a:custGeom>
              <a:avLst/>
              <a:gdLst/>
              <a:ahLst/>
              <a:cxnLst/>
              <a:rect l="l" t="t" r="r" b="b"/>
              <a:pathLst>
                <a:path w="126218" h="78460" extrusionOk="0">
                  <a:moveTo>
                    <a:pt x="2" y="1"/>
                  </a:moveTo>
                  <a:cubicBezTo>
                    <a:pt x="2" y="1"/>
                    <a:pt x="0" y="3753"/>
                    <a:pt x="0" y="4463"/>
                  </a:cubicBezTo>
                  <a:cubicBezTo>
                    <a:pt x="0" y="5979"/>
                    <a:pt x="1135" y="7864"/>
                    <a:pt x="2535" y="8673"/>
                  </a:cubicBezTo>
                  <a:lnTo>
                    <a:pt x="54915" y="38903"/>
                  </a:lnTo>
                  <a:cubicBezTo>
                    <a:pt x="54915" y="38903"/>
                    <a:pt x="116697" y="74584"/>
                    <a:pt x="116721" y="74595"/>
                  </a:cubicBezTo>
                  <a:lnTo>
                    <a:pt x="116909" y="74701"/>
                  </a:lnTo>
                  <a:cubicBezTo>
                    <a:pt x="117237" y="74899"/>
                    <a:pt x="117903" y="75287"/>
                    <a:pt x="118794" y="75790"/>
                  </a:cubicBezTo>
                  <a:lnTo>
                    <a:pt x="119601" y="76258"/>
                  </a:lnTo>
                  <a:cubicBezTo>
                    <a:pt x="120176" y="76586"/>
                    <a:pt x="120796" y="76950"/>
                    <a:pt x="121451" y="77325"/>
                  </a:cubicBezTo>
                  <a:cubicBezTo>
                    <a:pt x="122755" y="78072"/>
                    <a:pt x="124443" y="78460"/>
                    <a:pt x="126136" y="78460"/>
                  </a:cubicBezTo>
                  <a:cubicBezTo>
                    <a:pt x="126163" y="78460"/>
                    <a:pt x="126190" y="78460"/>
                    <a:pt x="126217" y="78459"/>
                  </a:cubicBezTo>
                  <a:lnTo>
                    <a:pt x="126217" y="72862"/>
                  </a:lnTo>
                  <a:cubicBezTo>
                    <a:pt x="124380" y="72862"/>
                    <a:pt x="122552" y="72463"/>
                    <a:pt x="121136" y="71644"/>
                  </a:cubicBezTo>
                  <a:cubicBezTo>
                    <a:pt x="121136" y="71644"/>
                    <a:pt x="116708" y="69091"/>
                    <a:pt x="116697" y="69091"/>
                  </a:cubicBezTo>
                  <a:lnTo>
                    <a:pt x="59681" y="36163"/>
                  </a:lnTo>
                  <a:lnTo>
                    <a:pt x="2535" y="3182"/>
                  </a:lnTo>
                  <a:cubicBezTo>
                    <a:pt x="1791" y="2751"/>
                    <a:pt x="2" y="1754"/>
                    <a:pt x="2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047;p53">
              <a:extLst>
                <a:ext uri="{FF2B5EF4-FFF2-40B4-BE49-F238E27FC236}">
                  <a16:creationId xmlns:a16="http://schemas.microsoft.com/office/drawing/2014/main" id="{3F65A103-2B2C-421F-A77A-C47D5C0395B8}"/>
                </a:ext>
              </a:extLst>
            </p:cNvPr>
            <p:cNvSpPr/>
            <p:nvPr/>
          </p:nvSpPr>
          <p:spPr>
            <a:xfrm>
              <a:off x="1215031" y="2281069"/>
              <a:ext cx="4490053" cy="2530842"/>
            </a:xfrm>
            <a:custGeom>
              <a:avLst/>
              <a:gdLst/>
              <a:ahLst/>
              <a:cxnLst/>
              <a:rect l="l" t="t" r="r" b="b"/>
              <a:pathLst>
                <a:path w="220940" h="124534" extrusionOk="0">
                  <a:moveTo>
                    <a:pt x="220779" y="73670"/>
                  </a:moveTo>
                  <a:lnTo>
                    <a:pt x="220940" y="73762"/>
                  </a:lnTo>
                  <a:cubicBezTo>
                    <a:pt x="220890" y="73726"/>
                    <a:pt x="220836" y="73695"/>
                    <a:pt x="220779" y="73670"/>
                  </a:cubicBezTo>
                  <a:close/>
                  <a:moveTo>
                    <a:pt x="89377" y="0"/>
                  </a:moveTo>
                  <a:cubicBezTo>
                    <a:pt x="87525" y="0"/>
                    <a:pt x="85670" y="413"/>
                    <a:pt x="84258" y="1234"/>
                  </a:cubicBezTo>
                  <a:lnTo>
                    <a:pt x="2787" y="48726"/>
                  </a:lnTo>
                  <a:cubicBezTo>
                    <a:pt x="0" y="50353"/>
                    <a:pt x="0" y="52975"/>
                    <a:pt x="2799" y="54603"/>
                  </a:cubicBezTo>
                  <a:lnTo>
                    <a:pt x="16663" y="62612"/>
                  </a:lnTo>
                  <a:lnTo>
                    <a:pt x="117408" y="120761"/>
                  </a:lnTo>
                  <a:lnTo>
                    <a:pt x="121845" y="123326"/>
                  </a:lnTo>
                  <a:cubicBezTo>
                    <a:pt x="123252" y="124133"/>
                    <a:pt x="125089" y="124532"/>
                    <a:pt x="126917" y="124532"/>
                  </a:cubicBezTo>
                  <a:cubicBezTo>
                    <a:pt x="126965" y="124533"/>
                    <a:pt x="127012" y="124533"/>
                    <a:pt x="127060" y="124533"/>
                  </a:cubicBezTo>
                  <a:cubicBezTo>
                    <a:pt x="128937" y="124533"/>
                    <a:pt x="130556" y="124078"/>
                    <a:pt x="131998" y="123314"/>
                  </a:cubicBezTo>
                  <a:lnTo>
                    <a:pt x="136426" y="120761"/>
                  </a:lnTo>
                  <a:lnTo>
                    <a:pt x="136437" y="120761"/>
                  </a:lnTo>
                  <a:lnTo>
                    <a:pt x="200308" y="83881"/>
                  </a:lnTo>
                  <a:lnTo>
                    <a:pt x="214324" y="75789"/>
                  </a:lnTo>
                  <a:lnTo>
                    <a:pt x="217287" y="74080"/>
                  </a:lnTo>
                  <a:cubicBezTo>
                    <a:pt x="217697" y="73857"/>
                    <a:pt x="218083" y="73681"/>
                    <a:pt x="218458" y="73564"/>
                  </a:cubicBezTo>
                  <a:cubicBezTo>
                    <a:pt x="218658" y="73505"/>
                    <a:pt x="218832" y="73458"/>
                    <a:pt x="219020" y="73436"/>
                  </a:cubicBezTo>
                  <a:cubicBezTo>
                    <a:pt x="219194" y="73404"/>
                    <a:pt x="219369" y="73388"/>
                    <a:pt x="219546" y="73388"/>
                  </a:cubicBezTo>
                  <a:cubicBezTo>
                    <a:pt x="219554" y="73388"/>
                    <a:pt x="219562" y="73388"/>
                    <a:pt x="219571" y="73388"/>
                  </a:cubicBezTo>
                  <a:cubicBezTo>
                    <a:pt x="219688" y="73390"/>
                    <a:pt x="219805" y="73398"/>
                    <a:pt x="219922" y="73412"/>
                  </a:cubicBezTo>
                  <a:cubicBezTo>
                    <a:pt x="220033" y="73421"/>
                    <a:pt x="220144" y="73445"/>
                    <a:pt x="220250" y="73482"/>
                  </a:cubicBezTo>
                  <a:cubicBezTo>
                    <a:pt x="220327" y="73493"/>
                    <a:pt x="220403" y="73516"/>
                    <a:pt x="220473" y="73551"/>
                  </a:cubicBezTo>
                  <a:cubicBezTo>
                    <a:pt x="220547" y="73564"/>
                    <a:pt x="220620" y="73591"/>
                    <a:pt x="220683" y="73633"/>
                  </a:cubicBezTo>
                  <a:cubicBezTo>
                    <a:pt x="220716" y="73644"/>
                    <a:pt x="220748" y="73656"/>
                    <a:pt x="220779" y="73670"/>
                  </a:cubicBezTo>
                  <a:lnTo>
                    <a:pt x="220779" y="73670"/>
                  </a:lnTo>
                  <a:lnTo>
                    <a:pt x="94400" y="1199"/>
                  </a:lnTo>
                  <a:cubicBezTo>
                    <a:pt x="93012" y="399"/>
                    <a:pt x="91197" y="0"/>
                    <a:pt x="89377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048;p53">
              <a:extLst>
                <a:ext uri="{FF2B5EF4-FFF2-40B4-BE49-F238E27FC236}">
                  <a16:creationId xmlns:a16="http://schemas.microsoft.com/office/drawing/2014/main" id="{735F4976-908A-454B-ACBA-33CEEBC2D195}"/>
                </a:ext>
              </a:extLst>
            </p:cNvPr>
            <p:cNvSpPr/>
            <p:nvPr/>
          </p:nvSpPr>
          <p:spPr>
            <a:xfrm>
              <a:off x="3794281" y="3772497"/>
              <a:ext cx="1939661" cy="1599604"/>
            </a:xfrm>
            <a:custGeom>
              <a:avLst/>
              <a:gdLst/>
              <a:ahLst/>
              <a:cxnLst/>
              <a:rect l="l" t="t" r="r" b="b"/>
              <a:pathLst>
                <a:path w="95444" h="78711" extrusionOk="0">
                  <a:moveTo>
                    <a:pt x="92630" y="0"/>
                  </a:moveTo>
                  <a:cubicBezTo>
                    <a:pt x="92453" y="0"/>
                    <a:pt x="92278" y="16"/>
                    <a:pt x="92104" y="46"/>
                  </a:cubicBezTo>
                  <a:cubicBezTo>
                    <a:pt x="91917" y="70"/>
                    <a:pt x="91742" y="117"/>
                    <a:pt x="91542" y="176"/>
                  </a:cubicBezTo>
                  <a:cubicBezTo>
                    <a:pt x="91167" y="293"/>
                    <a:pt x="90781" y="469"/>
                    <a:pt x="90371" y="690"/>
                  </a:cubicBezTo>
                  <a:lnTo>
                    <a:pt x="87408" y="2401"/>
                  </a:lnTo>
                  <a:lnTo>
                    <a:pt x="73390" y="10493"/>
                  </a:lnTo>
                  <a:lnTo>
                    <a:pt x="9521" y="47373"/>
                  </a:lnTo>
                  <a:lnTo>
                    <a:pt x="9510" y="47373"/>
                  </a:lnTo>
                  <a:lnTo>
                    <a:pt x="5082" y="49926"/>
                  </a:lnTo>
                  <a:lnTo>
                    <a:pt x="5071" y="49938"/>
                  </a:lnTo>
                  <a:cubicBezTo>
                    <a:pt x="3667" y="50745"/>
                    <a:pt x="1840" y="51144"/>
                    <a:pt x="1" y="51144"/>
                  </a:cubicBezTo>
                  <a:lnTo>
                    <a:pt x="1" y="56743"/>
                  </a:lnTo>
                  <a:cubicBezTo>
                    <a:pt x="25" y="56743"/>
                    <a:pt x="49" y="56743"/>
                    <a:pt x="73" y="56743"/>
                  </a:cubicBezTo>
                  <a:cubicBezTo>
                    <a:pt x="1769" y="56743"/>
                    <a:pt x="3461" y="56356"/>
                    <a:pt x="4767" y="55607"/>
                  </a:cubicBezTo>
                  <a:cubicBezTo>
                    <a:pt x="5422" y="55232"/>
                    <a:pt x="6043" y="54869"/>
                    <a:pt x="6617" y="54540"/>
                  </a:cubicBezTo>
                  <a:lnTo>
                    <a:pt x="7426" y="54072"/>
                  </a:lnTo>
                  <a:cubicBezTo>
                    <a:pt x="8315" y="53569"/>
                    <a:pt x="8983" y="53182"/>
                    <a:pt x="9310" y="52983"/>
                  </a:cubicBezTo>
                  <a:lnTo>
                    <a:pt x="9497" y="52879"/>
                  </a:lnTo>
                  <a:cubicBezTo>
                    <a:pt x="9503" y="52871"/>
                    <a:pt x="9511" y="52868"/>
                    <a:pt x="9521" y="52866"/>
                  </a:cubicBezTo>
                  <a:lnTo>
                    <a:pt x="78158" y="13234"/>
                  </a:lnTo>
                  <a:lnTo>
                    <a:pt x="88662" y="7167"/>
                  </a:lnTo>
                  <a:cubicBezTo>
                    <a:pt x="88985" y="6980"/>
                    <a:pt x="89290" y="6892"/>
                    <a:pt x="89562" y="6892"/>
                  </a:cubicBezTo>
                  <a:cubicBezTo>
                    <a:pt x="90227" y="6892"/>
                    <a:pt x="90688" y="7423"/>
                    <a:pt x="90688" y="8338"/>
                  </a:cubicBezTo>
                  <a:lnTo>
                    <a:pt x="90688" y="20130"/>
                  </a:lnTo>
                  <a:cubicBezTo>
                    <a:pt x="90691" y="20216"/>
                    <a:pt x="90683" y="20303"/>
                    <a:pt x="90664" y="20387"/>
                  </a:cubicBezTo>
                  <a:cubicBezTo>
                    <a:pt x="90677" y="20447"/>
                    <a:pt x="90664" y="20504"/>
                    <a:pt x="90640" y="20575"/>
                  </a:cubicBezTo>
                  <a:cubicBezTo>
                    <a:pt x="90650" y="20613"/>
                    <a:pt x="90645" y="20654"/>
                    <a:pt x="90629" y="20692"/>
                  </a:cubicBezTo>
                  <a:cubicBezTo>
                    <a:pt x="90604" y="20842"/>
                    <a:pt x="90569" y="20991"/>
                    <a:pt x="90523" y="21137"/>
                  </a:cubicBezTo>
                  <a:cubicBezTo>
                    <a:pt x="90477" y="21309"/>
                    <a:pt x="90414" y="21478"/>
                    <a:pt x="90337" y="21640"/>
                  </a:cubicBezTo>
                  <a:cubicBezTo>
                    <a:pt x="90264" y="21808"/>
                    <a:pt x="90182" y="21972"/>
                    <a:pt x="90091" y="22132"/>
                  </a:cubicBezTo>
                  <a:cubicBezTo>
                    <a:pt x="89996" y="22297"/>
                    <a:pt x="89903" y="22449"/>
                    <a:pt x="89786" y="22589"/>
                  </a:cubicBezTo>
                  <a:cubicBezTo>
                    <a:pt x="89707" y="22703"/>
                    <a:pt x="89621" y="22812"/>
                    <a:pt x="89530" y="22917"/>
                  </a:cubicBezTo>
                  <a:lnTo>
                    <a:pt x="89330" y="23116"/>
                  </a:lnTo>
                  <a:cubicBezTo>
                    <a:pt x="89227" y="23225"/>
                    <a:pt x="89113" y="23324"/>
                    <a:pt x="88990" y="23409"/>
                  </a:cubicBezTo>
                  <a:cubicBezTo>
                    <a:pt x="88886" y="23490"/>
                    <a:pt x="88768" y="23572"/>
                    <a:pt x="88662" y="23643"/>
                  </a:cubicBezTo>
                  <a:lnTo>
                    <a:pt x="9522" y="69341"/>
                  </a:lnTo>
                  <a:lnTo>
                    <a:pt x="9522" y="69353"/>
                  </a:lnTo>
                  <a:lnTo>
                    <a:pt x="5071" y="71917"/>
                  </a:lnTo>
                  <a:cubicBezTo>
                    <a:pt x="3667" y="72725"/>
                    <a:pt x="1840" y="73135"/>
                    <a:pt x="1" y="73135"/>
                  </a:cubicBezTo>
                  <a:lnTo>
                    <a:pt x="1" y="78710"/>
                  </a:lnTo>
                  <a:cubicBezTo>
                    <a:pt x="25" y="78710"/>
                    <a:pt x="49" y="78710"/>
                    <a:pt x="73" y="78710"/>
                  </a:cubicBezTo>
                  <a:cubicBezTo>
                    <a:pt x="1769" y="78710"/>
                    <a:pt x="3461" y="78323"/>
                    <a:pt x="4767" y="77574"/>
                  </a:cubicBezTo>
                  <a:cubicBezTo>
                    <a:pt x="5422" y="77199"/>
                    <a:pt x="6043" y="76837"/>
                    <a:pt x="6617" y="76507"/>
                  </a:cubicBezTo>
                  <a:lnTo>
                    <a:pt x="7426" y="76039"/>
                  </a:lnTo>
                  <a:cubicBezTo>
                    <a:pt x="7799" y="75829"/>
                    <a:pt x="8139" y="75629"/>
                    <a:pt x="8432" y="75466"/>
                  </a:cubicBezTo>
                  <a:cubicBezTo>
                    <a:pt x="8584" y="75373"/>
                    <a:pt x="8714" y="75302"/>
                    <a:pt x="8831" y="75232"/>
                  </a:cubicBezTo>
                  <a:cubicBezTo>
                    <a:pt x="8959" y="75161"/>
                    <a:pt x="9052" y="75102"/>
                    <a:pt x="9147" y="75044"/>
                  </a:cubicBezTo>
                  <a:cubicBezTo>
                    <a:pt x="9263" y="74974"/>
                    <a:pt x="9358" y="74927"/>
                    <a:pt x="9427" y="74892"/>
                  </a:cubicBezTo>
                  <a:cubicBezTo>
                    <a:pt x="9487" y="74857"/>
                    <a:pt x="9521" y="74833"/>
                    <a:pt x="9521" y="74833"/>
                  </a:cubicBezTo>
                  <a:lnTo>
                    <a:pt x="90371" y="28152"/>
                  </a:lnTo>
                  <a:cubicBezTo>
                    <a:pt x="93171" y="26534"/>
                    <a:pt x="95443" y="22600"/>
                    <a:pt x="95443" y="19369"/>
                  </a:cubicBezTo>
                  <a:lnTo>
                    <a:pt x="95443" y="3619"/>
                  </a:lnTo>
                  <a:cubicBezTo>
                    <a:pt x="95443" y="2049"/>
                    <a:pt x="94903" y="937"/>
                    <a:pt x="94038" y="375"/>
                  </a:cubicBezTo>
                  <a:lnTo>
                    <a:pt x="94027" y="375"/>
                  </a:lnTo>
                  <a:lnTo>
                    <a:pt x="93862" y="282"/>
                  </a:lnTo>
                  <a:cubicBezTo>
                    <a:pt x="93827" y="269"/>
                    <a:pt x="93804" y="258"/>
                    <a:pt x="93769" y="245"/>
                  </a:cubicBezTo>
                  <a:cubicBezTo>
                    <a:pt x="93699" y="211"/>
                    <a:pt x="93628" y="176"/>
                    <a:pt x="93558" y="165"/>
                  </a:cubicBezTo>
                  <a:cubicBezTo>
                    <a:pt x="93489" y="128"/>
                    <a:pt x="93413" y="105"/>
                    <a:pt x="93335" y="94"/>
                  </a:cubicBezTo>
                  <a:cubicBezTo>
                    <a:pt x="93229" y="57"/>
                    <a:pt x="93119" y="33"/>
                    <a:pt x="93006" y="24"/>
                  </a:cubicBezTo>
                  <a:cubicBezTo>
                    <a:pt x="92889" y="10"/>
                    <a:pt x="92772" y="2"/>
                    <a:pt x="92655" y="0"/>
                  </a:cubicBezTo>
                  <a:cubicBezTo>
                    <a:pt x="92646" y="0"/>
                    <a:pt x="92638" y="0"/>
                    <a:pt x="92630" y="0"/>
                  </a:cubicBezTo>
                  <a:close/>
                </a:path>
              </a:pathLst>
            </a:custGeom>
            <a:solidFill>
              <a:srgbClr val="C23C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9"/>
          <p:cNvSpPr/>
          <p:nvPr/>
        </p:nvSpPr>
        <p:spPr>
          <a:xfrm rot="5400000">
            <a:off x="2365922" y="-974812"/>
            <a:ext cx="3102900" cy="7834745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2" name="Google Shape;942;p39"/>
          <p:cNvSpPr txBox="1">
            <a:spLocks noGrp="1"/>
          </p:cNvSpPr>
          <p:nvPr>
            <p:ph type="title" idx="8"/>
          </p:nvPr>
        </p:nvSpPr>
        <p:spPr>
          <a:xfrm>
            <a:off x="4073236" y="347869"/>
            <a:ext cx="44607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BATASAN PENELITIAN</a:t>
            </a:r>
            <a:endParaRPr dirty="0"/>
          </a:p>
        </p:txBody>
      </p:sp>
      <p:sp>
        <p:nvSpPr>
          <p:cNvPr id="943" name="Google Shape;943;p39"/>
          <p:cNvSpPr txBox="1">
            <a:spLocks noGrp="1"/>
          </p:cNvSpPr>
          <p:nvPr>
            <p:ph type="subTitle" idx="1"/>
          </p:nvPr>
        </p:nvSpPr>
        <p:spPr>
          <a:xfrm flipH="1">
            <a:off x="83221" y="3502608"/>
            <a:ext cx="3101721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Alur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yang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 di STT NF.</a:t>
            </a:r>
            <a:endParaRPr lang="en-ID" dirty="0"/>
          </a:p>
        </p:txBody>
      </p:sp>
      <p:sp>
        <p:nvSpPr>
          <p:cNvPr id="944" name="Google Shape;944;p39"/>
          <p:cNvSpPr txBox="1">
            <a:spLocks noGrp="1"/>
          </p:cNvSpPr>
          <p:nvPr>
            <p:ph type="subTitle" idx="5"/>
          </p:nvPr>
        </p:nvSpPr>
        <p:spPr>
          <a:xfrm flipH="1">
            <a:off x="4061581" y="1952860"/>
            <a:ext cx="3295183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Link-Match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android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obyek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di STT NF.</a:t>
            </a:r>
            <a:endParaRPr lang="en-ID" dirty="0"/>
          </a:p>
        </p:txBody>
      </p:sp>
      <p:sp>
        <p:nvSpPr>
          <p:cNvPr id="945" name="Google Shape;945;p39"/>
          <p:cNvSpPr txBox="1">
            <a:spLocks noGrp="1"/>
          </p:cNvSpPr>
          <p:nvPr>
            <p:ph type="ctrTitle"/>
          </p:nvPr>
        </p:nvSpPr>
        <p:spPr>
          <a:xfrm flipH="1">
            <a:off x="-555032" y="3130088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946" name="Google Shape;946;p39"/>
          <p:cNvSpPr txBox="1">
            <a:spLocks noGrp="1"/>
          </p:cNvSpPr>
          <p:nvPr>
            <p:ph type="ctrTitle" idx="2"/>
          </p:nvPr>
        </p:nvSpPr>
        <p:spPr>
          <a:xfrm flipH="1">
            <a:off x="3428352" y="3130088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04</a:t>
            </a:r>
            <a:endParaRPr dirty="0"/>
          </a:p>
        </p:txBody>
      </p:sp>
      <p:sp>
        <p:nvSpPr>
          <p:cNvPr id="947" name="Google Shape;947;p39"/>
          <p:cNvSpPr txBox="1">
            <a:spLocks noGrp="1"/>
          </p:cNvSpPr>
          <p:nvPr>
            <p:ph type="subTitle" idx="3"/>
          </p:nvPr>
        </p:nvSpPr>
        <p:spPr>
          <a:xfrm flipH="1">
            <a:off x="4068174" y="3502608"/>
            <a:ext cx="3101718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fi-FI" dirty="0"/>
              <a:t>	Penelitian ini tidak melakukan pengujian keamanan aplikasi.</a:t>
            </a:r>
            <a:endParaRPr lang="en-ID" dirty="0"/>
          </a:p>
        </p:txBody>
      </p:sp>
      <p:sp>
        <p:nvSpPr>
          <p:cNvPr id="948" name="Google Shape;948;p39"/>
          <p:cNvSpPr txBox="1">
            <a:spLocks noGrp="1"/>
          </p:cNvSpPr>
          <p:nvPr>
            <p:ph type="ctrTitle" idx="4"/>
          </p:nvPr>
        </p:nvSpPr>
        <p:spPr>
          <a:xfrm flipH="1">
            <a:off x="3437429" y="1573554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sp>
        <p:nvSpPr>
          <p:cNvPr id="949" name="Google Shape;949;p39"/>
          <p:cNvSpPr txBox="1">
            <a:spLocks noGrp="1"/>
          </p:cNvSpPr>
          <p:nvPr>
            <p:ph type="ctrTitle" idx="6"/>
          </p:nvPr>
        </p:nvSpPr>
        <p:spPr>
          <a:xfrm flipH="1">
            <a:off x="-600643" y="151995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950" name="Google Shape;950;p39"/>
          <p:cNvSpPr txBox="1">
            <a:spLocks noGrp="1"/>
          </p:cNvSpPr>
          <p:nvPr>
            <p:ph type="subTitle" idx="7"/>
          </p:nvPr>
        </p:nvSpPr>
        <p:spPr>
          <a:xfrm flipH="1">
            <a:off x="83219" y="1899244"/>
            <a:ext cx="3978362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Link-Match pada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Flutter Framework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pendekatan</a:t>
            </a:r>
            <a:r>
              <a:rPr lang="en-US" dirty="0"/>
              <a:t> Scrum.</a:t>
            </a:r>
            <a:endParaRPr lang="en-ID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6B83E18-4B85-489E-87D5-77DFF17F1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12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47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2" name="Google Shape;1752;p47"/>
          <p:cNvSpPr txBox="1">
            <a:spLocks noGrp="1"/>
          </p:cNvSpPr>
          <p:nvPr>
            <p:ph type="ctrTitle"/>
          </p:nvPr>
        </p:nvSpPr>
        <p:spPr>
          <a:xfrm flipH="1">
            <a:off x="2726850" y="3153013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PENELITIAN</a:t>
            </a:r>
            <a:br>
              <a:rPr lang="en-GB" dirty="0"/>
            </a:br>
            <a:r>
              <a:rPr lang="en-GB" dirty="0"/>
              <a:t>TERKAIT</a:t>
            </a:r>
          </a:p>
        </p:txBody>
      </p:sp>
      <p:grpSp>
        <p:nvGrpSpPr>
          <p:cNvPr id="1753" name="Google Shape;1753;p47"/>
          <p:cNvGrpSpPr/>
          <p:nvPr/>
        </p:nvGrpSpPr>
        <p:grpSpPr>
          <a:xfrm rot="1407512">
            <a:off x="4593380" y="45792"/>
            <a:ext cx="2367686" cy="2026290"/>
            <a:chOff x="5232400" y="3274875"/>
            <a:chExt cx="833075" cy="712875"/>
          </a:xfrm>
        </p:grpSpPr>
        <p:sp>
          <p:nvSpPr>
            <p:cNvPr id="1754" name="Google Shape;1754;p47"/>
            <p:cNvSpPr/>
            <p:nvPr/>
          </p:nvSpPr>
          <p:spPr>
            <a:xfrm>
              <a:off x="5395950" y="3369575"/>
              <a:ext cx="506025" cy="488025"/>
            </a:xfrm>
            <a:custGeom>
              <a:avLst/>
              <a:gdLst/>
              <a:ahLst/>
              <a:cxnLst/>
              <a:rect l="l" t="t" r="r" b="b"/>
              <a:pathLst>
                <a:path w="20241" h="19521" extrusionOk="0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7"/>
            <p:cNvSpPr/>
            <p:nvPr/>
          </p:nvSpPr>
          <p:spPr>
            <a:xfrm>
              <a:off x="5395950" y="3369575"/>
              <a:ext cx="506025" cy="488025"/>
            </a:xfrm>
            <a:custGeom>
              <a:avLst/>
              <a:gdLst/>
              <a:ahLst/>
              <a:cxnLst/>
              <a:rect l="l" t="t" r="r" b="b"/>
              <a:pathLst>
                <a:path w="20241" h="19521" extrusionOk="0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7"/>
            <p:cNvSpPr/>
            <p:nvPr/>
          </p:nvSpPr>
          <p:spPr>
            <a:xfrm>
              <a:off x="5232400" y="3274875"/>
              <a:ext cx="833075" cy="480975"/>
            </a:xfrm>
            <a:custGeom>
              <a:avLst/>
              <a:gdLst/>
              <a:ahLst/>
              <a:cxnLst/>
              <a:rect l="l" t="t" r="r" b="b"/>
              <a:pathLst>
                <a:path w="33323" h="19239" extrusionOk="0">
                  <a:moveTo>
                    <a:pt x="16661" y="0"/>
                  </a:moveTo>
                  <a:lnTo>
                    <a:pt x="0" y="9620"/>
                  </a:lnTo>
                  <a:lnTo>
                    <a:pt x="16661" y="19239"/>
                  </a:lnTo>
                  <a:lnTo>
                    <a:pt x="33322" y="9620"/>
                  </a:lnTo>
                  <a:lnTo>
                    <a:pt x="16661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7"/>
            <p:cNvSpPr/>
            <p:nvPr/>
          </p:nvSpPr>
          <p:spPr>
            <a:xfrm>
              <a:off x="5640350" y="3517525"/>
              <a:ext cx="217075" cy="126450"/>
            </a:xfrm>
            <a:custGeom>
              <a:avLst/>
              <a:gdLst/>
              <a:ahLst/>
              <a:cxnLst/>
              <a:rect l="l" t="t" r="r" b="b"/>
              <a:pathLst>
                <a:path w="8683" h="5058" extrusionOk="0">
                  <a:moveTo>
                    <a:pt x="334" y="0"/>
                  </a:moveTo>
                  <a:cubicBezTo>
                    <a:pt x="232" y="0"/>
                    <a:pt x="134" y="53"/>
                    <a:pt x="80" y="148"/>
                  </a:cubicBezTo>
                  <a:cubicBezTo>
                    <a:pt x="1" y="288"/>
                    <a:pt x="48" y="464"/>
                    <a:pt x="185" y="546"/>
                  </a:cubicBezTo>
                  <a:lnTo>
                    <a:pt x="8093" y="5057"/>
                  </a:lnTo>
                  <a:lnTo>
                    <a:pt x="8682" y="4718"/>
                  </a:lnTo>
                  <a:lnTo>
                    <a:pt x="475" y="37"/>
                  </a:lnTo>
                  <a:cubicBezTo>
                    <a:pt x="430" y="12"/>
                    <a:pt x="382" y="0"/>
                    <a:pt x="334" y="0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7"/>
            <p:cNvSpPr/>
            <p:nvPr/>
          </p:nvSpPr>
          <p:spPr>
            <a:xfrm>
              <a:off x="5232400" y="3515350"/>
              <a:ext cx="416550" cy="257675"/>
            </a:xfrm>
            <a:custGeom>
              <a:avLst/>
              <a:gdLst/>
              <a:ahLst/>
              <a:cxnLst/>
              <a:rect l="l" t="t" r="r" b="b"/>
              <a:pathLst>
                <a:path w="16662" h="10307" extrusionOk="0">
                  <a:moveTo>
                    <a:pt x="0" y="1"/>
                  </a:moveTo>
                  <a:lnTo>
                    <a:pt x="0" y="687"/>
                  </a:lnTo>
                  <a:lnTo>
                    <a:pt x="16661" y="10306"/>
                  </a:lnTo>
                  <a:lnTo>
                    <a:pt x="16661" y="96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7"/>
            <p:cNvSpPr/>
            <p:nvPr/>
          </p:nvSpPr>
          <p:spPr>
            <a:xfrm>
              <a:off x="5648925" y="3515350"/>
              <a:ext cx="416550" cy="257675"/>
            </a:xfrm>
            <a:custGeom>
              <a:avLst/>
              <a:gdLst/>
              <a:ahLst/>
              <a:cxnLst/>
              <a:rect l="l" t="t" r="r" b="b"/>
              <a:pathLst>
                <a:path w="16662" h="10307" extrusionOk="0">
                  <a:moveTo>
                    <a:pt x="16661" y="1"/>
                  </a:moveTo>
                  <a:lnTo>
                    <a:pt x="0" y="9620"/>
                  </a:lnTo>
                  <a:lnTo>
                    <a:pt x="0" y="10306"/>
                  </a:lnTo>
                  <a:lnTo>
                    <a:pt x="16661" y="687"/>
                  </a:lnTo>
                  <a:lnTo>
                    <a:pt x="16661" y="1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7"/>
            <p:cNvSpPr/>
            <p:nvPr/>
          </p:nvSpPr>
          <p:spPr>
            <a:xfrm>
              <a:off x="5396050" y="3627000"/>
              <a:ext cx="505100" cy="171775"/>
            </a:xfrm>
            <a:custGeom>
              <a:avLst/>
              <a:gdLst/>
              <a:ahLst/>
              <a:cxnLst/>
              <a:rect l="l" t="t" r="r" b="b"/>
              <a:pathLst>
                <a:path w="20204" h="6871" extrusionOk="0">
                  <a:moveTo>
                    <a:pt x="0" y="0"/>
                  </a:moveTo>
                  <a:lnTo>
                    <a:pt x="10116" y="6871"/>
                  </a:lnTo>
                  <a:lnTo>
                    <a:pt x="20204" y="16"/>
                  </a:lnTo>
                  <a:lnTo>
                    <a:pt x="10115" y="5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7"/>
            <p:cNvSpPr/>
            <p:nvPr/>
          </p:nvSpPr>
          <p:spPr>
            <a:xfrm>
              <a:off x="5842300" y="3849200"/>
              <a:ext cx="59550" cy="138550"/>
            </a:xfrm>
            <a:custGeom>
              <a:avLst/>
              <a:gdLst/>
              <a:ahLst/>
              <a:cxnLst/>
              <a:rect l="l" t="t" r="r" b="b"/>
              <a:pathLst>
                <a:path w="2382" h="5542" extrusionOk="0">
                  <a:moveTo>
                    <a:pt x="750" y="0"/>
                  </a:moveTo>
                  <a:lnTo>
                    <a:pt x="1" y="4854"/>
                  </a:lnTo>
                  <a:cubicBezTo>
                    <a:pt x="1" y="5312"/>
                    <a:pt x="596" y="5541"/>
                    <a:pt x="1191" y="5541"/>
                  </a:cubicBezTo>
                  <a:cubicBezTo>
                    <a:pt x="1786" y="5541"/>
                    <a:pt x="2382" y="5312"/>
                    <a:pt x="2382" y="4854"/>
                  </a:cubicBezTo>
                  <a:lnTo>
                    <a:pt x="1666" y="0"/>
                  </a:lnTo>
                  <a:cubicBezTo>
                    <a:pt x="1568" y="73"/>
                    <a:pt x="1390" y="112"/>
                    <a:pt x="1210" y="112"/>
                  </a:cubicBezTo>
                  <a:cubicBezTo>
                    <a:pt x="1036" y="112"/>
                    <a:pt x="860" y="76"/>
                    <a:pt x="750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7"/>
            <p:cNvSpPr/>
            <p:nvPr/>
          </p:nvSpPr>
          <p:spPr>
            <a:xfrm>
              <a:off x="5884975" y="3918450"/>
              <a:ext cx="7375" cy="66625"/>
            </a:xfrm>
            <a:custGeom>
              <a:avLst/>
              <a:gdLst/>
              <a:ahLst/>
              <a:cxnLst/>
              <a:rect l="l" t="t" r="r" b="b"/>
              <a:pathLst>
                <a:path w="295" h="2665" extrusionOk="0">
                  <a:moveTo>
                    <a:pt x="0" y="1"/>
                  </a:moveTo>
                  <a:lnTo>
                    <a:pt x="150" y="2665"/>
                  </a:lnTo>
                  <a:cubicBezTo>
                    <a:pt x="199" y="2647"/>
                    <a:pt x="247" y="2626"/>
                    <a:pt x="294" y="260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7"/>
            <p:cNvSpPr/>
            <p:nvPr/>
          </p:nvSpPr>
          <p:spPr>
            <a:xfrm>
              <a:off x="5853025" y="3877375"/>
              <a:ext cx="11700" cy="108150"/>
            </a:xfrm>
            <a:custGeom>
              <a:avLst/>
              <a:gdLst/>
              <a:ahLst/>
              <a:cxnLst/>
              <a:rect l="l" t="t" r="r" b="b"/>
              <a:pathLst>
                <a:path w="468" h="4326" extrusionOk="0">
                  <a:moveTo>
                    <a:pt x="467" y="0"/>
                  </a:moveTo>
                  <a:lnTo>
                    <a:pt x="0" y="4269"/>
                  </a:lnTo>
                  <a:cubicBezTo>
                    <a:pt x="50" y="4291"/>
                    <a:pt x="100" y="4310"/>
                    <a:pt x="152" y="4326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7"/>
            <p:cNvSpPr/>
            <p:nvPr/>
          </p:nvSpPr>
          <p:spPr>
            <a:xfrm>
              <a:off x="5870175" y="3901800"/>
              <a:ext cx="3775" cy="85925"/>
            </a:xfrm>
            <a:custGeom>
              <a:avLst/>
              <a:gdLst/>
              <a:ahLst/>
              <a:cxnLst/>
              <a:rect l="l" t="t" r="r" b="b"/>
              <a:pathLst>
                <a:path w="151" h="3437" extrusionOk="0">
                  <a:moveTo>
                    <a:pt x="74" y="1"/>
                  </a:moveTo>
                  <a:lnTo>
                    <a:pt x="1" y="3436"/>
                  </a:lnTo>
                  <a:cubicBezTo>
                    <a:pt x="26" y="3436"/>
                    <a:pt x="51" y="3437"/>
                    <a:pt x="76" y="3437"/>
                  </a:cubicBezTo>
                  <a:cubicBezTo>
                    <a:pt x="101" y="3437"/>
                    <a:pt x="126" y="3436"/>
                    <a:pt x="150" y="3436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7"/>
            <p:cNvSpPr/>
            <p:nvPr/>
          </p:nvSpPr>
          <p:spPr>
            <a:xfrm>
              <a:off x="5856375" y="3841750"/>
              <a:ext cx="32375" cy="17600"/>
            </a:xfrm>
            <a:custGeom>
              <a:avLst/>
              <a:gdLst/>
              <a:ahLst/>
              <a:cxnLst/>
              <a:rect l="l" t="t" r="r" b="b"/>
              <a:pathLst>
                <a:path w="1295" h="704" extrusionOk="0">
                  <a:moveTo>
                    <a:pt x="961" y="1"/>
                  </a:moveTo>
                  <a:cubicBezTo>
                    <a:pt x="898" y="1"/>
                    <a:pt x="834" y="21"/>
                    <a:pt x="781" y="63"/>
                  </a:cubicBezTo>
                  <a:cubicBezTo>
                    <a:pt x="737" y="96"/>
                    <a:pt x="697" y="116"/>
                    <a:pt x="651" y="116"/>
                  </a:cubicBezTo>
                  <a:cubicBezTo>
                    <a:pt x="609" y="116"/>
                    <a:pt x="561" y="99"/>
                    <a:pt x="501" y="57"/>
                  </a:cubicBezTo>
                  <a:cubicBezTo>
                    <a:pt x="450" y="22"/>
                    <a:pt x="391" y="5"/>
                    <a:pt x="334" y="5"/>
                  </a:cubicBezTo>
                  <a:cubicBezTo>
                    <a:pt x="241" y="5"/>
                    <a:pt x="149" y="49"/>
                    <a:pt x="92" y="132"/>
                  </a:cubicBezTo>
                  <a:cubicBezTo>
                    <a:pt x="0" y="264"/>
                    <a:pt x="34" y="448"/>
                    <a:pt x="167" y="540"/>
                  </a:cubicBezTo>
                  <a:cubicBezTo>
                    <a:pt x="325" y="649"/>
                    <a:pt x="489" y="704"/>
                    <a:pt x="652" y="704"/>
                  </a:cubicBezTo>
                  <a:cubicBezTo>
                    <a:pt x="816" y="704"/>
                    <a:pt x="979" y="647"/>
                    <a:pt x="1132" y="532"/>
                  </a:cubicBezTo>
                  <a:cubicBezTo>
                    <a:pt x="1266" y="437"/>
                    <a:pt x="1295" y="250"/>
                    <a:pt x="1196" y="118"/>
                  </a:cubicBezTo>
                  <a:cubicBezTo>
                    <a:pt x="1139" y="41"/>
                    <a:pt x="1050" y="1"/>
                    <a:pt x="961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7"/>
            <p:cNvSpPr/>
            <p:nvPr/>
          </p:nvSpPr>
          <p:spPr>
            <a:xfrm>
              <a:off x="5640225" y="3509350"/>
              <a:ext cx="239175" cy="331125"/>
            </a:xfrm>
            <a:custGeom>
              <a:avLst/>
              <a:gdLst/>
              <a:ahLst/>
              <a:cxnLst/>
              <a:rect l="l" t="t" r="r" b="b"/>
              <a:pathLst>
                <a:path w="9567" h="13245" extrusionOk="0">
                  <a:moveTo>
                    <a:pt x="335" y="0"/>
                  </a:moveTo>
                  <a:cubicBezTo>
                    <a:pt x="234" y="0"/>
                    <a:pt x="135" y="53"/>
                    <a:pt x="80" y="148"/>
                  </a:cubicBezTo>
                  <a:cubicBezTo>
                    <a:pt x="1" y="289"/>
                    <a:pt x="49" y="467"/>
                    <a:pt x="190" y="547"/>
                  </a:cubicBezTo>
                  <a:lnTo>
                    <a:pt x="8539" y="5311"/>
                  </a:lnTo>
                  <a:cubicBezTo>
                    <a:pt x="8811" y="5468"/>
                    <a:pt x="8980" y="5757"/>
                    <a:pt x="8980" y="6072"/>
                  </a:cubicBezTo>
                  <a:lnTo>
                    <a:pt x="8980" y="12951"/>
                  </a:lnTo>
                  <a:cubicBezTo>
                    <a:pt x="8980" y="13113"/>
                    <a:pt x="9112" y="13244"/>
                    <a:pt x="9274" y="13244"/>
                  </a:cubicBezTo>
                  <a:cubicBezTo>
                    <a:pt x="9435" y="13244"/>
                    <a:pt x="9567" y="13113"/>
                    <a:pt x="9567" y="12951"/>
                  </a:cubicBezTo>
                  <a:lnTo>
                    <a:pt x="9567" y="6072"/>
                  </a:lnTo>
                  <a:cubicBezTo>
                    <a:pt x="9567" y="5547"/>
                    <a:pt x="9284" y="5063"/>
                    <a:pt x="8830" y="4802"/>
                  </a:cubicBezTo>
                  <a:lnTo>
                    <a:pt x="480" y="39"/>
                  </a:lnTo>
                  <a:cubicBezTo>
                    <a:pt x="434" y="13"/>
                    <a:pt x="384" y="0"/>
                    <a:pt x="335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7"/>
            <p:cNvSpPr/>
            <p:nvPr/>
          </p:nvSpPr>
          <p:spPr>
            <a:xfrm>
              <a:off x="5855975" y="3817050"/>
              <a:ext cx="33450" cy="32175"/>
            </a:xfrm>
            <a:custGeom>
              <a:avLst/>
              <a:gdLst/>
              <a:ahLst/>
              <a:cxnLst/>
              <a:rect l="l" t="t" r="r" b="b"/>
              <a:pathLst>
                <a:path w="1338" h="1287" extrusionOk="0">
                  <a:moveTo>
                    <a:pt x="644" y="0"/>
                  </a:moveTo>
                  <a:cubicBezTo>
                    <a:pt x="561" y="0"/>
                    <a:pt x="477" y="16"/>
                    <a:pt x="397" y="49"/>
                  </a:cubicBezTo>
                  <a:cubicBezTo>
                    <a:pt x="157" y="148"/>
                    <a:pt x="0" y="384"/>
                    <a:pt x="0" y="643"/>
                  </a:cubicBezTo>
                  <a:cubicBezTo>
                    <a:pt x="0" y="998"/>
                    <a:pt x="289" y="1286"/>
                    <a:pt x="644" y="1286"/>
                  </a:cubicBezTo>
                  <a:cubicBezTo>
                    <a:pt x="904" y="1286"/>
                    <a:pt x="1138" y="1129"/>
                    <a:pt x="1238" y="889"/>
                  </a:cubicBezTo>
                  <a:cubicBezTo>
                    <a:pt x="1337" y="649"/>
                    <a:pt x="1283" y="373"/>
                    <a:pt x="1099" y="188"/>
                  </a:cubicBezTo>
                  <a:cubicBezTo>
                    <a:pt x="976" y="66"/>
                    <a:pt x="812" y="0"/>
                    <a:pt x="644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7"/>
            <p:cNvSpPr/>
            <p:nvPr/>
          </p:nvSpPr>
          <p:spPr>
            <a:xfrm>
              <a:off x="5854850" y="3817275"/>
              <a:ext cx="33225" cy="31950"/>
            </a:xfrm>
            <a:custGeom>
              <a:avLst/>
              <a:gdLst/>
              <a:ahLst/>
              <a:cxnLst/>
              <a:rect l="l" t="t" r="r" b="b"/>
              <a:pathLst>
                <a:path w="1329" h="1278" extrusionOk="0">
                  <a:moveTo>
                    <a:pt x="601" y="1"/>
                  </a:moveTo>
                  <a:lnTo>
                    <a:pt x="601" y="1"/>
                  </a:lnTo>
                  <a:cubicBezTo>
                    <a:pt x="354" y="34"/>
                    <a:pt x="149" y="207"/>
                    <a:pt x="76" y="443"/>
                  </a:cubicBezTo>
                  <a:cubicBezTo>
                    <a:pt x="1" y="681"/>
                    <a:pt x="71" y="939"/>
                    <a:pt x="253" y="1107"/>
                  </a:cubicBezTo>
                  <a:cubicBezTo>
                    <a:pt x="374" y="1219"/>
                    <a:pt x="530" y="1277"/>
                    <a:pt x="688" y="1277"/>
                  </a:cubicBezTo>
                  <a:cubicBezTo>
                    <a:pt x="770" y="1277"/>
                    <a:pt x="852" y="1262"/>
                    <a:pt x="930" y="1230"/>
                  </a:cubicBezTo>
                  <a:cubicBezTo>
                    <a:pt x="1159" y="1136"/>
                    <a:pt x="1315" y="919"/>
                    <a:pt x="1328" y="670"/>
                  </a:cubicBezTo>
                  <a:lnTo>
                    <a:pt x="1328" y="670"/>
                  </a:lnTo>
                  <a:cubicBezTo>
                    <a:pt x="1302" y="787"/>
                    <a:pt x="1113" y="985"/>
                    <a:pt x="865" y="985"/>
                  </a:cubicBezTo>
                  <a:cubicBezTo>
                    <a:pt x="786" y="985"/>
                    <a:pt x="701" y="965"/>
                    <a:pt x="613" y="915"/>
                  </a:cubicBezTo>
                  <a:cubicBezTo>
                    <a:pt x="224" y="697"/>
                    <a:pt x="299" y="201"/>
                    <a:pt x="60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9" name="Google Shape;1769;p47"/>
          <p:cNvSpPr txBox="1">
            <a:spLocks noGrp="1"/>
          </p:cNvSpPr>
          <p:nvPr>
            <p:ph type="title" idx="2"/>
          </p:nvPr>
        </p:nvSpPr>
        <p:spPr>
          <a:xfrm flipH="1">
            <a:off x="3451650" y="3924607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05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45"/>
          <p:cNvSpPr/>
          <p:nvPr/>
        </p:nvSpPr>
        <p:spPr>
          <a:xfrm rot="5400000">
            <a:off x="1890335" y="-729866"/>
            <a:ext cx="4747800" cy="852847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415" name="Google Shape;1415;p45"/>
          <p:cNvGraphicFramePr/>
          <p:nvPr>
            <p:extLst>
              <p:ext uri="{D42A27DB-BD31-4B8C-83A1-F6EECF244321}">
                <p14:modId xmlns:p14="http://schemas.microsoft.com/office/powerpoint/2010/main" val="3085400539"/>
              </p:ext>
            </p:extLst>
          </p:nvPr>
        </p:nvGraphicFramePr>
        <p:xfrm>
          <a:off x="-818909" y="803245"/>
          <a:ext cx="8108317" cy="4072195"/>
        </p:xfrm>
        <a:graphic>
          <a:graphicData uri="http://schemas.openxmlformats.org/drawingml/2006/table">
            <a:tbl>
              <a:tblPr>
                <a:noFill/>
                <a:tableStyleId>{06159BD3-344E-4E92-B66B-2CB23C39393A}</a:tableStyleId>
              </a:tblPr>
              <a:tblGrid>
                <a:gridCol w="1710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NAMA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TAHUN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JUDUL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01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816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Yosef Koko </a:t>
                      </a:r>
                      <a:r>
                        <a:rPr lang="en-GB" sz="1200" dirty="0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Ku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rniawan,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Yetli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Oslan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Harianto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Kristanto</a:t>
                      </a:r>
                      <a:endParaRPr sz="12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2013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Implementasi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REST - API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Untuk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Portal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Akademik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UKDW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02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 Soleh Hapudin, Jani Sujatmoko</a:t>
                      </a:r>
                      <a:endParaRPr sz="1200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2013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Perancangan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Program Project Management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 Pada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Sistem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PMB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03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Muhammad Faisal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Fahat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Bayu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Priyambadha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,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Fajar</a:t>
                      </a:r>
                      <a:r>
                        <a:rPr lang="en-GB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u="none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Pradana</a:t>
                      </a:r>
                      <a:endParaRPr sz="1200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2018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Pengembangan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Aplikasi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Manajemen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Proyek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Perangkat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Lunak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Scrum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Studi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Kasus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CV. Nusantara Media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Mandiri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04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Ricky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Resky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Ananda</a:t>
                      </a:r>
                      <a:endParaRPr sz="14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2018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Pengembangan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Media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Pembelajaran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Scrum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Interaktif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Berbasis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Aplikasi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Android</a:t>
                      </a:r>
                      <a:endParaRPr sz="12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405125"/>
                  </a:ext>
                </a:extLst>
              </a:tr>
            </a:tbl>
          </a:graphicData>
        </a:graphic>
      </p:graphicFrame>
      <p:sp>
        <p:nvSpPr>
          <p:cNvPr id="1416" name="Google Shape;1416;p45"/>
          <p:cNvSpPr txBox="1">
            <a:spLocks noGrp="1"/>
          </p:cNvSpPr>
          <p:nvPr>
            <p:ph type="title"/>
          </p:nvPr>
        </p:nvSpPr>
        <p:spPr>
          <a:xfrm>
            <a:off x="3471971" y="344146"/>
            <a:ext cx="5056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PENELITIAN TERKAIT</a:t>
            </a:r>
            <a:endParaRPr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7737AA5-E182-467B-9C3B-D9E83FEF2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2795BE-7A94-42F3-B1D8-71BCA77B3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904248"/>
              </p:ext>
            </p:extLst>
          </p:nvPr>
        </p:nvGraphicFramePr>
        <p:xfrm>
          <a:off x="301337" y="226725"/>
          <a:ext cx="8541327" cy="4623817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156375521"/>
                    </a:ext>
                  </a:extLst>
                </a:gridCol>
                <a:gridCol w="2947892">
                  <a:extLst>
                    <a:ext uri="{9D8B030D-6E8A-4147-A177-3AD203B41FA5}">
                      <a16:colId xmlns:a16="http://schemas.microsoft.com/office/drawing/2014/main" val="2973701671"/>
                    </a:ext>
                  </a:extLst>
                </a:gridCol>
                <a:gridCol w="1977398">
                  <a:extLst>
                    <a:ext uri="{9D8B030D-6E8A-4147-A177-3AD203B41FA5}">
                      <a16:colId xmlns:a16="http://schemas.microsoft.com/office/drawing/2014/main" val="312526500"/>
                    </a:ext>
                  </a:extLst>
                </a:gridCol>
                <a:gridCol w="1974273">
                  <a:extLst>
                    <a:ext uri="{9D8B030D-6E8A-4147-A177-3AD203B41FA5}">
                      <a16:colId xmlns:a16="http://schemas.microsoft.com/office/drawing/2014/main" val="314391666"/>
                    </a:ext>
                  </a:extLst>
                </a:gridCol>
                <a:gridCol w="1298864">
                  <a:extLst>
                    <a:ext uri="{9D8B030D-6E8A-4147-A177-3AD203B41FA5}">
                      <a16:colId xmlns:a16="http://schemas.microsoft.com/office/drawing/2014/main" val="1688094620"/>
                    </a:ext>
                  </a:extLst>
                </a:gridCol>
              </a:tblGrid>
              <a:tr h="4107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dirty="0" err="1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No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Berbasis</a:t>
                      </a: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 Mobile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Manajemen Proyek</a:t>
                      </a:r>
                      <a:endParaRPr lang="en-ID" sz="16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Scrum</a:t>
                      </a:r>
                      <a:endParaRPr lang="en-ID" sz="16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Flutter</a:t>
                      </a:r>
                      <a:r>
                        <a:rPr lang="en-ID" sz="16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Framework</a:t>
                      </a:r>
                      <a:endParaRPr lang="en-ID" sz="16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752898"/>
                  </a:ext>
                </a:extLst>
              </a:tr>
              <a:tr h="10660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1</a:t>
                      </a:r>
                      <a:endParaRPr lang="en-ID" sz="12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Yosef Koko Kurniawan,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Yetli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Oslan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Harianto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</a:t>
                      </a:r>
                      <a:r>
                        <a:rPr lang="en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Kristanto</a:t>
                      </a:r>
                      <a:r>
                        <a:rPr lang="en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(2013)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Implementasi REST - API Untuk Portal Akademik UKDW Berbasis Android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552062"/>
                  </a:ext>
                </a:extLst>
              </a:tr>
              <a:tr h="11536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2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u="none" strike="noStrike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Muhammad Faisal Fahat, Bayu </a:t>
                      </a:r>
                      <a:r>
                        <a:rPr lang="id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Priyambadha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Fajar Pradana (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2018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Pengembangan Aplikasi 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M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anajemen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Proyek Perangkat Lunak Berbasis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Scrum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Studi Kasus CV. 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N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usantara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Media Mandiri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906139"/>
                  </a:ext>
                </a:extLst>
              </a:tr>
              <a:tr h="7245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3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 Soleh </a:t>
                      </a:r>
                      <a:r>
                        <a:rPr lang="id-ID" sz="1000" b="1" u="sng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Hapudin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, Jani Sujatmoko (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2013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Perancangan Program Project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Management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Berbasis Android Pada Sistem P</a:t>
                      </a:r>
                      <a:r>
                        <a:rPr lang="en-US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MB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94515"/>
                  </a:ext>
                </a:extLst>
              </a:tr>
              <a:tr h="5100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4</a:t>
                      </a:r>
                      <a:endParaRPr lang="en-ID" sz="120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Ricky Resky Ananda 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(</a:t>
                      </a: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201</a:t>
                      </a:r>
                      <a:r>
                        <a:rPr lang="en-US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8)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Pengembangan Media Pembelajaran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Scrum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Interaktif Berbasis Aplikasi Android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 </a:t>
                      </a:r>
                      <a:endParaRPr lang="en-ID" sz="110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680716"/>
                  </a:ext>
                </a:extLst>
              </a:tr>
              <a:tr h="7245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324788"/>
                          </a:solidFill>
                          <a:effectLst/>
                          <a:latin typeface="Dosis ExtraLight" panose="020B0604020202020204" charset="0"/>
                        </a:rPr>
                        <a:t>5</a:t>
                      </a:r>
                      <a:endParaRPr lang="en-ID" sz="1200" dirty="0">
                        <a:solidFill>
                          <a:srgbClr val="324788"/>
                        </a:solidFill>
                        <a:effectLst/>
                        <a:latin typeface="Dosis ExtraLight" panose="020B060402020202020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3485" marR="63485" marT="0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b="1" u="sng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Ardith Lutfiawan (2020)</a:t>
                      </a:r>
                      <a:endParaRPr lang="en-ID" sz="1100" b="1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Rancang Bangun Aplikasi Link-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Match</a:t>
                      </a:r>
                      <a:r>
                        <a:rPr lang="id-ID" sz="1000" dirty="0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 Kampus STT-NF Modul Dosen Berbasis Mobile Menggunakan </a:t>
                      </a:r>
                      <a:r>
                        <a:rPr lang="id-ID" sz="1000" dirty="0" err="1">
                          <a:solidFill>
                            <a:srgbClr val="324788"/>
                          </a:solidFill>
                          <a:effectLst/>
                          <a:latin typeface="Raleway" panose="020B0503030101060003" pitchFamily="34" charset="0"/>
                        </a:rPr>
                        <a:t>Flutter</a:t>
                      </a:r>
                      <a:endParaRPr lang="en-ID" sz="1100" dirty="0">
                        <a:solidFill>
                          <a:srgbClr val="324788"/>
                        </a:solidFill>
                        <a:effectLst/>
                        <a:latin typeface="Raleway" panose="020B0503030101060003" pitchFamily="34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113905" marR="113905" marT="56952" marB="56952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71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887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6"/>
          <p:cNvSpPr txBox="1">
            <a:spLocks noGrp="1"/>
          </p:cNvSpPr>
          <p:nvPr>
            <p:ph type="ctrTitle"/>
          </p:nvPr>
        </p:nvSpPr>
        <p:spPr>
          <a:xfrm flipH="1">
            <a:off x="1631950" y="2035939"/>
            <a:ext cx="5018232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ALAT DAN BAHAN</a:t>
            </a:r>
            <a:endParaRPr dirty="0"/>
          </a:p>
        </p:txBody>
      </p:sp>
      <p:sp>
        <p:nvSpPr>
          <p:cNvPr id="736" name="Google Shape;736;p36"/>
          <p:cNvSpPr txBox="1">
            <a:spLocks noGrp="1"/>
          </p:cNvSpPr>
          <p:nvPr>
            <p:ph type="title" idx="2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06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8" name="Google Shape;3736;p55">
            <a:extLst>
              <a:ext uri="{FF2B5EF4-FFF2-40B4-BE49-F238E27FC236}">
                <a16:creationId xmlns:a16="http://schemas.microsoft.com/office/drawing/2014/main" id="{33EF976E-3162-489C-B623-79B5751152B3}"/>
              </a:ext>
            </a:extLst>
          </p:cNvPr>
          <p:cNvGrpSpPr/>
          <p:nvPr/>
        </p:nvGrpSpPr>
        <p:grpSpPr>
          <a:xfrm>
            <a:off x="4572000" y="2489239"/>
            <a:ext cx="4146978" cy="2111666"/>
            <a:chOff x="5326575" y="2413400"/>
            <a:chExt cx="875875" cy="539475"/>
          </a:xfrm>
        </p:grpSpPr>
        <p:sp>
          <p:nvSpPr>
            <p:cNvPr id="19" name="Google Shape;3737;p55">
              <a:extLst>
                <a:ext uri="{FF2B5EF4-FFF2-40B4-BE49-F238E27FC236}">
                  <a16:creationId xmlns:a16="http://schemas.microsoft.com/office/drawing/2014/main" id="{FCA0D435-85FA-4154-9A93-D78CB235D9D4}"/>
                </a:ext>
              </a:extLst>
            </p:cNvPr>
            <p:cNvSpPr/>
            <p:nvPr/>
          </p:nvSpPr>
          <p:spPr>
            <a:xfrm>
              <a:off x="5326575" y="2413400"/>
              <a:ext cx="875875" cy="503125"/>
            </a:xfrm>
            <a:custGeom>
              <a:avLst/>
              <a:gdLst/>
              <a:ahLst/>
              <a:cxnLst/>
              <a:rect l="l" t="t" r="r" b="b"/>
              <a:pathLst>
                <a:path w="35035" h="20125" extrusionOk="0">
                  <a:moveTo>
                    <a:pt x="24270" y="0"/>
                  </a:moveTo>
                  <a:cubicBezTo>
                    <a:pt x="24037" y="0"/>
                    <a:pt x="23805" y="51"/>
                    <a:pt x="23627" y="154"/>
                  </a:cubicBezTo>
                  <a:lnTo>
                    <a:pt x="355" y="13590"/>
                  </a:lnTo>
                  <a:cubicBezTo>
                    <a:pt x="0" y="13795"/>
                    <a:pt x="0" y="14127"/>
                    <a:pt x="355" y="14332"/>
                  </a:cubicBezTo>
                  <a:lnTo>
                    <a:pt x="10123" y="19972"/>
                  </a:lnTo>
                  <a:cubicBezTo>
                    <a:pt x="10300" y="20073"/>
                    <a:pt x="10533" y="20124"/>
                    <a:pt x="10765" y="20124"/>
                  </a:cubicBezTo>
                  <a:cubicBezTo>
                    <a:pt x="10998" y="20124"/>
                    <a:pt x="11230" y="20073"/>
                    <a:pt x="11408" y="19972"/>
                  </a:cubicBezTo>
                  <a:lnTo>
                    <a:pt x="34680" y="6535"/>
                  </a:lnTo>
                  <a:cubicBezTo>
                    <a:pt x="35035" y="6329"/>
                    <a:pt x="35035" y="5998"/>
                    <a:pt x="34680" y="5793"/>
                  </a:cubicBezTo>
                  <a:lnTo>
                    <a:pt x="24913" y="154"/>
                  </a:lnTo>
                  <a:cubicBezTo>
                    <a:pt x="24735" y="51"/>
                    <a:pt x="24503" y="0"/>
                    <a:pt x="24270" y="0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738;p55">
              <a:extLst>
                <a:ext uri="{FF2B5EF4-FFF2-40B4-BE49-F238E27FC236}">
                  <a16:creationId xmlns:a16="http://schemas.microsoft.com/office/drawing/2014/main" id="{1DF31162-7F55-42D7-ABB9-8BF3180358DB}"/>
                </a:ext>
              </a:extLst>
            </p:cNvPr>
            <p:cNvSpPr/>
            <p:nvPr/>
          </p:nvSpPr>
          <p:spPr>
            <a:xfrm>
              <a:off x="6015225" y="2493575"/>
              <a:ext cx="60800" cy="33625"/>
            </a:xfrm>
            <a:custGeom>
              <a:avLst/>
              <a:gdLst/>
              <a:ahLst/>
              <a:cxnLst/>
              <a:rect l="l" t="t" r="r" b="b"/>
              <a:pathLst>
                <a:path w="2432" h="1345" extrusionOk="0">
                  <a:moveTo>
                    <a:pt x="250" y="0"/>
                  </a:moveTo>
                  <a:cubicBezTo>
                    <a:pt x="191" y="0"/>
                    <a:pt x="136" y="11"/>
                    <a:pt x="96" y="35"/>
                  </a:cubicBezTo>
                  <a:cubicBezTo>
                    <a:pt x="0" y="90"/>
                    <a:pt x="20" y="189"/>
                    <a:pt x="138" y="258"/>
                  </a:cubicBezTo>
                  <a:lnTo>
                    <a:pt x="1950" y="1286"/>
                  </a:lnTo>
                  <a:cubicBezTo>
                    <a:pt x="2018" y="1325"/>
                    <a:pt x="2103" y="1345"/>
                    <a:pt x="2182" y="1345"/>
                  </a:cubicBezTo>
                  <a:cubicBezTo>
                    <a:pt x="2241" y="1345"/>
                    <a:pt x="2297" y="1333"/>
                    <a:pt x="2337" y="1310"/>
                  </a:cubicBezTo>
                  <a:cubicBezTo>
                    <a:pt x="2432" y="1255"/>
                    <a:pt x="2412" y="1154"/>
                    <a:pt x="2295" y="1087"/>
                  </a:cubicBezTo>
                  <a:lnTo>
                    <a:pt x="482" y="59"/>
                  </a:lnTo>
                  <a:cubicBezTo>
                    <a:pt x="414" y="20"/>
                    <a:pt x="329" y="0"/>
                    <a:pt x="25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739;p55">
              <a:extLst>
                <a:ext uri="{FF2B5EF4-FFF2-40B4-BE49-F238E27FC236}">
                  <a16:creationId xmlns:a16="http://schemas.microsoft.com/office/drawing/2014/main" id="{FBC77528-C5E2-4A17-BED8-41846D80FB51}"/>
                </a:ext>
              </a:extLst>
            </p:cNvPr>
            <p:cNvSpPr/>
            <p:nvPr/>
          </p:nvSpPr>
          <p:spPr>
            <a:xfrm>
              <a:off x="6042500" y="2488400"/>
              <a:ext cx="17450" cy="9175"/>
            </a:xfrm>
            <a:custGeom>
              <a:avLst/>
              <a:gdLst/>
              <a:ahLst/>
              <a:cxnLst/>
              <a:rect l="l" t="t" r="r" b="b"/>
              <a:pathLst>
                <a:path w="698" h="367" extrusionOk="0">
                  <a:moveTo>
                    <a:pt x="349" y="0"/>
                  </a:moveTo>
                  <a:cubicBezTo>
                    <a:pt x="268" y="0"/>
                    <a:pt x="186" y="18"/>
                    <a:pt x="124" y="54"/>
                  </a:cubicBezTo>
                  <a:cubicBezTo>
                    <a:pt x="0" y="125"/>
                    <a:pt x="0" y="241"/>
                    <a:pt x="124" y="313"/>
                  </a:cubicBezTo>
                  <a:cubicBezTo>
                    <a:pt x="186" y="349"/>
                    <a:pt x="268" y="366"/>
                    <a:pt x="349" y="366"/>
                  </a:cubicBezTo>
                  <a:cubicBezTo>
                    <a:pt x="430" y="366"/>
                    <a:pt x="511" y="349"/>
                    <a:pt x="573" y="313"/>
                  </a:cubicBezTo>
                  <a:cubicBezTo>
                    <a:pt x="697" y="241"/>
                    <a:pt x="697" y="125"/>
                    <a:pt x="573" y="54"/>
                  </a:cubicBezTo>
                  <a:cubicBezTo>
                    <a:pt x="511" y="18"/>
                    <a:pt x="430" y="0"/>
                    <a:pt x="349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740;p55">
              <a:extLst>
                <a:ext uri="{FF2B5EF4-FFF2-40B4-BE49-F238E27FC236}">
                  <a16:creationId xmlns:a16="http://schemas.microsoft.com/office/drawing/2014/main" id="{DD276475-BB63-402C-89DC-7170FAE3370E}"/>
                </a:ext>
              </a:extLst>
            </p:cNvPr>
            <p:cNvSpPr/>
            <p:nvPr/>
          </p:nvSpPr>
          <p:spPr>
            <a:xfrm>
              <a:off x="5998125" y="2483225"/>
              <a:ext cx="13550" cy="7150"/>
            </a:xfrm>
            <a:custGeom>
              <a:avLst/>
              <a:gdLst/>
              <a:ahLst/>
              <a:cxnLst/>
              <a:rect l="l" t="t" r="r" b="b"/>
              <a:pathLst>
                <a:path w="542" h="286" extrusionOk="0">
                  <a:moveTo>
                    <a:pt x="271" y="0"/>
                  </a:moveTo>
                  <a:cubicBezTo>
                    <a:pt x="208" y="0"/>
                    <a:pt x="145" y="14"/>
                    <a:pt x="97" y="42"/>
                  </a:cubicBezTo>
                  <a:cubicBezTo>
                    <a:pt x="0" y="98"/>
                    <a:pt x="0" y="188"/>
                    <a:pt x="97" y="244"/>
                  </a:cubicBezTo>
                  <a:cubicBezTo>
                    <a:pt x="145" y="271"/>
                    <a:pt x="208" y="285"/>
                    <a:pt x="271" y="285"/>
                  </a:cubicBezTo>
                  <a:cubicBezTo>
                    <a:pt x="335" y="285"/>
                    <a:pt x="398" y="271"/>
                    <a:pt x="445" y="244"/>
                  </a:cubicBezTo>
                  <a:cubicBezTo>
                    <a:pt x="542" y="188"/>
                    <a:pt x="542" y="98"/>
                    <a:pt x="445" y="42"/>
                  </a:cubicBezTo>
                  <a:cubicBezTo>
                    <a:pt x="397" y="14"/>
                    <a:pt x="334" y="0"/>
                    <a:pt x="27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41;p55">
              <a:extLst>
                <a:ext uri="{FF2B5EF4-FFF2-40B4-BE49-F238E27FC236}">
                  <a16:creationId xmlns:a16="http://schemas.microsoft.com/office/drawing/2014/main" id="{A23E90CB-8011-46C0-B076-617CD3C107BF}"/>
                </a:ext>
              </a:extLst>
            </p:cNvPr>
            <p:cNvSpPr/>
            <p:nvPr/>
          </p:nvSpPr>
          <p:spPr>
            <a:xfrm>
              <a:off x="5386950" y="2454225"/>
              <a:ext cx="744000" cy="427850"/>
            </a:xfrm>
            <a:custGeom>
              <a:avLst/>
              <a:gdLst/>
              <a:ahLst/>
              <a:cxnLst/>
              <a:rect l="l" t="t" r="r" b="b"/>
              <a:pathLst>
                <a:path w="29760" h="17114" extrusionOk="0">
                  <a:moveTo>
                    <a:pt x="19903" y="1"/>
                  </a:moveTo>
                  <a:cubicBezTo>
                    <a:pt x="19748" y="1"/>
                    <a:pt x="19593" y="35"/>
                    <a:pt x="19475" y="103"/>
                  </a:cubicBezTo>
                  <a:lnTo>
                    <a:pt x="237" y="11211"/>
                  </a:lnTo>
                  <a:cubicBezTo>
                    <a:pt x="1" y="11347"/>
                    <a:pt x="1" y="11568"/>
                    <a:pt x="237" y="11706"/>
                  </a:cubicBezTo>
                  <a:lnTo>
                    <a:pt x="9428" y="17010"/>
                  </a:lnTo>
                  <a:cubicBezTo>
                    <a:pt x="9547" y="17079"/>
                    <a:pt x="9702" y="17113"/>
                    <a:pt x="9857" y="17113"/>
                  </a:cubicBezTo>
                  <a:cubicBezTo>
                    <a:pt x="10012" y="17113"/>
                    <a:pt x="10167" y="17079"/>
                    <a:pt x="10285" y="17010"/>
                  </a:cubicBezTo>
                  <a:lnTo>
                    <a:pt x="29523" y="5904"/>
                  </a:lnTo>
                  <a:cubicBezTo>
                    <a:pt x="29760" y="5768"/>
                    <a:pt x="29760" y="5546"/>
                    <a:pt x="29523" y="5410"/>
                  </a:cubicBezTo>
                  <a:lnTo>
                    <a:pt x="20333" y="103"/>
                  </a:lnTo>
                  <a:cubicBezTo>
                    <a:pt x="20214" y="35"/>
                    <a:pt x="20058" y="1"/>
                    <a:pt x="19903" y="1"/>
                  </a:cubicBez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42;p55">
              <a:extLst>
                <a:ext uri="{FF2B5EF4-FFF2-40B4-BE49-F238E27FC236}">
                  <a16:creationId xmlns:a16="http://schemas.microsoft.com/office/drawing/2014/main" id="{FF40C00C-A72A-476F-A17A-0AB37125D8A1}"/>
                </a:ext>
              </a:extLst>
            </p:cNvPr>
            <p:cNvSpPr/>
            <p:nvPr/>
          </p:nvSpPr>
          <p:spPr>
            <a:xfrm>
              <a:off x="5387025" y="2454225"/>
              <a:ext cx="743725" cy="291425"/>
            </a:xfrm>
            <a:custGeom>
              <a:avLst/>
              <a:gdLst/>
              <a:ahLst/>
              <a:cxnLst/>
              <a:rect l="l" t="t" r="r" b="b"/>
              <a:pathLst>
                <a:path w="29749" h="11657" extrusionOk="0">
                  <a:moveTo>
                    <a:pt x="19901" y="0"/>
                  </a:moveTo>
                  <a:cubicBezTo>
                    <a:pt x="19746" y="0"/>
                    <a:pt x="19591" y="35"/>
                    <a:pt x="19473" y="103"/>
                  </a:cubicBezTo>
                  <a:lnTo>
                    <a:pt x="234" y="11210"/>
                  </a:lnTo>
                  <a:cubicBezTo>
                    <a:pt x="23" y="11332"/>
                    <a:pt x="0" y="11521"/>
                    <a:pt x="168" y="11656"/>
                  </a:cubicBezTo>
                  <a:cubicBezTo>
                    <a:pt x="197" y="11625"/>
                    <a:pt x="231" y="11600"/>
                    <a:pt x="268" y="11579"/>
                  </a:cubicBezTo>
                  <a:lnTo>
                    <a:pt x="19507" y="472"/>
                  </a:lnTo>
                  <a:cubicBezTo>
                    <a:pt x="19624" y="404"/>
                    <a:pt x="19780" y="370"/>
                    <a:pt x="19935" y="370"/>
                  </a:cubicBezTo>
                  <a:cubicBezTo>
                    <a:pt x="20090" y="370"/>
                    <a:pt x="20246" y="404"/>
                    <a:pt x="20363" y="472"/>
                  </a:cubicBezTo>
                  <a:lnTo>
                    <a:pt x="29553" y="5779"/>
                  </a:lnTo>
                  <a:cubicBezTo>
                    <a:pt x="29578" y="5792"/>
                    <a:pt x="29600" y="5808"/>
                    <a:pt x="29620" y="5826"/>
                  </a:cubicBezTo>
                  <a:lnTo>
                    <a:pt x="29623" y="5825"/>
                  </a:lnTo>
                  <a:cubicBezTo>
                    <a:pt x="29748" y="5692"/>
                    <a:pt x="29715" y="5523"/>
                    <a:pt x="29520" y="5410"/>
                  </a:cubicBezTo>
                  <a:lnTo>
                    <a:pt x="20330" y="103"/>
                  </a:lnTo>
                  <a:cubicBezTo>
                    <a:pt x="20210" y="34"/>
                    <a:pt x="20056" y="0"/>
                    <a:pt x="19901" y="0"/>
                  </a:cubicBez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743;p55">
              <a:extLst>
                <a:ext uri="{FF2B5EF4-FFF2-40B4-BE49-F238E27FC236}">
                  <a16:creationId xmlns:a16="http://schemas.microsoft.com/office/drawing/2014/main" id="{18F4A833-24BD-414F-8059-4F1DFF7E724E}"/>
                </a:ext>
              </a:extLst>
            </p:cNvPr>
            <p:cNvSpPr/>
            <p:nvPr/>
          </p:nvSpPr>
          <p:spPr>
            <a:xfrm>
              <a:off x="5328750" y="2567500"/>
              <a:ext cx="871600" cy="385375"/>
            </a:xfrm>
            <a:custGeom>
              <a:avLst/>
              <a:gdLst/>
              <a:ahLst/>
              <a:cxnLst/>
              <a:rect l="l" t="t" r="r" b="b"/>
              <a:pathLst>
                <a:path w="34864" h="15415" extrusionOk="0">
                  <a:moveTo>
                    <a:pt x="34861" y="0"/>
                  </a:moveTo>
                  <a:lnTo>
                    <a:pt x="34856" y="3"/>
                  </a:lnTo>
                  <a:cubicBezTo>
                    <a:pt x="34855" y="134"/>
                    <a:pt x="34769" y="267"/>
                    <a:pt x="34593" y="368"/>
                  </a:cubicBezTo>
                  <a:lnTo>
                    <a:pt x="11320" y="13806"/>
                  </a:lnTo>
                  <a:cubicBezTo>
                    <a:pt x="11143" y="13908"/>
                    <a:pt x="10910" y="13958"/>
                    <a:pt x="10676" y="13960"/>
                  </a:cubicBezTo>
                  <a:cubicBezTo>
                    <a:pt x="10674" y="13960"/>
                    <a:pt x="10671" y="13960"/>
                    <a:pt x="10669" y="13960"/>
                  </a:cubicBezTo>
                  <a:cubicBezTo>
                    <a:pt x="10438" y="13960"/>
                    <a:pt x="10211" y="13907"/>
                    <a:pt x="10034" y="13808"/>
                  </a:cubicBezTo>
                  <a:lnTo>
                    <a:pt x="778" y="8465"/>
                  </a:lnTo>
                  <a:lnTo>
                    <a:pt x="628" y="8378"/>
                  </a:lnTo>
                  <a:lnTo>
                    <a:pt x="267" y="8168"/>
                  </a:lnTo>
                  <a:cubicBezTo>
                    <a:pt x="103" y="8071"/>
                    <a:pt x="15" y="7948"/>
                    <a:pt x="3" y="7824"/>
                  </a:cubicBezTo>
                  <a:lnTo>
                    <a:pt x="0" y="9250"/>
                  </a:lnTo>
                  <a:cubicBezTo>
                    <a:pt x="3" y="9383"/>
                    <a:pt x="92" y="9518"/>
                    <a:pt x="267" y="9619"/>
                  </a:cubicBezTo>
                  <a:lnTo>
                    <a:pt x="10033" y="15260"/>
                  </a:lnTo>
                  <a:cubicBezTo>
                    <a:pt x="10211" y="15360"/>
                    <a:pt x="10445" y="15414"/>
                    <a:pt x="10676" y="15415"/>
                  </a:cubicBezTo>
                  <a:cubicBezTo>
                    <a:pt x="10908" y="15415"/>
                    <a:pt x="11143" y="15362"/>
                    <a:pt x="11320" y="15260"/>
                  </a:cubicBezTo>
                  <a:lnTo>
                    <a:pt x="34593" y="1823"/>
                  </a:lnTo>
                  <a:cubicBezTo>
                    <a:pt x="34775" y="1717"/>
                    <a:pt x="34863" y="1578"/>
                    <a:pt x="34857" y="1440"/>
                  </a:cubicBezTo>
                  <a:lnTo>
                    <a:pt x="34857" y="1424"/>
                  </a:lnTo>
                  <a:lnTo>
                    <a:pt x="34861" y="0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44;p55">
              <a:extLst>
                <a:ext uri="{FF2B5EF4-FFF2-40B4-BE49-F238E27FC236}">
                  <a16:creationId xmlns:a16="http://schemas.microsoft.com/office/drawing/2014/main" id="{4D82E0E3-8EA3-43F9-B9AF-40C7E0928024}"/>
                </a:ext>
              </a:extLst>
            </p:cNvPr>
            <p:cNvSpPr/>
            <p:nvPr/>
          </p:nvSpPr>
          <p:spPr>
            <a:xfrm>
              <a:off x="5595650" y="2567500"/>
              <a:ext cx="604700" cy="385350"/>
            </a:xfrm>
            <a:custGeom>
              <a:avLst/>
              <a:gdLst/>
              <a:ahLst/>
              <a:cxnLst/>
              <a:rect l="l" t="t" r="r" b="b"/>
              <a:pathLst>
                <a:path w="24188" h="15414" extrusionOk="0">
                  <a:moveTo>
                    <a:pt x="24185" y="0"/>
                  </a:moveTo>
                  <a:lnTo>
                    <a:pt x="24180" y="3"/>
                  </a:lnTo>
                  <a:cubicBezTo>
                    <a:pt x="24179" y="134"/>
                    <a:pt x="24093" y="267"/>
                    <a:pt x="23917" y="368"/>
                  </a:cubicBezTo>
                  <a:lnTo>
                    <a:pt x="644" y="13806"/>
                  </a:lnTo>
                  <a:cubicBezTo>
                    <a:pt x="467" y="13908"/>
                    <a:pt x="234" y="13958"/>
                    <a:pt x="0" y="13960"/>
                  </a:cubicBezTo>
                  <a:lnTo>
                    <a:pt x="0" y="15414"/>
                  </a:lnTo>
                  <a:cubicBezTo>
                    <a:pt x="234" y="15414"/>
                    <a:pt x="467" y="15362"/>
                    <a:pt x="644" y="15260"/>
                  </a:cubicBezTo>
                  <a:lnTo>
                    <a:pt x="23917" y="1823"/>
                  </a:lnTo>
                  <a:cubicBezTo>
                    <a:pt x="24099" y="1717"/>
                    <a:pt x="24187" y="1578"/>
                    <a:pt x="24181" y="1440"/>
                  </a:cubicBezTo>
                  <a:lnTo>
                    <a:pt x="24181" y="1424"/>
                  </a:lnTo>
                  <a:lnTo>
                    <a:pt x="24185" y="0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745;p55">
              <a:extLst>
                <a:ext uri="{FF2B5EF4-FFF2-40B4-BE49-F238E27FC236}">
                  <a16:creationId xmlns:a16="http://schemas.microsoft.com/office/drawing/2014/main" id="{D04C72B4-6EC2-4F5E-8675-D6A65824E1F8}"/>
                </a:ext>
              </a:extLst>
            </p:cNvPr>
            <p:cNvSpPr/>
            <p:nvPr/>
          </p:nvSpPr>
          <p:spPr>
            <a:xfrm>
              <a:off x="5457975" y="2811925"/>
              <a:ext cx="45150" cy="26025"/>
            </a:xfrm>
            <a:custGeom>
              <a:avLst/>
              <a:gdLst/>
              <a:ahLst/>
              <a:cxnLst/>
              <a:rect l="l" t="t" r="r" b="b"/>
              <a:pathLst>
                <a:path w="1806" h="1041" fill="none" extrusionOk="0">
                  <a:moveTo>
                    <a:pt x="321" y="856"/>
                  </a:moveTo>
                  <a:cubicBezTo>
                    <a:pt x="642" y="1041"/>
                    <a:pt x="1162" y="1041"/>
                    <a:pt x="1483" y="856"/>
                  </a:cubicBezTo>
                  <a:cubicBezTo>
                    <a:pt x="1804" y="671"/>
                    <a:pt x="1805" y="371"/>
                    <a:pt x="1483" y="185"/>
                  </a:cubicBezTo>
                  <a:cubicBezTo>
                    <a:pt x="1162" y="0"/>
                    <a:pt x="642" y="0"/>
                    <a:pt x="321" y="185"/>
                  </a:cubicBezTo>
                  <a:cubicBezTo>
                    <a:pt x="0" y="370"/>
                    <a:pt x="0" y="671"/>
                    <a:pt x="321" y="856"/>
                  </a:cubicBezTo>
                  <a:close/>
                </a:path>
              </a:pathLst>
            </a:custGeom>
            <a:noFill/>
            <a:ln w="175" cap="flat" cmpd="sng">
              <a:solidFill>
                <a:srgbClr val="3C5670"/>
              </a:solidFill>
              <a:prstDash val="solid"/>
              <a:miter lim="12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46;p55">
              <a:extLst>
                <a:ext uri="{FF2B5EF4-FFF2-40B4-BE49-F238E27FC236}">
                  <a16:creationId xmlns:a16="http://schemas.microsoft.com/office/drawing/2014/main" id="{457EE3EC-1D50-40BC-8DFC-23EC3C72C966}"/>
                </a:ext>
              </a:extLst>
            </p:cNvPr>
            <p:cNvSpPr/>
            <p:nvPr/>
          </p:nvSpPr>
          <p:spPr>
            <a:xfrm>
              <a:off x="5475400" y="28749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6" y="85"/>
                    <a:pt x="118" y="38"/>
                    <a:pt x="74" y="11"/>
                  </a:cubicBezTo>
                  <a:cubicBezTo>
                    <a:pt x="63" y="4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47;p55">
              <a:extLst>
                <a:ext uri="{FF2B5EF4-FFF2-40B4-BE49-F238E27FC236}">
                  <a16:creationId xmlns:a16="http://schemas.microsoft.com/office/drawing/2014/main" id="{58F01C24-CF8B-41EF-B8F2-3F002FABF9FC}"/>
                </a:ext>
              </a:extLst>
            </p:cNvPr>
            <p:cNvSpPr/>
            <p:nvPr/>
          </p:nvSpPr>
          <p:spPr>
            <a:xfrm>
              <a:off x="5484525" y="2880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1"/>
                    <a:pt x="147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48;p55">
              <a:extLst>
                <a:ext uri="{FF2B5EF4-FFF2-40B4-BE49-F238E27FC236}">
                  <a16:creationId xmlns:a16="http://schemas.microsoft.com/office/drawing/2014/main" id="{AB4E40E2-561A-4101-8BEB-0DE9D9DBC96F}"/>
                </a:ext>
              </a:extLst>
            </p:cNvPr>
            <p:cNvSpPr/>
            <p:nvPr/>
          </p:nvSpPr>
          <p:spPr>
            <a:xfrm>
              <a:off x="5493600" y="2885425"/>
              <a:ext cx="3700" cy="4750"/>
            </a:xfrm>
            <a:custGeom>
              <a:avLst/>
              <a:gdLst/>
              <a:ahLst/>
              <a:cxnLst/>
              <a:rect l="l" t="t" r="r" b="b"/>
              <a:pathLst>
                <a:path w="148" h="190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49;p55">
              <a:extLst>
                <a:ext uri="{FF2B5EF4-FFF2-40B4-BE49-F238E27FC236}">
                  <a16:creationId xmlns:a16="http://schemas.microsoft.com/office/drawing/2014/main" id="{EF7F2F33-8323-443D-9C31-853CEE79EB5D}"/>
                </a:ext>
              </a:extLst>
            </p:cNvPr>
            <p:cNvSpPr/>
            <p:nvPr/>
          </p:nvSpPr>
          <p:spPr>
            <a:xfrm>
              <a:off x="5502675" y="28906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8"/>
                    <a:pt x="98" y="191"/>
                    <a:pt x="107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0"/>
                  </a:cubicBezTo>
                  <a:cubicBezTo>
                    <a:pt x="62" y="4"/>
                    <a:pt x="51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50;p55">
              <a:extLst>
                <a:ext uri="{FF2B5EF4-FFF2-40B4-BE49-F238E27FC236}">
                  <a16:creationId xmlns:a16="http://schemas.microsoft.com/office/drawing/2014/main" id="{EA8B6F79-1D01-41C0-B86B-BC3DEE3CB491}"/>
                </a:ext>
              </a:extLst>
            </p:cNvPr>
            <p:cNvSpPr/>
            <p:nvPr/>
          </p:nvSpPr>
          <p:spPr>
            <a:xfrm>
              <a:off x="5511750" y="28959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51;p55">
              <a:extLst>
                <a:ext uri="{FF2B5EF4-FFF2-40B4-BE49-F238E27FC236}">
                  <a16:creationId xmlns:a16="http://schemas.microsoft.com/office/drawing/2014/main" id="{E3DECC65-781F-4A7D-9DB5-D1BE938C014D}"/>
                </a:ext>
              </a:extLst>
            </p:cNvPr>
            <p:cNvSpPr/>
            <p:nvPr/>
          </p:nvSpPr>
          <p:spPr>
            <a:xfrm>
              <a:off x="5520825" y="290115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5" y="104"/>
                    <a:pt x="31" y="151"/>
                    <a:pt x="75" y="180"/>
                  </a:cubicBezTo>
                  <a:cubicBezTo>
                    <a:pt x="87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5" y="10"/>
                  </a:cubicBezTo>
                  <a:cubicBezTo>
                    <a:pt x="63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52;p55">
              <a:extLst>
                <a:ext uri="{FF2B5EF4-FFF2-40B4-BE49-F238E27FC236}">
                  <a16:creationId xmlns:a16="http://schemas.microsoft.com/office/drawing/2014/main" id="{3AFAE2E0-9C78-455D-B24A-8C2A64E2DB39}"/>
                </a:ext>
              </a:extLst>
            </p:cNvPr>
            <p:cNvSpPr/>
            <p:nvPr/>
          </p:nvSpPr>
          <p:spPr>
            <a:xfrm>
              <a:off x="5529925" y="29064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20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7" y="171"/>
                    <a:pt x="147" y="138"/>
                  </a:cubicBezTo>
                  <a:cubicBezTo>
                    <a:pt x="145" y="86"/>
                    <a:pt x="117" y="38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53;p55">
              <a:extLst>
                <a:ext uri="{FF2B5EF4-FFF2-40B4-BE49-F238E27FC236}">
                  <a16:creationId xmlns:a16="http://schemas.microsoft.com/office/drawing/2014/main" id="{E559152E-06A6-4663-B1BC-449222CE0B7F}"/>
                </a:ext>
              </a:extLst>
            </p:cNvPr>
            <p:cNvSpPr/>
            <p:nvPr/>
          </p:nvSpPr>
          <p:spPr>
            <a:xfrm>
              <a:off x="5539025" y="29116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4"/>
                    <a:pt x="74" y="181"/>
                  </a:cubicBezTo>
                  <a:cubicBezTo>
                    <a:pt x="86" y="188"/>
                    <a:pt x="97" y="192"/>
                    <a:pt x="107" y="192"/>
                  </a:cubicBezTo>
                  <a:cubicBezTo>
                    <a:pt x="131" y="192"/>
                    <a:pt x="148" y="172"/>
                    <a:pt x="148" y="139"/>
                  </a:cubicBezTo>
                  <a:cubicBezTo>
                    <a:pt x="145" y="87"/>
                    <a:pt x="118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54;p55">
              <a:extLst>
                <a:ext uri="{FF2B5EF4-FFF2-40B4-BE49-F238E27FC236}">
                  <a16:creationId xmlns:a16="http://schemas.microsoft.com/office/drawing/2014/main" id="{7C4D4564-1853-427A-A81B-574A6998F3DD}"/>
                </a:ext>
              </a:extLst>
            </p:cNvPr>
            <p:cNvSpPr/>
            <p:nvPr/>
          </p:nvSpPr>
          <p:spPr>
            <a:xfrm>
              <a:off x="5475200" y="28654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5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55;p55">
              <a:extLst>
                <a:ext uri="{FF2B5EF4-FFF2-40B4-BE49-F238E27FC236}">
                  <a16:creationId xmlns:a16="http://schemas.microsoft.com/office/drawing/2014/main" id="{E771168B-8FDC-45CD-BD61-3CBF9AEE6C53}"/>
                </a:ext>
              </a:extLst>
            </p:cNvPr>
            <p:cNvSpPr/>
            <p:nvPr/>
          </p:nvSpPr>
          <p:spPr>
            <a:xfrm>
              <a:off x="5484275" y="28707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56;p55">
              <a:extLst>
                <a:ext uri="{FF2B5EF4-FFF2-40B4-BE49-F238E27FC236}">
                  <a16:creationId xmlns:a16="http://schemas.microsoft.com/office/drawing/2014/main" id="{2503D505-0129-44A3-9DC4-37CBD48E6623}"/>
                </a:ext>
              </a:extLst>
            </p:cNvPr>
            <p:cNvSpPr/>
            <p:nvPr/>
          </p:nvSpPr>
          <p:spPr>
            <a:xfrm>
              <a:off x="5493350" y="28759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6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6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57;p55">
              <a:extLst>
                <a:ext uri="{FF2B5EF4-FFF2-40B4-BE49-F238E27FC236}">
                  <a16:creationId xmlns:a16="http://schemas.microsoft.com/office/drawing/2014/main" id="{D7071FB1-3810-4F37-8B1F-6E142B8212F2}"/>
                </a:ext>
              </a:extLst>
            </p:cNvPr>
            <p:cNvSpPr/>
            <p:nvPr/>
          </p:nvSpPr>
          <p:spPr>
            <a:xfrm>
              <a:off x="5502475" y="288117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1" y="1"/>
                  </a:moveTo>
                  <a:cubicBezTo>
                    <a:pt x="16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7" y="191"/>
                    <a:pt x="107" y="191"/>
                  </a:cubicBezTo>
                  <a:cubicBezTo>
                    <a:pt x="130" y="191"/>
                    <a:pt x="147" y="172"/>
                    <a:pt x="147" y="138"/>
                  </a:cubicBezTo>
                  <a:cubicBezTo>
                    <a:pt x="144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58;p55">
              <a:extLst>
                <a:ext uri="{FF2B5EF4-FFF2-40B4-BE49-F238E27FC236}">
                  <a16:creationId xmlns:a16="http://schemas.microsoft.com/office/drawing/2014/main" id="{8BE00420-A163-4E63-A535-F2AF46FD00B7}"/>
                </a:ext>
              </a:extLst>
            </p:cNvPr>
            <p:cNvSpPr/>
            <p:nvPr/>
          </p:nvSpPr>
          <p:spPr>
            <a:xfrm>
              <a:off x="5511525" y="28864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19"/>
                    <a:pt x="0" y="53"/>
                  </a:cubicBezTo>
                  <a:cubicBezTo>
                    <a:pt x="4" y="105"/>
                    <a:pt x="30" y="153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59;p55">
              <a:extLst>
                <a:ext uri="{FF2B5EF4-FFF2-40B4-BE49-F238E27FC236}">
                  <a16:creationId xmlns:a16="http://schemas.microsoft.com/office/drawing/2014/main" id="{68E7FF3F-B952-4CF0-BB93-D8DE08481A8E}"/>
                </a:ext>
              </a:extLst>
            </p:cNvPr>
            <p:cNvSpPr/>
            <p:nvPr/>
          </p:nvSpPr>
          <p:spPr>
            <a:xfrm>
              <a:off x="5520600" y="28916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19"/>
                    <a:pt x="0" y="53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0"/>
                    <a:pt x="106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5" y="85"/>
                    <a:pt x="117" y="38"/>
                    <a:pt x="74" y="10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60;p55">
              <a:extLst>
                <a:ext uri="{FF2B5EF4-FFF2-40B4-BE49-F238E27FC236}">
                  <a16:creationId xmlns:a16="http://schemas.microsoft.com/office/drawing/2014/main" id="{D9C7D109-0DF5-477C-8F91-7EBF18F69E5C}"/>
                </a:ext>
              </a:extLst>
            </p:cNvPr>
            <p:cNvSpPr/>
            <p:nvPr/>
          </p:nvSpPr>
          <p:spPr>
            <a:xfrm>
              <a:off x="5529700" y="2896925"/>
              <a:ext cx="3675" cy="4775"/>
            </a:xfrm>
            <a:custGeom>
              <a:avLst/>
              <a:gdLst/>
              <a:ahLst/>
              <a:cxnLst/>
              <a:rect l="l" t="t" r="r" b="b"/>
              <a:pathLst>
                <a:path w="147" h="191" extrusionOk="0">
                  <a:moveTo>
                    <a:pt x="41" y="0"/>
                  </a:moveTo>
                  <a:cubicBezTo>
                    <a:pt x="17" y="0"/>
                    <a:pt x="1" y="19"/>
                    <a:pt x="1" y="53"/>
                  </a:cubicBezTo>
                  <a:cubicBezTo>
                    <a:pt x="3" y="104"/>
                    <a:pt x="31" y="151"/>
                    <a:pt x="73" y="180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2"/>
                    <a:pt x="147" y="138"/>
                  </a:cubicBezTo>
                  <a:cubicBezTo>
                    <a:pt x="144" y="86"/>
                    <a:pt x="118" y="38"/>
                    <a:pt x="73" y="10"/>
                  </a:cubicBezTo>
                  <a:cubicBezTo>
                    <a:pt x="61" y="4"/>
                    <a:pt x="50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61;p55">
              <a:extLst>
                <a:ext uri="{FF2B5EF4-FFF2-40B4-BE49-F238E27FC236}">
                  <a16:creationId xmlns:a16="http://schemas.microsoft.com/office/drawing/2014/main" id="{A2C61718-9648-47A1-9C00-336803646A42}"/>
                </a:ext>
              </a:extLst>
            </p:cNvPr>
            <p:cNvSpPr/>
            <p:nvPr/>
          </p:nvSpPr>
          <p:spPr>
            <a:xfrm>
              <a:off x="5538775" y="2902150"/>
              <a:ext cx="3725" cy="4800"/>
            </a:xfrm>
            <a:custGeom>
              <a:avLst/>
              <a:gdLst/>
              <a:ahLst/>
              <a:cxnLst/>
              <a:rect l="l" t="t" r="r" b="b"/>
              <a:pathLst>
                <a:path w="149" h="192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5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5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62;p55">
              <a:extLst>
                <a:ext uri="{FF2B5EF4-FFF2-40B4-BE49-F238E27FC236}">
                  <a16:creationId xmlns:a16="http://schemas.microsoft.com/office/drawing/2014/main" id="{ADC60CF9-BF38-49FD-8391-19B592BA89BD}"/>
                </a:ext>
              </a:extLst>
            </p:cNvPr>
            <p:cNvSpPr/>
            <p:nvPr/>
          </p:nvSpPr>
          <p:spPr>
            <a:xfrm>
              <a:off x="5363475" y="2810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7" y="0"/>
                    <a:pt x="0" y="20"/>
                    <a:pt x="0" y="52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63;p55">
              <a:extLst>
                <a:ext uri="{FF2B5EF4-FFF2-40B4-BE49-F238E27FC236}">
                  <a16:creationId xmlns:a16="http://schemas.microsoft.com/office/drawing/2014/main" id="{B6E11A93-198B-40B2-931A-ABE3740C2C62}"/>
                </a:ext>
              </a:extLst>
            </p:cNvPr>
            <p:cNvSpPr/>
            <p:nvPr/>
          </p:nvSpPr>
          <p:spPr>
            <a:xfrm>
              <a:off x="5372550" y="28154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19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64;p55">
              <a:extLst>
                <a:ext uri="{FF2B5EF4-FFF2-40B4-BE49-F238E27FC236}">
                  <a16:creationId xmlns:a16="http://schemas.microsoft.com/office/drawing/2014/main" id="{874B0680-8E71-4F25-B30F-6947555EC800}"/>
                </a:ext>
              </a:extLst>
            </p:cNvPr>
            <p:cNvSpPr/>
            <p:nvPr/>
          </p:nvSpPr>
          <p:spPr>
            <a:xfrm>
              <a:off x="5381650" y="2820675"/>
              <a:ext cx="3675" cy="4750"/>
            </a:xfrm>
            <a:custGeom>
              <a:avLst/>
              <a:gdLst/>
              <a:ahLst/>
              <a:cxnLst/>
              <a:rect l="l" t="t" r="r" b="b"/>
              <a:pathLst>
                <a:path w="147" h="190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0" y="190"/>
                    <a:pt x="147" y="171"/>
                    <a:pt x="147" y="138"/>
                  </a:cubicBezTo>
                  <a:cubicBezTo>
                    <a:pt x="144" y="86"/>
                    <a:pt x="116" y="38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65;p55">
              <a:extLst>
                <a:ext uri="{FF2B5EF4-FFF2-40B4-BE49-F238E27FC236}">
                  <a16:creationId xmlns:a16="http://schemas.microsoft.com/office/drawing/2014/main" id="{C232A56D-C1AB-4D5D-ACA6-E286899B8F2C}"/>
                </a:ext>
              </a:extLst>
            </p:cNvPr>
            <p:cNvSpPr/>
            <p:nvPr/>
          </p:nvSpPr>
          <p:spPr>
            <a:xfrm>
              <a:off x="5390725" y="282590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66;p55">
              <a:extLst>
                <a:ext uri="{FF2B5EF4-FFF2-40B4-BE49-F238E27FC236}">
                  <a16:creationId xmlns:a16="http://schemas.microsoft.com/office/drawing/2014/main" id="{8C17C356-EC06-4194-B863-99F24D56D118}"/>
                </a:ext>
              </a:extLst>
            </p:cNvPr>
            <p:cNvSpPr/>
            <p:nvPr/>
          </p:nvSpPr>
          <p:spPr>
            <a:xfrm>
              <a:off x="5399825" y="28311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2" y="105"/>
                    <a:pt x="30" y="152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67;p55">
              <a:extLst>
                <a:ext uri="{FF2B5EF4-FFF2-40B4-BE49-F238E27FC236}">
                  <a16:creationId xmlns:a16="http://schemas.microsoft.com/office/drawing/2014/main" id="{BE829107-B9A6-443D-A026-1BEF76FFE358}"/>
                </a:ext>
              </a:extLst>
            </p:cNvPr>
            <p:cNvSpPr/>
            <p:nvPr/>
          </p:nvSpPr>
          <p:spPr>
            <a:xfrm>
              <a:off x="5408900" y="28364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768;p55">
              <a:extLst>
                <a:ext uri="{FF2B5EF4-FFF2-40B4-BE49-F238E27FC236}">
                  <a16:creationId xmlns:a16="http://schemas.microsoft.com/office/drawing/2014/main" id="{6E65CC78-F35B-42F5-89E7-047C5236B30F}"/>
                </a:ext>
              </a:extLst>
            </p:cNvPr>
            <p:cNvSpPr/>
            <p:nvPr/>
          </p:nvSpPr>
          <p:spPr>
            <a:xfrm>
              <a:off x="5418000" y="28416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69;p55">
              <a:extLst>
                <a:ext uri="{FF2B5EF4-FFF2-40B4-BE49-F238E27FC236}">
                  <a16:creationId xmlns:a16="http://schemas.microsoft.com/office/drawing/2014/main" id="{BCFBDF97-45A0-4602-8EF3-A1E9DC9965CC}"/>
                </a:ext>
              </a:extLst>
            </p:cNvPr>
            <p:cNvSpPr/>
            <p:nvPr/>
          </p:nvSpPr>
          <p:spPr>
            <a:xfrm>
              <a:off x="5427050" y="284687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2" y="1"/>
                  </a:moveTo>
                  <a:cubicBezTo>
                    <a:pt x="18" y="1"/>
                    <a:pt x="1" y="20"/>
                    <a:pt x="1" y="54"/>
                  </a:cubicBezTo>
                  <a:cubicBezTo>
                    <a:pt x="4" y="105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5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770;p55">
              <a:extLst>
                <a:ext uri="{FF2B5EF4-FFF2-40B4-BE49-F238E27FC236}">
                  <a16:creationId xmlns:a16="http://schemas.microsoft.com/office/drawing/2014/main" id="{8FD6D193-8752-4825-B98B-A827216BEB59}"/>
                </a:ext>
              </a:extLst>
            </p:cNvPr>
            <p:cNvSpPr/>
            <p:nvPr/>
          </p:nvSpPr>
          <p:spPr>
            <a:xfrm>
              <a:off x="5363225" y="28007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8" y="1"/>
                    <a:pt x="0" y="20"/>
                    <a:pt x="0" y="52"/>
                  </a:cubicBezTo>
                  <a:cubicBezTo>
                    <a:pt x="4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771;p55">
              <a:extLst>
                <a:ext uri="{FF2B5EF4-FFF2-40B4-BE49-F238E27FC236}">
                  <a16:creationId xmlns:a16="http://schemas.microsoft.com/office/drawing/2014/main" id="{6130CD00-47D5-4CF3-8518-C7C1E221DA89}"/>
                </a:ext>
              </a:extLst>
            </p:cNvPr>
            <p:cNvSpPr/>
            <p:nvPr/>
          </p:nvSpPr>
          <p:spPr>
            <a:xfrm>
              <a:off x="5372325" y="28059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4" y="86"/>
                    <a:pt x="118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772;p55">
              <a:extLst>
                <a:ext uri="{FF2B5EF4-FFF2-40B4-BE49-F238E27FC236}">
                  <a16:creationId xmlns:a16="http://schemas.microsoft.com/office/drawing/2014/main" id="{B2BA14AC-4524-4BFF-B4BD-6CE3464F711A}"/>
                </a:ext>
              </a:extLst>
            </p:cNvPr>
            <p:cNvSpPr/>
            <p:nvPr/>
          </p:nvSpPr>
          <p:spPr>
            <a:xfrm>
              <a:off x="5381400" y="281120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1"/>
                    <a:pt x="75" y="180"/>
                  </a:cubicBezTo>
                  <a:cubicBezTo>
                    <a:pt x="87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8"/>
                    <a:pt x="75" y="10"/>
                  </a:cubicBezTo>
                  <a:cubicBezTo>
                    <a:pt x="63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773;p55">
              <a:extLst>
                <a:ext uri="{FF2B5EF4-FFF2-40B4-BE49-F238E27FC236}">
                  <a16:creationId xmlns:a16="http://schemas.microsoft.com/office/drawing/2014/main" id="{04EF508F-B88A-459D-BBB7-B819B759DA37}"/>
                </a:ext>
              </a:extLst>
            </p:cNvPr>
            <p:cNvSpPr/>
            <p:nvPr/>
          </p:nvSpPr>
          <p:spPr>
            <a:xfrm>
              <a:off x="5390500" y="28164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0" y="1"/>
                  </a:moveTo>
                  <a:cubicBezTo>
                    <a:pt x="16" y="1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9"/>
                  </a:cubicBezTo>
                  <a:cubicBezTo>
                    <a:pt x="145" y="87"/>
                    <a:pt x="117" y="39"/>
                    <a:pt x="74" y="11"/>
                  </a:cubicBezTo>
                  <a:cubicBezTo>
                    <a:pt x="62" y="4"/>
                    <a:pt x="50" y="1"/>
                    <a:pt x="40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774;p55">
              <a:extLst>
                <a:ext uri="{FF2B5EF4-FFF2-40B4-BE49-F238E27FC236}">
                  <a16:creationId xmlns:a16="http://schemas.microsoft.com/office/drawing/2014/main" id="{8D8727C8-2EED-48A9-BD31-2E1CE1F5E249}"/>
                </a:ext>
              </a:extLst>
            </p:cNvPr>
            <p:cNvSpPr/>
            <p:nvPr/>
          </p:nvSpPr>
          <p:spPr>
            <a:xfrm>
              <a:off x="5399575" y="28216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775;p55">
              <a:extLst>
                <a:ext uri="{FF2B5EF4-FFF2-40B4-BE49-F238E27FC236}">
                  <a16:creationId xmlns:a16="http://schemas.microsoft.com/office/drawing/2014/main" id="{A91B0C0D-C50A-45F3-9426-9DBD23E15D87}"/>
                </a:ext>
              </a:extLst>
            </p:cNvPr>
            <p:cNvSpPr/>
            <p:nvPr/>
          </p:nvSpPr>
          <p:spPr>
            <a:xfrm>
              <a:off x="5408650" y="28269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776;p55">
              <a:extLst>
                <a:ext uri="{FF2B5EF4-FFF2-40B4-BE49-F238E27FC236}">
                  <a16:creationId xmlns:a16="http://schemas.microsoft.com/office/drawing/2014/main" id="{DBA46A9F-BA65-4297-94EF-059EE8467A0F}"/>
                </a:ext>
              </a:extLst>
            </p:cNvPr>
            <p:cNvSpPr/>
            <p:nvPr/>
          </p:nvSpPr>
          <p:spPr>
            <a:xfrm>
              <a:off x="5417725" y="2832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0"/>
                  </a:cubicBezTo>
                  <a:cubicBezTo>
                    <a:pt x="86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3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777;p55">
              <a:extLst>
                <a:ext uri="{FF2B5EF4-FFF2-40B4-BE49-F238E27FC236}">
                  <a16:creationId xmlns:a16="http://schemas.microsoft.com/office/drawing/2014/main" id="{92FB1C77-7FD7-4F9E-972B-3BFF84E10232}"/>
                </a:ext>
              </a:extLst>
            </p:cNvPr>
            <p:cNvSpPr/>
            <p:nvPr/>
          </p:nvSpPr>
          <p:spPr>
            <a:xfrm>
              <a:off x="5426850" y="2837400"/>
              <a:ext cx="3675" cy="4800"/>
            </a:xfrm>
            <a:custGeom>
              <a:avLst/>
              <a:gdLst/>
              <a:ahLst/>
              <a:cxnLst/>
              <a:rect l="l" t="t" r="r" b="b"/>
              <a:pathLst>
                <a:path w="147" h="192" extrusionOk="0">
                  <a:moveTo>
                    <a:pt x="41" y="1"/>
                  </a:moveTo>
                  <a:cubicBezTo>
                    <a:pt x="17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0" y="191"/>
                    <a:pt x="146" y="172"/>
                    <a:pt x="146" y="139"/>
                  </a:cubicBezTo>
                  <a:cubicBezTo>
                    <a:pt x="144" y="87"/>
                    <a:pt x="116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778;p55">
              <a:extLst>
                <a:ext uri="{FF2B5EF4-FFF2-40B4-BE49-F238E27FC236}">
                  <a16:creationId xmlns:a16="http://schemas.microsoft.com/office/drawing/2014/main" id="{758D2B60-DE82-4EE1-AA09-4DAF81B6A957}"/>
                </a:ext>
              </a:extLst>
            </p:cNvPr>
            <p:cNvSpPr/>
            <p:nvPr/>
          </p:nvSpPr>
          <p:spPr>
            <a:xfrm>
              <a:off x="5438675" y="2848000"/>
              <a:ext cx="29650" cy="20275"/>
            </a:xfrm>
            <a:custGeom>
              <a:avLst/>
              <a:gdLst/>
              <a:ahLst/>
              <a:cxnLst/>
              <a:rect l="l" t="t" r="r" b="b"/>
              <a:pathLst>
                <a:path w="1186" h="811" extrusionOk="0">
                  <a:moveTo>
                    <a:pt x="0" y="1"/>
                  </a:moveTo>
                  <a:lnTo>
                    <a:pt x="0" y="127"/>
                  </a:lnTo>
                  <a:lnTo>
                    <a:pt x="1184" y="810"/>
                  </a:lnTo>
                  <a:lnTo>
                    <a:pt x="1185" y="6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779;p55">
              <a:extLst>
                <a:ext uri="{FF2B5EF4-FFF2-40B4-BE49-F238E27FC236}">
                  <a16:creationId xmlns:a16="http://schemas.microsoft.com/office/drawing/2014/main" id="{E1B81865-44C6-41DA-AD08-4F97B661556E}"/>
                </a:ext>
              </a:extLst>
            </p:cNvPr>
            <p:cNvSpPr/>
            <p:nvPr/>
          </p:nvSpPr>
          <p:spPr>
            <a:xfrm>
              <a:off x="5340275" y="2785800"/>
              <a:ext cx="15675" cy="20175"/>
            </a:xfrm>
            <a:custGeom>
              <a:avLst/>
              <a:gdLst/>
              <a:ahLst/>
              <a:cxnLst/>
              <a:rect l="l" t="t" r="r" b="b"/>
              <a:pathLst>
                <a:path w="627" h="807" extrusionOk="0">
                  <a:moveTo>
                    <a:pt x="174" y="0"/>
                  </a:moveTo>
                  <a:cubicBezTo>
                    <a:pt x="72" y="0"/>
                    <a:pt x="2" y="82"/>
                    <a:pt x="0" y="224"/>
                  </a:cubicBezTo>
                  <a:cubicBezTo>
                    <a:pt x="0" y="422"/>
                    <a:pt x="140" y="665"/>
                    <a:pt x="314" y="763"/>
                  </a:cubicBezTo>
                  <a:cubicBezTo>
                    <a:pt x="331" y="774"/>
                    <a:pt x="349" y="782"/>
                    <a:pt x="368" y="788"/>
                  </a:cubicBezTo>
                  <a:cubicBezTo>
                    <a:pt x="399" y="800"/>
                    <a:pt x="428" y="806"/>
                    <a:pt x="455" y="806"/>
                  </a:cubicBezTo>
                  <a:cubicBezTo>
                    <a:pt x="556" y="806"/>
                    <a:pt x="626" y="724"/>
                    <a:pt x="626" y="583"/>
                  </a:cubicBezTo>
                  <a:cubicBezTo>
                    <a:pt x="626" y="416"/>
                    <a:pt x="526" y="216"/>
                    <a:pt x="391" y="99"/>
                  </a:cubicBezTo>
                  <a:cubicBezTo>
                    <a:pt x="367" y="78"/>
                    <a:pt x="342" y="58"/>
                    <a:pt x="314" y="43"/>
                  </a:cubicBezTo>
                  <a:cubicBezTo>
                    <a:pt x="264" y="14"/>
                    <a:pt x="216" y="0"/>
                    <a:pt x="174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780;p55">
              <a:extLst>
                <a:ext uri="{FF2B5EF4-FFF2-40B4-BE49-F238E27FC236}">
                  <a16:creationId xmlns:a16="http://schemas.microsoft.com/office/drawing/2014/main" id="{903B0461-77CC-4B57-B570-AE9F8D09E4B2}"/>
                </a:ext>
              </a:extLst>
            </p:cNvPr>
            <p:cNvSpPr/>
            <p:nvPr/>
          </p:nvSpPr>
          <p:spPr>
            <a:xfrm>
              <a:off x="5343650" y="2787850"/>
              <a:ext cx="12300" cy="18125"/>
            </a:xfrm>
            <a:custGeom>
              <a:avLst/>
              <a:gdLst/>
              <a:ahLst/>
              <a:cxnLst/>
              <a:rect l="l" t="t" r="r" b="b"/>
              <a:pathLst>
                <a:path w="492" h="725" extrusionOk="0">
                  <a:moveTo>
                    <a:pt x="172" y="1"/>
                  </a:moveTo>
                  <a:cubicBezTo>
                    <a:pt x="71" y="1"/>
                    <a:pt x="0" y="83"/>
                    <a:pt x="0" y="224"/>
                  </a:cubicBezTo>
                  <a:cubicBezTo>
                    <a:pt x="0" y="389"/>
                    <a:pt x="99" y="588"/>
                    <a:pt x="233" y="706"/>
                  </a:cubicBezTo>
                  <a:cubicBezTo>
                    <a:pt x="264" y="718"/>
                    <a:pt x="293" y="724"/>
                    <a:pt x="320" y="724"/>
                  </a:cubicBezTo>
                  <a:cubicBezTo>
                    <a:pt x="421" y="724"/>
                    <a:pt x="491" y="642"/>
                    <a:pt x="491" y="501"/>
                  </a:cubicBezTo>
                  <a:cubicBezTo>
                    <a:pt x="491" y="335"/>
                    <a:pt x="391" y="134"/>
                    <a:pt x="256" y="17"/>
                  </a:cubicBezTo>
                  <a:cubicBezTo>
                    <a:pt x="227" y="6"/>
                    <a:pt x="198" y="1"/>
                    <a:pt x="172" y="1"/>
                  </a:cubicBezTo>
                  <a:close/>
                </a:path>
              </a:pathLst>
            </a:custGeom>
            <a:solidFill>
              <a:srgbClr val="244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89707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"/>
          <p:cNvSpPr/>
          <p:nvPr/>
        </p:nvSpPr>
        <p:spPr>
          <a:xfrm>
            <a:off x="2564873" y="1556850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5238723" y="1556800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7" name="Google Shape;577;p33"/>
          <p:cNvGrpSpPr/>
          <p:nvPr/>
        </p:nvGrpSpPr>
        <p:grpSpPr>
          <a:xfrm>
            <a:off x="5477715" y="1747751"/>
            <a:ext cx="536967" cy="577794"/>
            <a:chOff x="1486550" y="2579925"/>
            <a:chExt cx="341300" cy="367250"/>
          </a:xfrm>
        </p:grpSpPr>
        <p:sp>
          <p:nvSpPr>
            <p:cNvPr id="578" name="Google Shape;578;p33"/>
            <p:cNvSpPr/>
            <p:nvPr/>
          </p:nvSpPr>
          <p:spPr>
            <a:xfrm>
              <a:off x="1487550" y="2579925"/>
              <a:ext cx="340300" cy="367250"/>
            </a:xfrm>
            <a:custGeom>
              <a:avLst/>
              <a:gdLst/>
              <a:ahLst/>
              <a:cxnLst/>
              <a:rect l="l" t="t" r="r" b="b"/>
              <a:pathLst>
                <a:path w="13612" h="14690" extrusionOk="0">
                  <a:moveTo>
                    <a:pt x="5999" y="1"/>
                  </a:moveTo>
                  <a:cubicBezTo>
                    <a:pt x="5972" y="1"/>
                    <a:pt x="5948" y="7"/>
                    <a:pt x="5927" y="19"/>
                  </a:cubicBezTo>
                  <a:lnTo>
                    <a:pt x="5798" y="93"/>
                  </a:lnTo>
                  <a:cubicBezTo>
                    <a:pt x="5749" y="122"/>
                    <a:pt x="5718" y="183"/>
                    <a:pt x="5718" y="271"/>
                  </a:cubicBezTo>
                  <a:lnTo>
                    <a:pt x="5700" y="6421"/>
                  </a:lnTo>
                  <a:cubicBezTo>
                    <a:pt x="5700" y="6596"/>
                    <a:pt x="5821" y="6806"/>
                    <a:pt x="5972" y="6895"/>
                  </a:cubicBezTo>
                  <a:cubicBezTo>
                    <a:pt x="5897" y="6854"/>
                    <a:pt x="5800" y="6834"/>
                    <a:pt x="5704" y="6834"/>
                  </a:cubicBezTo>
                  <a:cubicBezTo>
                    <a:pt x="5605" y="6834"/>
                    <a:pt x="5506" y="6856"/>
                    <a:pt x="5430" y="6900"/>
                  </a:cubicBezTo>
                  <a:lnTo>
                    <a:pt x="113" y="9991"/>
                  </a:lnTo>
                  <a:cubicBezTo>
                    <a:pt x="37" y="10034"/>
                    <a:pt x="1" y="10092"/>
                    <a:pt x="1" y="10149"/>
                  </a:cubicBezTo>
                  <a:lnTo>
                    <a:pt x="1" y="10298"/>
                  </a:lnTo>
                  <a:cubicBezTo>
                    <a:pt x="1" y="10355"/>
                    <a:pt x="39" y="10413"/>
                    <a:pt x="116" y="10458"/>
                  </a:cubicBezTo>
                  <a:lnTo>
                    <a:pt x="7327" y="14623"/>
                  </a:lnTo>
                  <a:cubicBezTo>
                    <a:pt x="7404" y="14667"/>
                    <a:pt x="7504" y="14689"/>
                    <a:pt x="7603" y="14689"/>
                  </a:cubicBezTo>
                  <a:cubicBezTo>
                    <a:pt x="7703" y="14689"/>
                    <a:pt x="7802" y="14667"/>
                    <a:pt x="7878" y="14623"/>
                  </a:cubicBezTo>
                  <a:lnTo>
                    <a:pt x="13195" y="11533"/>
                  </a:lnTo>
                  <a:cubicBezTo>
                    <a:pt x="13271" y="11489"/>
                    <a:pt x="13308" y="11432"/>
                    <a:pt x="13308" y="11373"/>
                  </a:cubicBezTo>
                  <a:lnTo>
                    <a:pt x="13308" y="11231"/>
                  </a:lnTo>
                  <a:cubicBezTo>
                    <a:pt x="13311" y="11174"/>
                    <a:pt x="13275" y="11115"/>
                    <a:pt x="13202" y="11071"/>
                  </a:cubicBezTo>
                  <a:lnTo>
                    <a:pt x="13202" y="11071"/>
                  </a:lnTo>
                  <a:cubicBezTo>
                    <a:pt x="13241" y="11091"/>
                    <a:pt x="13278" y="11101"/>
                    <a:pt x="13312" y="11101"/>
                  </a:cubicBezTo>
                  <a:cubicBezTo>
                    <a:pt x="13339" y="11101"/>
                    <a:pt x="13364" y="11094"/>
                    <a:pt x="13385" y="11082"/>
                  </a:cubicBezTo>
                  <a:lnTo>
                    <a:pt x="13385" y="11082"/>
                  </a:lnTo>
                  <a:cubicBezTo>
                    <a:pt x="13385" y="11082"/>
                    <a:pt x="13385" y="11083"/>
                    <a:pt x="13384" y="11083"/>
                  </a:cubicBezTo>
                  <a:lnTo>
                    <a:pt x="13513" y="11008"/>
                  </a:lnTo>
                  <a:cubicBezTo>
                    <a:pt x="13563" y="10979"/>
                    <a:pt x="13593" y="10917"/>
                    <a:pt x="13593" y="10831"/>
                  </a:cubicBezTo>
                  <a:lnTo>
                    <a:pt x="13612" y="4680"/>
                  </a:lnTo>
                  <a:cubicBezTo>
                    <a:pt x="13612" y="4505"/>
                    <a:pt x="13489" y="4293"/>
                    <a:pt x="13337" y="4204"/>
                  </a:cubicBezTo>
                  <a:lnTo>
                    <a:pt x="6124" y="39"/>
                  </a:lnTo>
                  <a:cubicBezTo>
                    <a:pt x="6079" y="13"/>
                    <a:pt x="6036" y="1"/>
                    <a:pt x="5999" y="1"/>
                  </a:cubicBez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1822175" y="2850700"/>
              <a:ext cx="5225" cy="6325"/>
            </a:xfrm>
            <a:custGeom>
              <a:avLst/>
              <a:gdLst/>
              <a:ahLst/>
              <a:cxnLst/>
              <a:rect l="l" t="t" r="r" b="b"/>
              <a:pathLst>
                <a:path w="209" h="253" extrusionOk="0">
                  <a:moveTo>
                    <a:pt x="208" y="0"/>
                  </a:moveTo>
                  <a:lnTo>
                    <a:pt x="81" y="74"/>
                  </a:lnTo>
                  <a:cubicBezTo>
                    <a:pt x="81" y="161"/>
                    <a:pt x="50" y="223"/>
                    <a:pt x="1" y="252"/>
                  </a:cubicBezTo>
                  <a:lnTo>
                    <a:pt x="128" y="177"/>
                  </a:lnTo>
                  <a:cubicBezTo>
                    <a:pt x="178" y="148"/>
                    <a:pt x="208" y="88"/>
                    <a:pt x="208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1824175" y="2696900"/>
              <a:ext cx="3675" cy="155650"/>
            </a:xfrm>
            <a:custGeom>
              <a:avLst/>
              <a:gdLst/>
              <a:ahLst/>
              <a:cxnLst/>
              <a:rect l="l" t="t" r="r" b="b"/>
              <a:pathLst>
                <a:path w="147" h="6226" extrusionOk="0">
                  <a:moveTo>
                    <a:pt x="147" y="1"/>
                  </a:moveTo>
                  <a:lnTo>
                    <a:pt x="18" y="76"/>
                  </a:lnTo>
                  <a:lnTo>
                    <a:pt x="1" y="6226"/>
                  </a:lnTo>
                  <a:lnTo>
                    <a:pt x="128" y="6152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1637400" y="2580875"/>
              <a:ext cx="183550" cy="106000"/>
            </a:xfrm>
            <a:custGeom>
              <a:avLst/>
              <a:gdLst/>
              <a:ahLst/>
              <a:cxnLst/>
              <a:rect l="l" t="t" r="r" b="b"/>
              <a:pathLst>
                <a:path w="7342" h="4240" extrusionOk="0">
                  <a:moveTo>
                    <a:pt x="130" y="1"/>
                  </a:moveTo>
                  <a:lnTo>
                    <a:pt x="1" y="75"/>
                  </a:lnTo>
                  <a:lnTo>
                    <a:pt x="7214" y="4239"/>
                  </a:lnTo>
                  <a:lnTo>
                    <a:pt x="7341" y="416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1817725" y="2685000"/>
              <a:ext cx="10125" cy="13825"/>
            </a:xfrm>
            <a:custGeom>
              <a:avLst/>
              <a:gdLst/>
              <a:ahLst/>
              <a:cxnLst/>
              <a:rect l="l" t="t" r="r" b="b"/>
              <a:pathLst>
                <a:path w="405" h="553" extrusionOk="0">
                  <a:moveTo>
                    <a:pt x="128" y="1"/>
                  </a:moveTo>
                  <a:lnTo>
                    <a:pt x="1" y="74"/>
                  </a:lnTo>
                  <a:cubicBezTo>
                    <a:pt x="153" y="164"/>
                    <a:pt x="277" y="377"/>
                    <a:pt x="276" y="552"/>
                  </a:cubicBezTo>
                  <a:lnTo>
                    <a:pt x="405" y="477"/>
                  </a:lnTo>
                  <a:cubicBezTo>
                    <a:pt x="405" y="302"/>
                    <a:pt x="282" y="88"/>
                    <a:pt x="128" y="1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1630050" y="2581800"/>
              <a:ext cx="194625" cy="275650"/>
            </a:xfrm>
            <a:custGeom>
              <a:avLst/>
              <a:gdLst/>
              <a:ahLst/>
              <a:cxnLst/>
              <a:rect l="l" t="t" r="r" b="b"/>
              <a:pathLst>
                <a:path w="7785" h="11026" extrusionOk="0">
                  <a:moveTo>
                    <a:pt x="172" y="0"/>
                  </a:moveTo>
                  <a:cubicBezTo>
                    <a:pt x="81" y="0"/>
                    <a:pt x="18" y="72"/>
                    <a:pt x="18" y="196"/>
                  </a:cubicBezTo>
                  <a:lnTo>
                    <a:pt x="2" y="6346"/>
                  </a:lnTo>
                  <a:cubicBezTo>
                    <a:pt x="0" y="6521"/>
                    <a:pt x="123" y="6734"/>
                    <a:pt x="277" y="6823"/>
                  </a:cubicBezTo>
                  <a:lnTo>
                    <a:pt x="7489" y="10988"/>
                  </a:lnTo>
                  <a:cubicBezTo>
                    <a:pt x="7534" y="11014"/>
                    <a:pt x="7575" y="11026"/>
                    <a:pt x="7613" y="11026"/>
                  </a:cubicBezTo>
                  <a:cubicBezTo>
                    <a:pt x="7703" y="11026"/>
                    <a:pt x="7766" y="10954"/>
                    <a:pt x="7766" y="10830"/>
                  </a:cubicBezTo>
                  <a:lnTo>
                    <a:pt x="7783" y="4680"/>
                  </a:lnTo>
                  <a:cubicBezTo>
                    <a:pt x="7784" y="4505"/>
                    <a:pt x="7660" y="4292"/>
                    <a:pt x="7508" y="4202"/>
                  </a:cubicBezTo>
                  <a:lnTo>
                    <a:pt x="295" y="38"/>
                  </a:lnTo>
                  <a:cubicBezTo>
                    <a:pt x="251" y="12"/>
                    <a:pt x="209" y="0"/>
                    <a:pt x="172" y="0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1487500" y="2833625"/>
              <a:ext cx="2925" cy="7750"/>
            </a:xfrm>
            <a:custGeom>
              <a:avLst/>
              <a:gdLst/>
              <a:ahLst/>
              <a:cxnLst/>
              <a:rect l="l" t="t" r="r" b="b"/>
              <a:pathLst>
                <a:path w="117" h="310" extrusionOk="0">
                  <a:moveTo>
                    <a:pt x="1" y="1"/>
                  </a:moveTo>
                  <a:lnTo>
                    <a:pt x="1" y="148"/>
                  </a:lnTo>
                  <a:cubicBezTo>
                    <a:pt x="1" y="207"/>
                    <a:pt x="39" y="265"/>
                    <a:pt x="116" y="310"/>
                  </a:cubicBezTo>
                  <a:lnTo>
                    <a:pt x="116" y="161"/>
                  </a:lnTo>
                  <a:cubicBezTo>
                    <a:pt x="39" y="118"/>
                    <a:pt x="1" y="58"/>
                    <a:pt x="1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1817425" y="2860550"/>
              <a:ext cx="2875" cy="7725"/>
            </a:xfrm>
            <a:custGeom>
              <a:avLst/>
              <a:gdLst/>
              <a:ahLst/>
              <a:cxnLst/>
              <a:rect l="l" t="t" r="r" b="b"/>
              <a:pathLst>
                <a:path w="115" h="309" extrusionOk="0">
                  <a:moveTo>
                    <a:pt x="114" y="1"/>
                  </a:moveTo>
                  <a:cubicBezTo>
                    <a:pt x="114" y="58"/>
                    <a:pt x="76" y="116"/>
                    <a:pt x="0" y="159"/>
                  </a:cubicBezTo>
                  <a:lnTo>
                    <a:pt x="0" y="308"/>
                  </a:lnTo>
                  <a:cubicBezTo>
                    <a:pt x="76" y="265"/>
                    <a:pt x="114" y="207"/>
                    <a:pt x="114" y="150"/>
                  </a:cubicBezTo>
                  <a:lnTo>
                    <a:pt x="114" y="1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1684450" y="2864525"/>
              <a:ext cx="133000" cy="80975"/>
            </a:xfrm>
            <a:custGeom>
              <a:avLst/>
              <a:gdLst/>
              <a:ahLst/>
              <a:cxnLst/>
              <a:rect l="l" t="t" r="r" b="b"/>
              <a:pathLst>
                <a:path w="5320" h="3239" extrusionOk="0">
                  <a:moveTo>
                    <a:pt x="5319" y="0"/>
                  </a:moveTo>
                  <a:lnTo>
                    <a:pt x="2" y="3091"/>
                  </a:lnTo>
                  <a:lnTo>
                    <a:pt x="1" y="3239"/>
                  </a:lnTo>
                  <a:lnTo>
                    <a:pt x="1" y="3239"/>
                  </a:lnTo>
                  <a:lnTo>
                    <a:pt x="5319" y="149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1490400" y="2837625"/>
              <a:ext cx="180325" cy="107875"/>
            </a:xfrm>
            <a:custGeom>
              <a:avLst/>
              <a:gdLst/>
              <a:ahLst/>
              <a:cxnLst/>
              <a:rect l="l" t="t" r="r" b="b"/>
              <a:pathLst>
                <a:path w="7213" h="4315" extrusionOk="0">
                  <a:moveTo>
                    <a:pt x="0" y="1"/>
                  </a:moveTo>
                  <a:lnTo>
                    <a:pt x="0" y="150"/>
                  </a:lnTo>
                  <a:lnTo>
                    <a:pt x="7213" y="4315"/>
                  </a:lnTo>
                  <a:lnTo>
                    <a:pt x="7213" y="41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1670700" y="2941800"/>
              <a:ext cx="13825" cy="5350"/>
            </a:xfrm>
            <a:custGeom>
              <a:avLst/>
              <a:gdLst/>
              <a:ahLst/>
              <a:cxnLst/>
              <a:rect l="l" t="t" r="r" b="b"/>
              <a:pathLst>
                <a:path w="553" h="214" extrusionOk="0">
                  <a:moveTo>
                    <a:pt x="1" y="0"/>
                  </a:moveTo>
                  <a:lnTo>
                    <a:pt x="1" y="148"/>
                  </a:lnTo>
                  <a:cubicBezTo>
                    <a:pt x="78" y="191"/>
                    <a:pt x="178" y="213"/>
                    <a:pt x="277" y="213"/>
                  </a:cubicBezTo>
                  <a:cubicBezTo>
                    <a:pt x="377" y="213"/>
                    <a:pt x="476" y="191"/>
                    <a:pt x="552" y="148"/>
                  </a:cubicBezTo>
                  <a:lnTo>
                    <a:pt x="552" y="0"/>
                  </a:lnTo>
                  <a:cubicBezTo>
                    <a:pt x="476" y="44"/>
                    <a:pt x="377" y="66"/>
                    <a:pt x="277" y="66"/>
                  </a:cubicBezTo>
                  <a:cubicBezTo>
                    <a:pt x="177" y="66"/>
                    <a:pt x="77" y="44"/>
                    <a:pt x="1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1486550" y="2750775"/>
              <a:ext cx="334700" cy="192675"/>
            </a:xfrm>
            <a:custGeom>
              <a:avLst/>
              <a:gdLst/>
              <a:ahLst/>
              <a:cxnLst/>
              <a:rect l="l" t="t" r="r" b="b"/>
              <a:pathLst>
                <a:path w="13388" h="7707" extrusionOk="0">
                  <a:moveTo>
                    <a:pt x="5746" y="0"/>
                  </a:moveTo>
                  <a:cubicBezTo>
                    <a:pt x="5646" y="0"/>
                    <a:pt x="5546" y="22"/>
                    <a:pt x="5471" y="66"/>
                  </a:cubicBezTo>
                  <a:lnTo>
                    <a:pt x="153" y="3157"/>
                  </a:lnTo>
                  <a:cubicBezTo>
                    <a:pt x="1" y="3244"/>
                    <a:pt x="1" y="3387"/>
                    <a:pt x="154" y="3475"/>
                  </a:cubicBezTo>
                  <a:lnTo>
                    <a:pt x="7367" y="7641"/>
                  </a:lnTo>
                  <a:cubicBezTo>
                    <a:pt x="7444" y="7685"/>
                    <a:pt x="7544" y="7707"/>
                    <a:pt x="7643" y="7707"/>
                  </a:cubicBezTo>
                  <a:cubicBezTo>
                    <a:pt x="7743" y="7707"/>
                    <a:pt x="7842" y="7685"/>
                    <a:pt x="7918" y="7641"/>
                  </a:cubicBezTo>
                  <a:lnTo>
                    <a:pt x="13235" y="4550"/>
                  </a:lnTo>
                  <a:cubicBezTo>
                    <a:pt x="13388" y="4463"/>
                    <a:pt x="13386" y="4320"/>
                    <a:pt x="13234" y="4232"/>
                  </a:cubicBezTo>
                  <a:lnTo>
                    <a:pt x="6021" y="66"/>
                  </a:lnTo>
                  <a:cubicBezTo>
                    <a:pt x="5945" y="22"/>
                    <a:pt x="5845" y="0"/>
                    <a:pt x="5746" y="0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1550300" y="2759175"/>
              <a:ext cx="256925" cy="147850"/>
            </a:xfrm>
            <a:custGeom>
              <a:avLst/>
              <a:gdLst/>
              <a:ahLst/>
              <a:cxnLst/>
              <a:rect l="l" t="t" r="r" b="b"/>
              <a:pathLst>
                <a:path w="10277" h="5914" extrusionOk="0">
                  <a:moveTo>
                    <a:pt x="3179" y="1"/>
                  </a:moveTo>
                  <a:cubicBezTo>
                    <a:pt x="3106" y="1"/>
                    <a:pt x="3033" y="17"/>
                    <a:pt x="2978" y="49"/>
                  </a:cubicBezTo>
                  <a:lnTo>
                    <a:pt x="111" y="1715"/>
                  </a:lnTo>
                  <a:cubicBezTo>
                    <a:pt x="1" y="1779"/>
                    <a:pt x="1" y="1884"/>
                    <a:pt x="111" y="1948"/>
                  </a:cubicBezTo>
                  <a:lnTo>
                    <a:pt x="6897" y="5866"/>
                  </a:lnTo>
                  <a:cubicBezTo>
                    <a:pt x="6953" y="5898"/>
                    <a:pt x="7026" y="5914"/>
                    <a:pt x="7099" y="5914"/>
                  </a:cubicBezTo>
                  <a:cubicBezTo>
                    <a:pt x="7172" y="5914"/>
                    <a:pt x="7244" y="5898"/>
                    <a:pt x="7300" y="5866"/>
                  </a:cubicBezTo>
                  <a:lnTo>
                    <a:pt x="10166" y="4199"/>
                  </a:lnTo>
                  <a:cubicBezTo>
                    <a:pt x="10277" y="4136"/>
                    <a:pt x="10277" y="4031"/>
                    <a:pt x="10165" y="3967"/>
                  </a:cubicBezTo>
                  <a:lnTo>
                    <a:pt x="10166" y="3967"/>
                  </a:lnTo>
                  <a:lnTo>
                    <a:pt x="3381" y="49"/>
                  </a:lnTo>
                  <a:cubicBezTo>
                    <a:pt x="3324" y="17"/>
                    <a:pt x="3251" y="1"/>
                    <a:pt x="3179" y="1"/>
                  </a:cubicBez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1554750" y="2841100"/>
              <a:ext cx="99625" cy="57125"/>
            </a:xfrm>
            <a:custGeom>
              <a:avLst/>
              <a:gdLst/>
              <a:ahLst/>
              <a:cxnLst/>
              <a:rect l="l" t="t" r="r" b="b"/>
              <a:pathLst>
                <a:path w="3985" h="2285" extrusionOk="0">
                  <a:moveTo>
                    <a:pt x="1694" y="0"/>
                  </a:moveTo>
                  <a:cubicBezTo>
                    <a:pt x="1647" y="0"/>
                    <a:pt x="1600" y="11"/>
                    <a:pt x="1557" y="32"/>
                  </a:cubicBezTo>
                  <a:lnTo>
                    <a:pt x="76" y="894"/>
                  </a:lnTo>
                  <a:cubicBezTo>
                    <a:pt x="1" y="937"/>
                    <a:pt x="1" y="1009"/>
                    <a:pt x="76" y="1052"/>
                  </a:cubicBezTo>
                  <a:lnTo>
                    <a:pt x="2155" y="2252"/>
                  </a:lnTo>
                  <a:cubicBezTo>
                    <a:pt x="2198" y="2274"/>
                    <a:pt x="2245" y="2284"/>
                    <a:pt x="2292" y="2284"/>
                  </a:cubicBezTo>
                  <a:cubicBezTo>
                    <a:pt x="2338" y="2284"/>
                    <a:pt x="2385" y="2274"/>
                    <a:pt x="2428" y="2252"/>
                  </a:cubicBezTo>
                  <a:lnTo>
                    <a:pt x="3909" y="1392"/>
                  </a:lnTo>
                  <a:cubicBezTo>
                    <a:pt x="3984" y="1347"/>
                    <a:pt x="3984" y="1277"/>
                    <a:pt x="3909" y="1234"/>
                  </a:cubicBezTo>
                  <a:lnTo>
                    <a:pt x="1831" y="32"/>
                  </a:lnTo>
                  <a:cubicBezTo>
                    <a:pt x="1788" y="11"/>
                    <a:pt x="1741" y="0"/>
                    <a:pt x="1694" y="0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1716600" y="2829175"/>
              <a:ext cx="77725" cy="48650"/>
            </a:xfrm>
            <a:custGeom>
              <a:avLst/>
              <a:gdLst/>
              <a:ahLst/>
              <a:cxnLst/>
              <a:rect l="l" t="t" r="r" b="b"/>
              <a:pathLst>
                <a:path w="3109" h="1946" extrusionOk="0">
                  <a:moveTo>
                    <a:pt x="1217" y="1"/>
                  </a:moveTo>
                  <a:lnTo>
                    <a:pt x="632" y="340"/>
                  </a:lnTo>
                  <a:lnTo>
                    <a:pt x="632" y="396"/>
                  </a:lnTo>
                  <a:lnTo>
                    <a:pt x="585" y="368"/>
                  </a:lnTo>
                  <a:lnTo>
                    <a:pt x="1" y="707"/>
                  </a:lnTo>
                  <a:lnTo>
                    <a:pt x="1" y="853"/>
                  </a:lnTo>
                  <a:lnTo>
                    <a:pt x="589" y="1193"/>
                  </a:lnTo>
                  <a:lnTo>
                    <a:pt x="652" y="1156"/>
                  </a:lnTo>
                  <a:lnTo>
                    <a:pt x="652" y="1230"/>
                  </a:lnTo>
                  <a:lnTo>
                    <a:pt x="1241" y="1569"/>
                  </a:lnTo>
                  <a:lnTo>
                    <a:pt x="1304" y="1532"/>
                  </a:lnTo>
                  <a:lnTo>
                    <a:pt x="1304" y="1606"/>
                  </a:lnTo>
                  <a:lnTo>
                    <a:pt x="1892" y="1946"/>
                  </a:lnTo>
                  <a:lnTo>
                    <a:pt x="2476" y="1606"/>
                  </a:lnTo>
                  <a:lnTo>
                    <a:pt x="2476" y="1551"/>
                  </a:lnTo>
                  <a:lnTo>
                    <a:pt x="2523" y="1579"/>
                  </a:lnTo>
                  <a:lnTo>
                    <a:pt x="3107" y="1239"/>
                  </a:lnTo>
                  <a:lnTo>
                    <a:pt x="3109" y="1093"/>
                  </a:lnTo>
                  <a:lnTo>
                    <a:pt x="2520" y="754"/>
                  </a:lnTo>
                  <a:lnTo>
                    <a:pt x="2456" y="790"/>
                  </a:lnTo>
                  <a:lnTo>
                    <a:pt x="2457" y="717"/>
                  </a:lnTo>
                  <a:lnTo>
                    <a:pt x="1869" y="377"/>
                  </a:lnTo>
                  <a:lnTo>
                    <a:pt x="1804" y="414"/>
                  </a:lnTo>
                  <a:lnTo>
                    <a:pt x="1804" y="340"/>
                  </a:lnTo>
                  <a:lnTo>
                    <a:pt x="121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1677125" y="2861325"/>
              <a:ext cx="61925" cy="39425"/>
            </a:xfrm>
            <a:custGeom>
              <a:avLst/>
              <a:gdLst/>
              <a:ahLst/>
              <a:cxnLst/>
              <a:rect l="l" t="t" r="r" b="b"/>
              <a:pathLst>
                <a:path w="2477" h="1577" extrusionOk="0">
                  <a:moveTo>
                    <a:pt x="584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9" y="826"/>
                  </a:lnTo>
                  <a:lnTo>
                    <a:pt x="652" y="787"/>
                  </a:lnTo>
                  <a:lnTo>
                    <a:pt x="652" y="861"/>
                  </a:lnTo>
                  <a:lnTo>
                    <a:pt x="1240" y="1200"/>
                  </a:lnTo>
                  <a:lnTo>
                    <a:pt x="1305" y="1164"/>
                  </a:lnTo>
                  <a:lnTo>
                    <a:pt x="1305" y="1237"/>
                  </a:lnTo>
                  <a:lnTo>
                    <a:pt x="1892" y="1577"/>
                  </a:lnTo>
                  <a:lnTo>
                    <a:pt x="2477" y="1237"/>
                  </a:lnTo>
                  <a:lnTo>
                    <a:pt x="2477" y="1091"/>
                  </a:lnTo>
                  <a:lnTo>
                    <a:pt x="1952" y="789"/>
                  </a:lnTo>
                  <a:lnTo>
                    <a:pt x="2472" y="486"/>
                  </a:lnTo>
                  <a:lnTo>
                    <a:pt x="2472" y="340"/>
                  </a:lnTo>
                  <a:lnTo>
                    <a:pt x="1884" y="1"/>
                  </a:lnTo>
                  <a:lnTo>
                    <a:pt x="1300" y="340"/>
                  </a:lnTo>
                  <a:lnTo>
                    <a:pt x="1300" y="412"/>
                  </a:lnTo>
                  <a:lnTo>
                    <a:pt x="1237" y="375"/>
                  </a:lnTo>
                  <a:lnTo>
                    <a:pt x="1173" y="412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1618375" y="2763350"/>
              <a:ext cx="110775" cy="67700"/>
            </a:xfrm>
            <a:custGeom>
              <a:avLst/>
              <a:gdLst/>
              <a:ahLst/>
              <a:cxnLst/>
              <a:rect l="l" t="t" r="r" b="b"/>
              <a:pathLst>
                <a:path w="4431" h="2708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8" y="826"/>
                  </a:lnTo>
                  <a:lnTo>
                    <a:pt x="651" y="789"/>
                  </a:lnTo>
                  <a:lnTo>
                    <a:pt x="651" y="862"/>
                  </a:lnTo>
                  <a:lnTo>
                    <a:pt x="1240" y="1202"/>
                  </a:lnTo>
                  <a:lnTo>
                    <a:pt x="1304" y="1165"/>
                  </a:lnTo>
                  <a:lnTo>
                    <a:pt x="1303" y="1239"/>
                  </a:lnTo>
                  <a:lnTo>
                    <a:pt x="1891" y="1578"/>
                  </a:lnTo>
                  <a:lnTo>
                    <a:pt x="1956" y="1542"/>
                  </a:lnTo>
                  <a:lnTo>
                    <a:pt x="1956" y="1615"/>
                  </a:lnTo>
                  <a:lnTo>
                    <a:pt x="2543" y="1955"/>
                  </a:lnTo>
                  <a:lnTo>
                    <a:pt x="2607" y="1918"/>
                  </a:lnTo>
                  <a:lnTo>
                    <a:pt x="2607" y="1992"/>
                  </a:lnTo>
                  <a:lnTo>
                    <a:pt x="3194" y="2331"/>
                  </a:lnTo>
                  <a:lnTo>
                    <a:pt x="3258" y="2294"/>
                  </a:lnTo>
                  <a:lnTo>
                    <a:pt x="3258" y="2368"/>
                  </a:lnTo>
                  <a:lnTo>
                    <a:pt x="3847" y="2708"/>
                  </a:lnTo>
                  <a:lnTo>
                    <a:pt x="4431" y="2368"/>
                  </a:lnTo>
                  <a:lnTo>
                    <a:pt x="4431" y="2221"/>
                  </a:lnTo>
                  <a:lnTo>
                    <a:pt x="3842" y="1883"/>
                  </a:lnTo>
                  <a:lnTo>
                    <a:pt x="3779" y="1919"/>
                  </a:lnTo>
                  <a:lnTo>
                    <a:pt x="3779" y="1846"/>
                  </a:lnTo>
                  <a:lnTo>
                    <a:pt x="3191" y="1506"/>
                  </a:lnTo>
                  <a:lnTo>
                    <a:pt x="3128" y="1543"/>
                  </a:lnTo>
                  <a:lnTo>
                    <a:pt x="3128" y="1469"/>
                  </a:lnTo>
                  <a:lnTo>
                    <a:pt x="2539" y="1130"/>
                  </a:lnTo>
                  <a:lnTo>
                    <a:pt x="2476" y="1167"/>
                  </a:lnTo>
                  <a:lnTo>
                    <a:pt x="2476" y="1093"/>
                  </a:lnTo>
                  <a:lnTo>
                    <a:pt x="1888" y="753"/>
                  </a:lnTo>
                  <a:lnTo>
                    <a:pt x="1825" y="790"/>
                  </a:lnTo>
                  <a:lnTo>
                    <a:pt x="1825" y="717"/>
                  </a:lnTo>
                  <a:lnTo>
                    <a:pt x="1237" y="377"/>
                  </a:lnTo>
                  <a:lnTo>
                    <a:pt x="1172" y="414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1563125" y="2776675"/>
              <a:ext cx="143125" cy="86475"/>
            </a:xfrm>
            <a:custGeom>
              <a:avLst/>
              <a:gdLst/>
              <a:ahLst/>
              <a:cxnLst/>
              <a:rect l="l" t="t" r="r" b="b"/>
              <a:pathLst>
                <a:path w="5725" h="3459" extrusionOk="0">
                  <a:moveTo>
                    <a:pt x="1877" y="1"/>
                  </a:moveTo>
                  <a:lnTo>
                    <a:pt x="1294" y="340"/>
                  </a:lnTo>
                  <a:lnTo>
                    <a:pt x="1294" y="414"/>
                  </a:lnTo>
                  <a:lnTo>
                    <a:pt x="1231" y="377"/>
                  </a:lnTo>
                  <a:lnTo>
                    <a:pt x="648" y="717"/>
                  </a:lnTo>
                  <a:lnTo>
                    <a:pt x="648" y="789"/>
                  </a:lnTo>
                  <a:lnTo>
                    <a:pt x="585" y="753"/>
                  </a:lnTo>
                  <a:lnTo>
                    <a:pt x="1" y="1093"/>
                  </a:lnTo>
                  <a:lnTo>
                    <a:pt x="1" y="1239"/>
                  </a:lnTo>
                  <a:lnTo>
                    <a:pt x="588" y="1578"/>
                  </a:lnTo>
                  <a:lnTo>
                    <a:pt x="652" y="1542"/>
                  </a:lnTo>
                  <a:lnTo>
                    <a:pt x="652" y="1615"/>
                  </a:lnTo>
                  <a:lnTo>
                    <a:pt x="3195" y="3082"/>
                  </a:lnTo>
                  <a:lnTo>
                    <a:pt x="3259" y="3046"/>
                  </a:lnTo>
                  <a:lnTo>
                    <a:pt x="3259" y="3119"/>
                  </a:lnTo>
                  <a:lnTo>
                    <a:pt x="3846" y="3459"/>
                  </a:lnTo>
                  <a:lnTo>
                    <a:pt x="4431" y="3119"/>
                  </a:lnTo>
                  <a:lnTo>
                    <a:pt x="4431" y="3047"/>
                  </a:lnTo>
                  <a:lnTo>
                    <a:pt x="4494" y="3082"/>
                  </a:lnTo>
                  <a:lnTo>
                    <a:pt x="5077" y="2743"/>
                  </a:lnTo>
                  <a:lnTo>
                    <a:pt x="5077" y="2669"/>
                  </a:lnTo>
                  <a:lnTo>
                    <a:pt x="5140" y="2706"/>
                  </a:lnTo>
                  <a:lnTo>
                    <a:pt x="5725" y="2367"/>
                  </a:lnTo>
                  <a:lnTo>
                    <a:pt x="5725" y="2221"/>
                  </a:lnTo>
                  <a:lnTo>
                    <a:pt x="5137" y="1881"/>
                  </a:lnTo>
                  <a:lnTo>
                    <a:pt x="5072" y="1918"/>
                  </a:lnTo>
                  <a:lnTo>
                    <a:pt x="5072" y="1844"/>
                  </a:lnTo>
                  <a:lnTo>
                    <a:pt x="4485" y="1505"/>
                  </a:lnTo>
                  <a:lnTo>
                    <a:pt x="4421" y="1542"/>
                  </a:lnTo>
                  <a:lnTo>
                    <a:pt x="4421" y="1468"/>
                  </a:lnTo>
                  <a:lnTo>
                    <a:pt x="3832" y="1128"/>
                  </a:lnTo>
                  <a:lnTo>
                    <a:pt x="3769" y="1165"/>
                  </a:lnTo>
                  <a:lnTo>
                    <a:pt x="3769" y="1091"/>
                  </a:lnTo>
                  <a:lnTo>
                    <a:pt x="3181" y="752"/>
                  </a:lnTo>
                  <a:lnTo>
                    <a:pt x="3116" y="790"/>
                  </a:lnTo>
                  <a:lnTo>
                    <a:pt x="3116" y="717"/>
                  </a:lnTo>
                  <a:lnTo>
                    <a:pt x="2530" y="377"/>
                  </a:lnTo>
                  <a:lnTo>
                    <a:pt x="2465" y="414"/>
                  </a:lnTo>
                  <a:lnTo>
                    <a:pt x="2465" y="340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1747100" y="2837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4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1732400" y="2837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1732400" y="2829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1763375" y="28470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1748675" y="28470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1748675" y="28386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1779675" y="28565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1764950" y="28565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1765000" y="2848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7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1731325" y="284685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1716600" y="284685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1716600" y="28383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1747600" y="28562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1732900" y="28562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1732900" y="28477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1763875" y="28656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1749175" y="28656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1749175" y="2857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1724300" y="286982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5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0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17096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17096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1691825" y="286982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1677125" y="286982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1677125" y="286132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1708125" y="2879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1693400" y="2879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1693400" y="28707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5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1724400" y="288860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1709700" y="288860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1709725" y="28801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8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1633075" y="27718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1618375" y="27718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8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1618375" y="27633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1649350" y="27812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1634650" y="27812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2" y="1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1634675" y="2772775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8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1665650" y="2790650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1650925" y="2790650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1650975" y="27821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1681925" y="28000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1667250" y="28000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1667250" y="27915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1698200" y="28094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1683550" y="28094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1683550" y="28010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8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1714525" y="2818850"/>
              <a:ext cx="14625" cy="12200"/>
            </a:xfrm>
            <a:custGeom>
              <a:avLst/>
              <a:gdLst/>
              <a:ahLst/>
              <a:cxnLst/>
              <a:rect l="l" t="t" r="r" b="b"/>
              <a:pathLst>
                <a:path w="585" h="488" extrusionOk="0">
                  <a:moveTo>
                    <a:pt x="585" y="1"/>
                  </a:moveTo>
                  <a:lnTo>
                    <a:pt x="1" y="342"/>
                  </a:lnTo>
                  <a:lnTo>
                    <a:pt x="1" y="488"/>
                  </a:lnTo>
                  <a:lnTo>
                    <a:pt x="585" y="148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1699825" y="2818850"/>
              <a:ext cx="14725" cy="12200"/>
            </a:xfrm>
            <a:custGeom>
              <a:avLst/>
              <a:gdLst/>
              <a:ahLst/>
              <a:cxnLst/>
              <a:rect l="l" t="t" r="r" b="b"/>
              <a:pathLst>
                <a:path w="589" h="488" extrusionOk="0">
                  <a:moveTo>
                    <a:pt x="0" y="1"/>
                  </a:moveTo>
                  <a:lnTo>
                    <a:pt x="0" y="148"/>
                  </a:lnTo>
                  <a:lnTo>
                    <a:pt x="589" y="488"/>
                  </a:lnTo>
                  <a:lnTo>
                    <a:pt x="589" y="3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1699825" y="28104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39"/>
                  </a:lnTo>
                  <a:lnTo>
                    <a:pt x="589" y="680"/>
                  </a:lnTo>
                  <a:lnTo>
                    <a:pt x="1173" y="33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1610175" y="2785175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1595475" y="2785175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1595475" y="27766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1626475" y="2794575"/>
              <a:ext cx="14600" cy="12175"/>
            </a:xfrm>
            <a:custGeom>
              <a:avLst/>
              <a:gdLst/>
              <a:ahLst/>
              <a:cxnLst/>
              <a:rect l="l" t="t" r="r" b="b"/>
              <a:pathLst>
                <a:path w="584" h="487" extrusionOk="0">
                  <a:moveTo>
                    <a:pt x="584" y="1"/>
                  </a:moveTo>
                  <a:lnTo>
                    <a:pt x="0" y="339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161175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161175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1642750" y="2803950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162805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1628050" y="2795450"/>
              <a:ext cx="29350" cy="17000"/>
            </a:xfrm>
            <a:custGeom>
              <a:avLst/>
              <a:gdLst/>
              <a:ahLst/>
              <a:cxnLst/>
              <a:rect l="l" t="t" r="r" b="b"/>
              <a:pathLst>
                <a:path w="1174" h="680" extrusionOk="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3"/>
            <p:cNvSpPr/>
            <p:nvPr/>
          </p:nvSpPr>
          <p:spPr>
            <a:xfrm>
              <a:off x="1659025" y="2813350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3"/>
            <p:cNvSpPr/>
            <p:nvPr/>
          </p:nvSpPr>
          <p:spPr>
            <a:xfrm>
              <a:off x="164432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3"/>
            <p:cNvSpPr/>
            <p:nvPr/>
          </p:nvSpPr>
          <p:spPr>
            <a:xfrm>
              <a:off x="16443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1675325" y="2822775"/>
              <a:ext cx="14650" cy="12150"/>
            </a:xfrm>
            <a:custGeom>
              <a:avLst/>
              <a:gdLst/>
              <a:ahLst/>
              <a:cxnLst/>
              <a:rect l="l" t="t" r="r" b="b"/>
              <a:pathLst>
                <a:path w="586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1660600" y="2822775"/>
              <a:ext cx="14775" cy="12150"/>
            </a:xfrm>
            <a:custGeom>
              <a:avLst/>
              <a:gdLst/>
              <a:ahLst/>
              <a:cxnLst/>
              <a:rect l="l" t="t" r="r" b="b"/>
              <a:pathLst>
                <a:path w="591" h="486" extrusionOk="0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91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16606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1691600" y="28321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1676925" y="28321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3"/>
            <p:cNvSpPr/>
            <p:nvPr/>
          </p:nvSpPr>
          <p:spPr>
            <a:xfrm>
              <a:off x="1676925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3"/>
            <p:cNvSpPr/>
            <p:nvPr/>
          </p:nvSpPr>
          <p:spPr>
            <a:xfrm>
              <a:off x="1593975" y="2794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39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3"/>
            <p:cNvSpPr/>
            <p:nvPr/>
          </p:nvSpPr>
          <p:spPr>
            <a:xfrm>
              <a:off x="1579300" y="2794575"/>
              <a:ext cx="14750" cy="12175"/>
            </a:xfrm>
            <a:custGeom>
              <a:avLst/>
              <a:gdLst/>
              <a:ahLst/>
              <a:cxnLst/>
              <a:rect l="l" t="t" r="r" b="b"/>
              <a:pathLst>
                <a:path w="590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7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3"/>
            <p:cNvSpPr/>
            <p:nvPr/>
          </p:nvSpPr>
          <p:spPr>
            <a:xfrm>
              <a:off x="1579300" y="2786100"/>
              <a:ext cx="29325" cy="16950"/>
            </a:xfrm>
            <a:custGeom>
              <a:avLst/>
              <a:gdLst/>
              <a:ahLst/>
              <a:cxnLst/>
              <a:rect l="l" t="t" r="r" b="b"/>
              <a:pathLst>
                <a:path w="1173" h="678" extrusionOk="0">
                  <a:moveTo>
                    <a:pt x="584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3"/>
            <p:cNvSpPr/>
            <p:nvPr/>
          </p:nvSpPr>
          <p:spPr>
            <a:xfrm>
              <a:off x="1610250" y="2803950"/>
              <a:ext cx="14675" cy="12150"/>
            </a:xfrm>
            <a:custGeom>
              <a:avLst/>
              <a:gdLst/>
              <a:ahLst/>
              <a:cxnLst/>
              <a:rect l="l" t="t" r="r" b="b"/>
              <a:pathLst>
                <a:path w="587" h="486" extrusionOk="0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15956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3"/>
            <p:cNvSpPr/>
            <p:nvPr/>
          </p:nvSpPr>
          <p:spPr>
            <a:xfrm>
              <a:off x="15956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3"/>
            <p:cNvSpPr/>
            <p:nvPr/>
          </p:nvSpPr>
          <p:spPr>
            <a:xfrm>
              <a:off x="1626575" y="2813350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5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1611875" y="2813350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3"/>
            <p:cNvSpPr/>
            <p:nvPr/>
          </p:nvSpPr>
          <p:spPr>
            <a:xfrm>
              <a:off x="1611875" y="28048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3"/>
            <p:cNvSpPr/>
            <p:nvPr/>
          </p:nvSpPr>
          <p:spPr>
            <a:xfrm>
              <a:off x="1642875" y="2822775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1628150" y="2822775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1628150" y="2814275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1659150" y="2832175"/>
              <a:ext cx="14625" cy="12175"/>
            </a:xfrm>
            <a:custGeom>
              <a:avLst/>
              <a:gdLst/>
              <a:ahLst/>
              <a:cxnLst/>
              <a:rect l="l" t="t" r="r" b="b"/>
              <a:pathLst>
                <a:path w="585" h="487" extrusionOk="0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1644450" y="28321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1644450" y="28237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1675425" y="2841575"/>
              <a:ext cx="14675" cy="12175"/>
            </a:xfrm>
            <a:custGeom>
              <a:avLst/>
              <a:gdLst/>
              <a:ahLst/>
              <a:cxnLst/>
              <a:rect l="l" t="t" r="r" b="b"/>
              <a:pathLst>
                <a:path w="587" h="487" extrusionOk="0">
                  <a:moveTo>
                    <a:pt x="586" y="1"/>
                  </a:moveTo>
                  <a:lnTo>
                    <a:pt x="1" y="341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1660725" y="2841575"/>
              <a:ext cx="14725" cy="12175"/>
            </a:xfrm>
            <a:custGeom>
              <a:avLst/>
              <a:gdLst/>
              <a:ahLst/>
              <a:cxnLst/>
              <a:rect l="l" t="t" r="r" b="b"/>
              <a:pathLst>
                <a:path w="589" h="487" extrusionOk="0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1660725" y="2833100"/>
              <a:ext cx="29375" cy="17000"/>
            </a:xfrm>
            <a:custGeom>
              <a:avLst/>
              <a:gdLst/>
              <a:ahLst/>
              <a:cxnLst/>
              <a:rect l="l" t="t" r="r" b="b"/>
              <a:pathLst>
                <a:path w="1175" h="680" extrusionOk="0">
                  <a:moveTo>
                    <a:pt x="586" y="0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3"/>
            <p:cNvSpPr/>
            <p:nvPr/>
          </p:nvSpPr>
          <p:spPr>
            <a:xfrm>
              <a:off x="1577800" y="2803950"/>
              <a:ext cx="14625" cy="12150"/>
            </a:xfrm>
            <a:custGeom>
              <a:avLst/>
              <a:gdLst/>
              <a:ahLst/>
              <a:cxnLst/>
              <a:rect l="l" t="t" r="r" b="b"/>
              <a:pathLst>
                <a:path w="585" h="486" extrusionOk="0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1563100" y="2803950"/>
              <a:ext cx="14725" cy="12150"/>
            </a:xfrm>
            <a:custGeom>
              <a:avLst/>
              <a:gdLst/>
              <a:ahLst/>
              <a:cxnLst/>
              <a:rect l="l" t="t" r="r" b="b"/>
              <a:pathLst>
                <a:path w="589" h="486" extrusionOk="0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1563100" y="279545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1642950" y="2841575"/>
              <a:ext cx="14650" cy="12175"/>
            </a:xfrm>
            <a:custGeom>
              <a:avLst/>
              <a:gdLst/>
              <a:ahLst/>
              <a:cxnLst/>
              <a:rect l="l" t="t" r="r" b="b"/>
              <a:pathLst>
                <a:path w="586" h="487" extrusionOk="0">
                  <a:moveTo>
                    <a:pt x="586" y="1"/>
                  </a:moveTo>
                  <a:lnTo>
                    <a:pt x="2" y="341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3"/>
            <p:cNvSpPr/>
            <p:nvPr/>
          </p:nvSpPr>
          <p:spPr>
            <a:xfrm>
              <a:off x="1579375" y="2813350"/>
              <a:ext cx="63625" cy="40400"/>
            </a:xfrm>
            <a:custGeom>
              <a:avLst/>
              <a:gdLst/>
              <a:ahLst/>
              <a:cxnLst/>
              <a:rect l="l" t="t" r="r" b="b"/>
              <a:pathLst>
                <a:path w="2545" h="1616" extrusionOk="0">
                  <a:moveTo>
                    <a:pt x="2" y="1"/>
                  </a:moveTo>
                  <a:lnTo>
                    <a:pt x="1" y="147"/>
                  </a:lnTo>
                  <a:lnTo>
                    <a:pt x="2543" y="1615"/>
                  </a:lnTo>
                  <a:lnTo>
                    <a:pt x="2545" y="147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1579425" y="2804875"/>
              <a:ext cx="78175" cy="45225"/>
            </a:xfrm>
            <a:custGeom>
              <a:avLst/>
              <a:gdLst/>
              <a:ahLst/>
              <a:cxnLst/>
              <a:rect l="l" t="t" r="r" b="b"/>
              <a:pathLst>
                <a:path w="3127" h="1809" extrusionOk="0">
                  <a:moveTo>
                    <a:pt x="584" y="0"/>
                  </a:moveTo>
                  <a:lnTo>
                    <a:pt x="0" y="340"/>
                  </a:lnTo>
                  <a:lnTo>
                    <a:pt x="2543" y="1809"/>
                  </a:lnTo>
                  <a:lnTo>
                    <a:pt x="3127" y="146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1659275" y="2851000"/>
              <a:ext cx="14600" cy="12150"/>
            </a:xfrm>
            <a:custGeom>
              <a:avLst/>
              <a:gdLst/>
              <a:ahLst/>
              <a:cxnLst/>
              <a:rect l="l" t="t" r="r" b="b"/>
              <a:pathLst>
                <a:path w="584" h="486" extrusionOk="0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1644550" y="2851000"/>
              <a:ext cx="14750" cy="12150"/>
            </a:xfrm>
            <a:custGeom>
              <a:avLst/>
              <a:gdLst/>
              <a:ahLst/>
              <a:cxnLst/>
              <a:rect l="l" t="t" r="r" b="b"/>
              <a:pathLst>
                <a:path w="590" h="486" extrusionOk="0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1644550" y="2842500"/>
              <a:ext cx="29325" cy="17000"/>
            </a:xfrm>
            <a:custGeom>
              <a:avLst/>
              <a:gdLst/>
              <a:ahLst/>
              <a:cxnLst/>
              <a:rect l="l" t="t" r="r" b="b"/>
              <a:pathLst>
                <a:path w="1173" h="680" extrusionOk="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1643825" y="2627050"/>
              <a:ext cx="166900" cy="206125"/>
            </a:xfrm>
            <a:custGeom>
              <a:avLst/>
              <a:gdLst/>
              <a:ahLst/>
              <a:cxnLst/>
              <a:rect l="l" t="t" r="r" b="b"/>
              <a:pathLst>
                <a:path w="6676" h="8245" extrusionOk="0">
                  <a:moveTo>
                    <a:pt x="2182" y="1123"/>
                  </a:moveTo>
                  <a:lnTo>
                    <a:pt x="5766" y="3193"/>
                  </a:lnTo>
                  <a:lnTo>
                    <a:pt x="5757" y="6247"/>
                  </a:lnTo>
                  <a:lnTo>
                    <a:pt x="2173" y="4178"/>
                  </a:lnTo>
                  <a:lnTo>
                    <a:pt x="2182" y="1123"/>
                  </a:lnTo>
                  <a:close/>
                  <a:moveTo>
                    <a:pt x="1486" y="0"/>
                  </a:moveTo>
                  <a:lnTo>
                    <a:pt x="1472" y="5247"/>
                  </a:lnTo>
                  <a:lnTo>
                    <a:pt x="1" y="4397"/>
                  </a:lnTo>
                  <a:lnTo>
                    <a:pt x="1" y="4397"/>
                  </a:lnTo>
                  <a:lnTo>
                    <a:pt x="6662" y="8244"/>
                  </a:lnTo>
                  <a:lnTo>
                    <a:pt x="6676" y="2996"/>
                  </a:lnTo>
                  <a:lnTo>
                    <a:pt x="1486" y="0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3"/>
            <p:cNvSpPr/>
            <p:nvPr/>
          </p:nvSpPr>
          <p:spPr>
            <a:xfrm>
              <a:off x="1643875" y="2605775"/>
              <a:ext cx="37150" cy="152425"/>
            </a:xfrm>
            <a:custGeom>
              <a:avLst/>
              <a:gdLst/>
              <a:ahLst/>
              <a:cxnLst/>
              <a:rect l="l" t="t" r="r" b="b"/>
              <a:pathLst>
                <a:path w="1486" h="6097" extrusionOk="0">
                  <a:moveTo>
                    <a:pt x="163" y="282"/>
                  </a:moveTo>
                  <a:lnTo>
                    <a:pt x="719" y="604"/>
                  </a:lnTo>
                  <a:lnTo>
                    <a:pt x="718" y="1222"/>
                  </a:lnTo>
                  <a:lnTo>
                    <a:pt x="160" y="899"/>
                  </a:lnTo>
                  <a:lnTo>
                    <a:pt x="163" y="282"/>
                  </a:lnTo>
                  <a:close/>
                  <a:moveTo>
                    <a:pt x="781" y="639"/>
                  </a:moveTo>
                  <a:lnTo>
                    <a:pt x="1337" y="961"/>
                  </a:lnTo>
                  <a:lnTo>
                    <a:pt x="1335" y="1578"/>
                  </a:lnTo>
                  <a:lnTo>
                    <a:pt x="779" y="1256"/>
                  </a:lnTo>
                  <a:lnTo>
                    <a:pt x="781" y="639"/>
                  </a:lnTo>
                  <a:close/>
                  <a:moveTo>
                    <a:pt x="160" y="970"/>
                  </a:moveTo>
                  <a:lnTo>
                    <a:pt x="718" y="1291"/>
                  </a:lnTo>
                  <a:lnTo>
                    <a:pt x="716" y="1908"/>
                  </a:lnTo>
                  <a:lnTo>
                    <a:pt x="158" y="1587"/>
                  </a:lnTo>
                  <a:lnTo>
                    <a:pt x="160" y="970"/>
                  </a:lnTo>
                  <a:close/>
                  <a:moveTo>
                    <a:pt x="779" y="1326"/>
                  </a:moveTo>
                  <a:lnTo>
                    <a:pt x="1335" y="1649"/>
                  </a:lnTo>
                  <a:lnTo>
                    <a:pt x="1334" y="2266"/>
                  </a:lnTo>
                  <a:lnTo>
                    <a:pt x="777" y="1944"/>
                  </a:lnTo>
                  <a:lnTo>
                    <a:pt x="779" y="1326"/>
                  </a:lnTo>
                  <a:close/>
                  <a:moveTo>
                    <a:pt x="158" y="1658"/>
                  </a:moveTo>
                  <a:lnTo>
                    <a:pt x="714" y="1979"/>
                  </a:lnTo>
                  <a:lnTo>
                    <a:pt x="713" y="2597"/>
                  </a:lnTo>
                  <a:lnTo>
                    <a:pt x="157" y="2274"/>
                  </a:lnTo>
                  <a:lnTo>
                    <a:pt x="158" y="1658"/>
                  </a:lnTo>
                  <a:close/>
                  <a:moveTo>
                    <a:pt x="776" y="2014"/>
                  </a:moveTo>
                  <a:lnTo>
                    <a:pt x="1334" y="2336"/>
                  </a:lnTo>
                  <a:lnTo>
                    <a:pt x="1332" y="2953"/>
                  </a:lnTo>
                  <a:lnTo>
                    <a:pt x="774" y="2632"/>
                  </a:lnTo>
                  <a:lnTo>
                    <a:pt x="776" y="2014"/>
                  </a:lnTo>
                  <a:close/>
                  <a:moveTo>
                    <a:pt x="157" y="2345"/>
                  </a:moveTo>
                  <a:lnTo>
                    <a:pt x="713" y="2667"/>
                  </a:lnTo>
                  <a:lnTo>
                    <a:pt x="711" y="3285"/>
                  </a:lnTo>
                  <a:lnTo>
                    <a:pt x="154" y="2962"/>
                  </a:lnTo>
                  <a:lnTo>
                    <a:pt x="157" y="2345"/>
                  </a:lnTo>
                  <a:close/>
                  <a:moveTo>
                    <a:pt x="774" y="2701"/>
                  </a:moveTo>
                  <a:lnTo>
                    <a:pt x="1332" y="3024"/>
                  </a:lnTo>
                  <a:lnTo>
                    <a:pt x="1329" y="3641"/>
                  </a:lnTo>
                  <a:lnTo>
                    <a:pt x="773" y="3319"/>
                  </a:lnTo>
                  <a:lnTo>
                    <a:pt x="774" y="2701"/>
                  </a:lnTo>
                  <a:close/>
                  <a:moveTo>
                    <a:pt x="154" y="3033"/>
                  </a:moveTo>
                  <a:lnTo>
                    <a:pt x="711" y="3354"/>
                  </a:lnTo>
                  <a:lnTo>
                    <a:pt x="710" y="3972"/>
                  </a:lnTo>
                  <a:lnTo>
                    <a:pt x="152" y="3651"/>
                  </a:lnTo>
                  <a:lnTo>
                    <a:pt x="154" y="3033"/>
                  </a:lnTo>
                  <a:close/>
                  <a:moveTo>
                    <a:pt x="773" y="3389"/>
                  </a:moveTo>
                  <a:lnTo>
                    <a:pt x="1329" y="3712"/>
                  </a:lnTo>
                  <a:lnTo>
                    <a:pt x="1327" y="4330"/>
                  </a:lnTo>
                  <a:lnTo>
                    <a:pt x="771" y="4007"/>
                  </a:lnTo>
                  <a:lnTo>
                    <a:pt x="773" y="3389"/>
                  </a:lnTo>
                  <a:close/>
                  <a:moveTo>
                    <a:pt x="876" y="4807"/>
                  </a:moveTo>
                  <a:lnTo>
                    <a:pt x="876" y="4992"/>
                  </a:lnTo>
                  <a:lnTo>
                    <a:pt x="714" y="4900"/>
                  </a:lnTo>
                  <a:lnTo>
                    <a:pt x="714" y="5084"/>
                  </a:lnTo>
                  <a:lnTo>
                    <a:pt x="1037" y="5270"/>
                  </a:lnTo>
                  <a:lnTo>
                    <a:pt x="1037" y="4900"/>
                  </a:lnTo>
                  <a:lnTo>
                    <a:pt x="876" y="4807"/>
                  </a:lnTo>
                  <a:close/>
                  <a:moveTo>
                    <a:pt x="321" y="4028"/>
                  </a:moveTo>
                  <a:lnTo>
                    <a:pt x="877" y="4351"/>
                  </a:lnTo>
                  <a:lnTo>
                    <a:pt x="877" y="4671"/>
                  </a:lnTo>
                  <a:lnTo>
                    <a:pt x="1155" y="4832"/>
                  </a:lnTo>
                  <a:lnTo>
                    <a:pt x="1154" y="5473"/>
                  </a:lnTo>
                  <a:lnTo>
                    <a:pt x="598" y="5150"/>
                  </a:lnTo>
                  <a:lnTo>
                    <a:pt x="599" y="4830"/>
                  </a:lnTo>
                  <a:lnTo>
                    <a:pt x="320" y="4669"/>
                  </a:lnTo>
                  <a:lnTo>
                    <a:pt x="318" y="4669"/>
                  </a:lnTo>
                  <a:lnTo>
                    <a:pt x="321" y="4028"/>
                  </a:lnTo>
                  <a:close/>
                  <a:moveTo>
                    <a:pt x="15" y="0"/>
                  </a:moveTo>
                  <a:lnTo>
                    <a:pt x="0" y="5247"/>
                  </a:lnTo>
                  <a:lnTo>
                    <a:pt x="1470" y="6096"/>
                  </a:lnTo>
                  <a:lnTo>
                    <a:pt x="1486" y="84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1647850" y="2612850"/>
              <a:ext cx="13975" cy="23475"/>
            </a:xfrm>
            <a:custGeom>
              <a:avLst/>
              <a:gdLst/>
              <a:ahLst/>
              <a:cxnLst/>
              <a:rect l="l" t="t" r="r" b="b"/>
              <a:pathLst>
                <a:path w="559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59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3"/>
            <p:cNvSpPr/>
            <p:nvPr/>
          </p:nvSpPr>
          <p:spPr>
            <a:xfrm>
              <a:off x="1663300" y="262175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3"/>
            <p:cNvSpPr/>
            <p:nvPr/>
          </p:nvSpPr>
          <p:spPr>
            <a:xfrm>
              <a:off x="1647775" y="2630000"/>
              <a:ext cx="14000" cy="23525"/>
            </a:xfrm>
            <a:custGeom>
              <a:avLst/>
              <a:gdLst/>
              <a:ahLst/>
              <a:cxnLst/>
              <a:rect l="l" t="t" r="r" b="b"/>
              <a:pathLst>
                <a:path w="560" h="941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1663250" y="2638950"/>
              <a:ext cx="14025" cy="23500"/>
            </a:xfrm>
            <a:custGeom>
              <a:avLst/>
              <a:gdLst/>
              <a:ahLst/>
              <a:cxnLst/>
              <a:rect l="l" t="t" r="r" b="b"/>
              <a:pathLst>
                <a:path w="561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1647750" y="26472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1663175" y="2656125"/>
              <a:ext cx="14025" cy="23525"/>
            </a:xfrm>
            <a:custGeom>
              <a:avLst/>
              <a:gdLst/>
              <a:ahLst/>
              <a:cxnLst/>
              <a:rect l="l" t="t" r="r" b="b"/>
              <a:pathLst>
                <a:path w="561" h="941" extrusionOk="0">
                  <a:moveTo>
                    <a:pt x="4" y="0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1647700" y="2664425"/>
              <a:ext cx="14000" cy="23475"/>
            </a:xfrm>
            <a:custGeom>
              <a:avLst/>
              <a:gdLst/>
              <a:ahLst/>
              <a:cxnLst/>
              <a:rect l="l" t="t" r="r" b="b"/>
              <a:pathLst>
                <a:path w="560" h="939" extrusionOk="0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1663150" y="26733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1647625" y="2681575"/>
              <a:ext cx="14000" cy="23550"/>
            </a:xfrm>
            <a:custGeom>
              <a:avLst/>
              <a:gdLst/>
              <a:ahLst/>
              <a:cxnLst/>
              <a:rect l="l" t="t" r="r" b="b"/>
              <a:pathLst>
                <a:path w="560" h="942" extrusionOk="0">
                  <a:moveTo>
                    <a:pt x="4" y="1"/>
                  </a:moveTo>
                  <a:lnTo>
                    <a:pt x="1" y="619"/>
                  </a:lnTo>
                  <a:lnTo>
                    <a:pt x="558" y="941"/>
                  </a:lnTo>
                  <a:lnTo>
                    <a:pt x="560" y="32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3"/>
            <p:cNvSpPr/>
            <p:nvPr/>
          </p:nvSpPr>
          <p:spPr>
            <a:xfrm>
              <a:off x="1663100" y="2690525"/>
              <a:ext cx="14000" cy="23500"/>
            </a:xfrm>
            <a:custGeom>
              <a:avLst/>
              <a:gdLst/>
              <a:ahLst/>
              <a:cxnLst/>
              <a:rect l="l" t="t" r="r" b="b"/>
              <a:pathLst>
                <a:path w="560" h="940" extrusionOk="0">
                  <a:moveTo>
                    <a:pt x="2" y="1"/>
                  </a:moveTo>
                  <a:lnTo>
                    <a:pt x="1" y="618"/>
                  </a:lnTo>
                  <a:lnTo>
                    <a:pt x="558" y="940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3"/>
            <p:cNvSpPr/>
            <p:nvPr/>
          </p:nvSpPr>
          <p:spPr>
            <a:xfrm>
              <a:off x="1658775" y="2722575"/>
              <a:ext cx="14000" cy="20025"/>
            </a:xfrm>
            <a:custGeom>
              <a:avLst/>
              <a:gdLst/>
              <a:ahLst/>
              <a:cxnLst/>
              <a:rect l="l" t="t" r="r" b="b"/>
              <a:pathLst>
                <a:path w="560" h="801" extrusionOk="0">
                  <a:moveTo>
                    <a:pt x="281" y="0"/>
                  </a:moveTo>
                  <a:lnTo>
                    <a:pt x="280" y="135"/>
                  </a:lnTo>
                  <a:lnTo>
                    <a:pt x="441" y="228"/>
                  </a:lnTo>
                  <a:lnTo>
                    <a:pt x="440" y="598"/>
                  </a:lnTo>
                  <a:lnTo>
                    <a:pt x="118" y="412"/>
                  </a:lnTo>
                  <a:lnTo>
                    <a:pt x="118" y="228"/>
                  </a:lnTo>
                  <a:lnTo>
                    <a:pt x="2" y="160"/>
                  </a:lnTo>
                  <a:lnTo>
                    <a:pt x="0" y="479"/>
                  </a:lnTo>
                  <a:lnTo>
                    <a:pt x="558" y="801"/>
                  </a:lnTo>
                  <a:lnTo>
                    <a:pt x="559" y="161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1651825" y="2706500"/>
              <a:ext cx="14000" cy="24075"/>
            </a:xfrm>
            <a:custGeom>
              <a:avLst/>
              <a:gdLst/>
              <a:ahLst/>
              <a:cxnLst/>
              <a:rect l="l" t="t" r="r" b="b"/>
              <a:pathLst>
                <a:path w="560" h="963" extrusionOk="0">
                  <a:moveTo>
                    <a:pt x="3" y="1"/>
                  </a:moveTo>
                  <a:lnTo>
                    <a:pt x="0" y="642"/>
                  </a:lnTo>
                  <a:lnTo>
                    <a:pt x="280" y="803"/>
                  </a:lnTo>
                  <a:lnTo>
                    <a:pt x="396" y="871"/>
                  </a:lnTo>
                  <a:lnTo>
                    <a:pt x="558" y="963"/>
                  </a:lnTo>
                  <a:lnTo>
                    <a:pt x="558" y="778"/>
                  </a:lnTo>
                  <a:lnTo>
                    <a:pt x="559" y="643"/>
                  </a:lnTo>
                  <a:lnTo>
                    <a:pt x="559" y="32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1698175" y="2655175"/>
              <a:ext cx="89825" cy="128050"/>
            </a:xfrm>
            <a:custGeom>
              <a:avLst/>
              <a:gdLst/>
              <a:ahLst/>
              <a:cxnLst/>
              <a:rect l="l" t="t" r="r" b="b"/>
              <a:pathLst>
                <a:path w="3593" h="5122" extrusionOk="0">
                  <a:moveTo>
                    <a:pt x="767" y="1435"/>
                  </a:moveTo>
                  <a:cubicBezTo>
                    <a:pt x="779" y="1435"/>
                    <a:pt x="792" y="1439"/>
                    <a:pt x="805" y="1447"/>
                  </a:cubicBezTo>
                  <a:cubicBezTo>
                    <a:pt x="851" y="1478"/>
                    <a:pt x="882" y="1527"/>
                    <a:pt x="890" y="1582"/>
                  </a:cubicBezTo>
                  <a:lnTo>
                    <a:pt x="1699" y="2049"/>
                  </a:lnTo>
                  <a:lnTo>
                    <a:pt x="1699" y="1951"/>
                  </a:lnTo>
                  <a:lnTo>
                    <a:pt x="1895" y="2065"/>
                  </a:lnTo>
                  <a:lnTo>
                    <a:pt x="1895" y="2163"/>
                  </a:lnTo>
                  <a:lnTo>
                    <a:pt x="2646" y="2596"/>
                  </a:lnTo>
                  <a:cubicBezTo>
                    <a:pt x="2650" y="2566"/>
                    <a:pt x="2668" y="2549"/>
                    <a:pt x="2692" y="2549"/>
                  </a:cubicBezTo>
                  <a:cubicBezTo>
                    <a:pt x="2703" y="2549"/>
                    <a:pt x="2716" y="2553"/>
                    <a:pt x="2730" y="2561"/>
                  </a:cubicBezTo>
                  <a:cubicBezTo>
                    <a:pt x="2781" y="2593"/>
                    <a:pt x="2813" y="2649"/>
                    <a:pt x="2816" y="2708"/>
                  </a:cubicBezTo>
                  <a:cubicBezTo>
                    <a:pt x="2816" y="2715"/>
                    <a:pt x="2815" y="2721"/>
                    <a:pt x="2815" y="2725"/>
                  </a:cubicBezTo>
                  <a:lnTo>
                    <a:pt x="3031" y="2934"/>
                  </a:lnTo>
                  <a:lnTo>
                    <a:pt x="2879" y="2917"/>
                  </a:lnTo>
                  <a:lnTo>
                    <a:pt x="2816" y="3056"/>
                  </a:lnTo>
                  <a:lnTo>
                    <a:pt x="2746" y="2765"/>
                  </a:lnTo>
                  <a:cubicBezTo>
                    <a:pt x="2740" y="2764"/>
                    <a:pt x="2735" y="2761"/>
                    <a:pt x="2730" y="2758"/>
                  </a:cubicBezTo>
                  <a:cubicBezTo>
                    <a:pt x="2683" y="2727"/>
                    <a:pt x="2652" y="2678"/>
                    <a:pt x="2646" y="2622"/>
                  </a:cubicBezTo>
                  <a:lnTo>
                    <a:pt x="2008" y="2255"/>
                  </a:lnTo>
                  <a:lnTo>
                    <a:pt x="2008" y="2255"/>
                  </a:lnTo>
                  <a:cubicBezTo>
                    <a:pt x="2375" y="2569"/>
                    <a:pt x="2658" y="3086"/>
                    <a:pt x="2704" y="3553"/>
                  </a:cubicBezTo>
                  <a:lnTo>
                    <a:pt x="2798" y="3607"/>
                  </a:lnTo>
                  <a:lnTo>
                    <a:pt x="2798" y="3831"/>
                  </a:lnTo>
                  <a:lnTo>
                    <a:pt x="2601" y="3718"/>
                  </a:lnTo>
                  <a:lnTo>
                    <a:pt x="2601" y="3493"/>
                  </a:lnTo>
                  <a:lnTo>
                    <a:pt x="2680" y="3538"/>
                  </a:lnTo>
                  <a:cubicBezTo>
                    <a:pt x="2629" y="3042"/>
                    <a:pt x="2303" y="2483"/>
                    <a:pt x="1895" y="2195"/>
                  </a:cubicBezTo>
                  <a:lnTo>
                    <a:pt x="1895" y="2289"/>
                  </a:lnTo>
                  <a:lnTo>
                    <a:pt x="1699" y="2175"/>
                  </a:lnTo>
                  <a:lnTo>
                    <a:pt x="1699" y="2083"/>
                  </a:lnTo>
                  <a:cubicBezTo>
                    <a:pt x="1592" y="2035"/>
                    <a:pt x="1491" y="2012"/>
                    <a:pt x="1398" y="2012"/>
                  </a:cubicBezTo>
                  <a:cubicBezTo>
                    <a:pt x="1138" y="2012"/>
                    <a:pt x="949" y="2195"/>
                    <a:pt x="910" y="2516"/>
                  </a:cubicBezTo>
                  <a:lnTo>
                    <a:pt x="987" y="2561"/>
                  </a:lnTo>
                  <a:lnTo>
                    <a:pt x="987" y="2785"/>
                  </a:lnTo>
                  <a:lnTo>
                    <a:pt x="790" y="2673"/>
                  </a:lnTo>
                  <a:lnTo>
                    <a:pt x="790" y="2447"/>
                  </a:lnTo>
                  <a:lnTo>
                    <a:pt x="885" y="2503"/>
                  </a:lnTo>
                  <a:cubicBezTo>
                    <a:pt x="925" y="2169"/>
                    <a:pt x="1119" y="1979"/>
                    <a:pt x="1388" y="1979"/>
                  </a:cubicBezTo>
                  <a:cubicBezTo>
                    <a:pt x="1451" y="1979"/>
                    <a:pt x="1518" y="1990"/>
                    <a:pt x="1587" y="2011"/>
                  </a:cubicBezTo>
                  <a:lnTo>
                    <a:pt x="890" y="1610"/>
                  </a:lnTo>
                  <a:cubicBezTo>
                    <a:pt x="886" y="1639"/>
                    <a:pt x="868" y="1657"/>
                    <a:pt x="843" y="1657"/>
                  </a:cubicBezTo>
                  <a:cubicBezTo>
                    <a:pt x="832" y="1657"/>
                    <a:pt x="819" y="1653"/>
                    <a:pt x="805" y="1645"/>
                  </a:cubicBezTo>
                  <a:cubicBezTo>
                    <a:pt x="755" y="1612"/>
                    <a:pt x="722" y="1558"/>
                    <a:pt x="719" y="1496"/>
                  </a:cubicBezTo>
                  <a:cubicBezTo>
                    <a:pt x="719" y="1458"/>
                    <a:pt x="739" y="1435"/>
                    <a:pt x="767" y="1435"/>
                  </a:cubicBezTo>
                  <a:close/>
                  <a:moveTo>
                    <a:pt x="8" y="0"/>
                  </a:moveTo>
                  <a:lnTo>
                    <a:pt x="0" y="3053"/>
                  </a:lnTo>
                  <a:lnTo>
                    <a:pt x="3583" y="5122"/>
                  </a:lnTo>
                  <a:lnTo>
                    <a:pt x="3592" y="206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1716150" y="2691075"/>
              <a:ext cx="4275" cy="5550"/>
            </a:xfrm>
            <a:custGeom>
              <a:avLst/>
              <a:gdLst/>
              <a:ahLst/>
              <a:cxnLst/>
              <a:rect l="l" t="t" r="r" b="b"/>
              <a:pathLst>
                <a:path w="171" h="222" extrusionOk="0">
                  <a:moveTo>
                    <a:pt x="47" y="1"/>
                  </a:moveTo>
                  <a:cubicBezTo>
                    <a:pt x="19" y="1"/>
                    <a:pt x="0" y="23"/>
                    <a:pt x="0" y="62"/>
                  </a:cubicBezTo>
                  <a:cubicBezTo>
                    <a:pt x="3" y="122"/>
                    <a:pt x="34" y="177"/>
                    <a:pt x="85" y="209"/>
                  </a:cubicBezTo>
                  <a:cubicBezTo>
                    <a:pt x="99" y="217"/>
                    <a:pt x="112" y="221"/>
                    <a:pt x="124" y="221"/>
                  </a:cubicBezTo>
                  <a:cubicBezTo>
                    <a:pt x="148" y="221"/>
                    <a:pt x="167" y="204"/>
                    <a:pt x="171" y="174"/>
                  </a:cubicBezTo>
                  <a:lnTo>
                    <a:pt x="85" y="125"/>
                  </a:lnTo>
                  <a:lnTo>
                    <a:pt x="85" y="97"/>
                  </a:lnTo>
                  <a:lnTo>
                    <a:pt x="171" y="145"/>
                  </a:lnTo>
                  <a:cubicBezTo>
                    <a:pt x="163" y="91"/>
                    <a:pt x="132" y="42"/>
                    <a:pt x="86" y="11"/>
                  </a:cubicBezTo>
                  <a:lnTo>
                    <a:pt x="86" y="13"/>
                  </a:lnTo>
                  <a:cubicBezTo>
                    <a:pt x="72" y="5"/>
                    <a:pt x="59" y="1"/>
                    <a:pt x="47" y="1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1764300" y="2718875"/>
              <a:ext cx="4300" cy="5450"/>
            </a:xfrm>
            <a:custGeom>
              <a:avLst/>
              <a:gdLst/>
              <a:ahLst/>
              <a:cxnLst/>
              <a:rect l="l" t="t" r="r" b="b"/>
              <a:pathLst>
                <a:path w="172" h="218" extrusionOk="0">
                  <a:moveTo>
                    <a:pt x="47" y="1"/>
                  </a:moveTo>
                  <a:cubicBezTo>
                    <a:pt x="23" y="1"/>
                    <a:pt x="5" y="18"/>
                    <a:pt x="1" y="48"/>
                  </a:cubicBezTo>
                  <a:lnTo>
                    <a:pt x="68" y="87"/>
                  </a:lnTo>
                  <a:lnTo>
                    <a:pt x="68" y="87"/>
                  </a:lnTo>
                  <a:lnTo>
                    <a:pt x="65" y="77"/>
                  </a:lnTo>
                  <a:lnTo>
                    <a:pt x="87" y="96"/>
                  </a:lnTo>
                  <a:lnTo>
                    <a:pt x="104" y="107"/>
                  </a:lnTo>
                  <a:lnTo>
                    <a:pt x="104" y="113"/>
                  </a:lnTo>
                  <a:lnTo>
                    <a:pt x="170" y="176"/>
                  </a:lnTo>
                  <a:cubicBezTo>
                    <a:pt x="170" y="170"/>
                    <a:pt x="171" y="165"/>
                    <a:pt x="171" y="159"/>
                  </a:cubicBezTo>
                  <a:cubicBezTo>
                    <a:pt x="168" y="99"/>
                    <a:pt x="136" y="44"/>
                    <a:pt x="85" y="11"/>
                  </a:cubicBezTo>
                  <a:lnTo>
                    <a:pt x="85" y="13"/>
                  </a:lnTo>
                  <a:cubicBezTo>
                    <a:pt x="71" y="5"/>
                    <a:pt x="58" y="1"/>
                    <a:pt x="47" y="1"/>
                  </a:cubicBezTo>
                  <a:close/>
                  <a:moveTo>
                    <a:pt x="1" y="76"/>
                  </a:moveTo>
                  <a:lnTo>
                    <a:pt x="1" y="76"/>
                  </a:lnTo>
                  <a:cubicBezTo>
                    <a:pt x="8" y="131"/>
                    <a:pt x="39" y="179"/>
                    <a:pt x="85" y="210"/>
                  </a:cubicBezTo>
                  <a:cubicBezTo>
                    <a:pt x="90" y="213"/>
                    <a:pt x="95" y="216"/>
                    <a:pt x="101" y="217"/>
                  </a:cubicBezTo>
                  <a:lnTo>
                    <a:pt x="76" y="120"/>
                  </a:lnTo>
                  <a:lnTo>
                    <a:pt x="78" y="120"/>
                  </a:lnTo>
                  <a:lnTo>
                    <a:pt x="1" y="76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1766925" y="2722500"/>
              <a:ext cx="5275" cy="7125"/>
            </a:xfrm>
            <a:custGeom>
              <a:avLst/>
              <a:gdLst/>
              <a:ahLst/>
              <a:cxnLst/>
              <a:rect l="l" t="t" r="r" b="b"/>
              <a:pathLst>
                <a:path w="211" h="285" extrusionOk="0">
                  <a:moveTo>
                    <a:pt x="0" y="0"/>
                  </a:moveTo>
                  <a:lnTo>
                    <a:pt x="69" y="284"/>
                  </a:lnTo>
                  <a:lnTo>
                    <a:pt x="111" y="192"/>
                  </a:lnTo>
                  <a:lnTo>
                    <a:pt x="211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1765925" y="2720800"/>
              <a:ext cx="8050" cy="10825"/>
            </a:xfrm>
            <a:custGeom>
              <a:avLst/>
              <a:gdLst/>
              <a:ahLst/>
              <a:cxnLst/>
              <a:rect l="l" t="t" r="r" b="b"/>
              <a:pathLst>
                <a:path w="322" h="433" extrusionOk="0">
                  <a:moveTo>
                    <a:pt x="0" y="0"/>
                  </a:moveTo>
                  <a:lnTo>
                    <a:pt x="3" y="11"/>
                  </a:lnTo>
                  <a:lnTo>
                    <a:pt x="23" y="22"/>
                  </a:lnTo>
                  <a:lnTo>
                    <a:pt x="2" y="2"/>
                  </a:lnTo>
                  <a:lnTo>
                    <a:pt x="0" y="0"/>
                  </a:lnTo>
                  <a:close/>
                  <a:moveTo>
                    <a:pt x="40" y="68"/>
                  </a:moveTo>
                  <a:lnTo>
                    <a:pt x="251" y="271"/>
                  </a:lnTo>
                  <a:lnTo>
                    <a:pt x="151" y="260"/>
                  </a:lnTo>
                  <a:lnTo>
                    <a:pt x="109" y="352"/>
                  </a:lnTo>
                  <a:lnTo>
                    <a:pt x="40" y="68"/>
                  </a:lnTo>
                  <a:close/>
                  <a:moveTo>
                    <a:pt x="39" y="37"/>
                  </a:moveTo>
                  <a:lnTo>
                    <a:pt x="39" y="60"/>
                  </a:lnTo>
                  <a:lnTo>
                    <a:pt x="11" y="43"/>
                  </a:lnTo>
                  <a:lnTo>
                    <a:pt x="36" y="140"/>
                  </a:lnTo>
                  <a:lnTo>
                    <a:pt x="106" y="432"/>
                  </a:lnTo>
                  <a:lnTo>
                    <a:pt x="169" y="292"/>
                  </a:lnTo>
                  <a:lnTo>
                    <a:pt x="321" y="309"/>
                  </a:lnTo>
                  <a:lnTo>
                    <a:pt x="105" y="100"/>
                  </a:lnTo>
                  <a:lnTo>
                    <a:pt x="39" y="37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1718300" y="2693500"/>
              <a:ext cx="48650" cy="28825"/>
            </a:xfrm>
            <a:custGeom>
              <a:avLst/>
              <a:gdLst/>
              <a:ahLst/>
              <a:cxnLst/>
              <a:rect l="l" t="t" r="r" b="b"/>
              <a:pathLst>
                <a:path w="1946" h="1153" extrusionOk="0">
                  <a:moveTo>
                    <a:pt x="0" y="0"/>
                  </a:moveTo>
                  <a:lnTo>
                    <a:pt x="0" y="28"/>
                  </a:lnTo>
                  <a:lnTo>
                    <a:pt x="85" y="77"/>
                  </a:lnTo>
                  <a:lnTo>
                    <a:pt x="781" y="480"/>
                  </a:lnTo>
                  <a:cubicBezTo>
                    <a:pt x="819" y="492"/>
                    <a:pt x="858" y="506"/>
                    <a:pt x="894" y="523"/>
                  </a:cubicBezTo>
                  <a:lnTo>
                    <a:pt x="894" y="516"/>
                  </a:lnTo>
                  <a:lnTo>
                    <a:pt x="85" y="49"/>
                  </a:lnTo>
                  <a:lnTo>
                    <a:pt x="0" y="0"/>
                  </a:lnTo>
                  <a:close/>
                  <a:moveTo>
                    <a:pt x="1090" y="630"/>
                  </a:moveTo>
                  <a:lnTo>
                    <a:pt x="1090" y="636"/>
                  </a:lnTo>
                  <a:cubicBezTo>
                    <a:pt x="1128" y="664"/>
                    <a:pt x="1166" y="693"/>
                    <a:pt x="1203" y="724"/>
                  </a:cubicBezTo>
                  <a:lnTo>
                    <a:pt x="1841" y="1092"/>
                  </a:lnTo>
                  <a:lnTo>
                    <a:pt x="1918" y="1135"/>
                  </a:lnTo>
                  <a:lnTo>
                    <a:pt x="1945" y="1152"/>
                  </a:lnTo>
                  <a:lnTo>
                    <a:pt x="1945" y="1123"/>
                  </a:lnTo>
                  <a:lnTo>
                    <a:pt x="1927" y="1112"/>
                  </a:lnTo>
                  <a:lnTo>
                    <a:pt x="1908" y="1102"/>
                  </a:lnTo>
                  <a:lnTo>
                    <a:pt x="1841" y="1063"/>
                  </a:lnTo>
                  <a:lnTo>
                    <a:pt x="1090" y="63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1720300" y="2704675"/>
              <a:ext cx="45500" cy="39350"/>
            </a:xfrm>
            <a:custGeom>
              <a:avLst/>
              <a:gdLst/>
              <a:ahLst/>
              <a:cxnLst/>
              <a:rect l="l" t="t" r="r" b="b"/>
              <a:pathLst>
                <a:path w="1820" h="1574" extrusionOk="0">
                  <a:moveTo>
                    <a:pt x="501" y="1"/>
                  </a:moveTo>
                  <a:cubicBezTo>
                    <a:pt x="233" y="1"/>
                    <a:pt x="39" y="190"/>
                    <a:pt x="0" y="524"/>
                  </a:cubicBezTo>
                  <a:lnTo>
                    <a:pt x="25" y="538"/>
                  </a:lnTo>
                  <a:cubicBezTo>
                    <a:pt x="63" y="215"/>
                    <a:pt x="253" y="32"/>
                    <a:pt x="513" y="32"/>
                  </a:cubicBezTo>
                  <a:cubicBezTo>
                    <a:pt x="606" y="32"/>
                    <a:pt x="707" y="55"/>
                    <a:pt x="814" y="103"/>
                  </a:cubicBezTo>
                  <a:lnTo>
                    <a:pt x="814" y="76"/>
                  </a:lnTo>
                  <a:cubicBezTo>
                    <a:pt x="778" y="59"/>
                    <a:pt x="739" y="45"/>
                    <a:pt x="701" y="33"/>
                  </a:cubicBezTo>
                  <a:cubicBezTo>
                    <a:pt x="631" y="11"/>
                    <a:pt x="564" y="1"/>
                    <a:pt x="501" y="1"/>
                  </a:cubicBezTo>
                  <a:close/>
                  <a:moveTo>
                    <a:pt x="1010" y="189"/>
                  </a:moveTo>
                  <a:lnTo>
                    <a:pt x="1010" y="217"/>
                  </a:lnTo>
                  <a:cubicBezTo>
                    <a:pt x="1418" y="506"/>
                    <a:pt x="1744" y="1062"/>
                    <a:pt x="1795" y="1560"/>
                  </a:cubicBezTo>
                  <a:lnTo>
                    <a:pt x="1819" y="1573"/>
                  </a:lnTo>
                  <a:cubicBezTo>
                    <a:pt x="1773" y="1108"/>
                    <a:pt x="1490" y="589"/>
                    <a:pt x="1123" y="277"/>
                  </a:cubicBezTo>
                  <a:cubicBezTo>
                    <a:pt x="1086" y="245"/>
                    <a:pt x="1048" y="215"/>
                    <a:pt x="1010" y="189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1741225" y="2705025"/>
              <a:ext cx="3750" cy="6350"/>
            </a:xfrm>
            <a:custGeom>
              <a:avLst/>
              <a:gdLst/>
              <a:ahLst/>
              <a:cxnLst/>
              <a:rect l="l" t="t" r="r" b="b"/>
              <a:pathLst>
                <a:path w="150" h="254" extrusionOk="0">
                  <a:moveTo>
                    <a:pt x="2" y="0"/>
                  </a:moveTo>
                  <a:lnTo>
                    <a:pt x="1" y="169"/>
                  </a:lnTo>
                  <a:lnTo>
                    <a:pt x="148" y="254"/>
                  </a:lnTo>
                  <a:lnTo>
                    <a:pt x="150" y="8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1740675" y="2703950"/>
              <a:ext cx="4925" cy="8475"/>
            </a:xfrm>
            <a:custGeom>
              <a:avLst/>
              <a:gdLst/>
              <a:ahLst/>
              <a:cxnLst/>
              <a:rect l="l" t="t" r="r" b="b"/>
              <a:pathLst>
                <a:path w="197" h="339" extrusionOk="0">
                  <a:moveTo>
                    <a:pt x="24" y="43"/>
                  </a:moveTo>
                  <a:lnTo>
                    <a:pt x="170" y="128"/>
                  </a:lnTo>
                  <a:lnTo>
                    <a:pt x="170" y="297"/>
                  </a:lnTo>
                  <a:lnTo>
                    <a:pt x="24" y="212"/>
                  </a:lnTo>
                  <a:lnTo>
                    <a:pt x="24" y="43"/>
                  </a:lnTo>
                  <a:close/>
                  <a:moveTo>
                    <a:pt x="1" y="0"/>
                  </a:moveTo>
                  <a:lnTo>
                    <a:pt x="1" y="98"/>
                  </a:lnTo>
                  <a:lnTo>
                    <a:pt x="1" y="134"/>
                  </a:lnTo>
                  <a:lnTo>
                    <a:pt x="1" y="226"/>
                  </a:lnTo>
                  <a:lnTo>
                    <a:pt x="196" y="338"/>
                  </a:lnTo>
                  <a:lnTo>
                    <a:pt x="196" y="1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1718500" y="2717425"/>
              <a:ext cx="3700" cy="6400"/>
            </a:xfrm>
            <a:custGeom>
              <a:avLst/>
              <a:gdLst/>
              <a:ahLst/>
              <a:cxnLst/>
              <a:rect l="l" t="t" r="r" b="b"/>
              <a:pathLst>
                <a:path w="148" h="256" extrusionOk="0">
                  <a:moveTo>
                    <a:pt x="2" y="0"/>
                  </a:moveTo>
                  <a:lnTo>
                    <a:pt x="0" y="169"/>
                  </a:lnTo>
                  <a:lnTo>
                    <a:pt x="148" y="255"/>
                  </a:lnTo>
                  <a:lnTo>
                    <a:pt x="148" y="8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1717900" y="2716375"/>
              <a:ext cx="4950" cy="8475"/>
            </a:xfrm>
            <a:custGeom>
              <a:avLst/>
              <a:gdLst/>
              <a:ahLst/>
              <a:cxnLst/>
              <a:rect l="l" t="t" r="r" b="b"/>
              <a:pathLst>
                <a:path w="198" h="339" extrusionOk="0">
                  <a:moveTo>
                    <a:pt x="24" y="42"/>
                  </a:moveTo>
                  <a:lnTo>
                    <a:pt x="172" y="128"/>
                  </a:lnTo>
                  <a:lnTo>
                    <a:pt x="172" y="297"/>
                  </a:lnTo>
                  <a:lnTo>
                    <a:pt x="24" y="211"/>
                  </a:lnTo>
                  <a:lnTo>
                    <a:pt x="24" y="42"/>
                  </a:lnTo>
                  <a:close/>
                  <a:moveTo>
                    <a:pt x="1" y="1"/>
                  </a:moveTo>
                  <a:lnTo>
                    <a:pt x="1" y="225"/>
                  </a:lnTo>
                  <a:lnTo>
                    <a:pt x="198" y="339"/>
                  </a:lnTo>
                  <a:lnTo>
                    <a:pt x="198" y="114"/>
                  </a:lnTo>
                  <a:lnTo>
                    <a:pt x="121" y="70"/>
                  </a:lnTo>
                  <a:lnTo>
                    <a:pt x="96" y="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1763800" y="2743575"/>
              <a:ext cx="3725" cy="6350"/>
            </a:xfrm>
            <a:custGeom>
              <a:avLst/>
              <a:gdLst/>
              <a:ahLst/>
              <a:cxnLst/>
              <a:rect l="l" t="t" r="r" b="b"/>
              <a:pathLst>
                <a:path w="149" h="254" extrusionOk="0">
                  <a:moveTo>
                    <a:pt x="1" y="0"/>
                  </a:moveTo>
                  <a:lnTo>
                    <a:pt x="1" y="169"/>
                  </a:lnTo>
                  <a:lnTo>
                    <a:pt x="147" y="254"/>
                  </a:lnTo>
                  <a:lnTo>
                    <a:pt x="148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1763225" y="2742550"/>
              <a:ext cx="4950" cy="8450"/>
            </a:xfrm>
            <a:custGeom>
              <a:avLst/>
              <a:gdLst/>
              <a:ahLst/>
              <a:cxnLst/>
              <a:rect l="l" t="t" r="r" b="b"/>
              <a:pathLst>
                <a:path w="198" h="338" extrusionOk="0">
                  <a:moveTo>
                    <a:pt x="24" y="41"/>
                  </a:moveTo>
                  <a:lnTo>
                    <a:pt x="171" y="126"/>
                  </a:lnTo>
                  <a:lnTo>
                    <a:pt x="171" y="295"/>
                  </a:lnTo>
                  <a:lnTo>
                    <a:pt x="24" y="210"/>
                  </a:lnTo>
                  <a:lnTo>
                    <a:pt x="24" y="41"/>
                  </a:lnTo>
                  <a:close/>
                  <a:moveTo>
                    <a:pt x="1" y="0"/>
                  </a:moveTo>
                  <a:lnTo>
                    <a:pt x="1" y="224"/>
                  </a:lnTo>
                  <a:lnTo>
                    <a:pt x="197" y="338"/>
                  </a:lnTo>
                  <a:lnTo>
                    <a:pt x="197" y="112"/>
                  </a:lnTo>
                  <a:lnTo>
                    <a:pt x="104" y="58"/>
                  </a:lnTo>
                  <a:lnTo>
                    <a:pt x="79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ALAT DAN BAHAN</a:t>
            </a:r>
          </a:p>
        </p:txBody>
      </p:sp>
      <p:pic>
        <p:nvPicPr>
          <p:cNvPr id="253" name="Picture 252">
            <a:extLst>
              <a:ext uri="{FF2B5EF4-FFF2-40B4-BE49-F238E27FC236}">
                <a16:creationId xmlns:a16="http://schemas.microsoft.com/office/drawing/2014/main" id="{440BEF64-F4B2-4438-BCC5-8ACAB03C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2071E7-56A8-4A8A-A5D7-678B8F2906AB}"/>
              </a:ext>
            </a:extLst>
          </p:cNvPr>
          <p:cNvGrpSpPr/>
          <p:nvPr/>
        </p:nvGrpSpPr>
        <p:grpSpPr>
          <a:xfrm>
            <a:off x="2910756" y="1776604"/>
            <a:ext cx="323032" cy="590571"/>
            <a:chOff x="2827980" y="1412364"/>
            <a:chExt cx="945171" cy="1727975"/>
          </a:xfrm>
        </p:grpSpPr>
        <p:grpSp>
          <p:nvGrpSpPr>
            <p:cNvPr id="266" name="Google Shape;2009;p52">
              <a:extLst>
                <a:ext uri="{FF2B5EF4-FFF2-40B4-BE49-F238E27FC236}">
                  <a16:creationId xmlns:a16="http://schemas.microsoft.com/office/drawing/2014/main" id="{E9AF78F5-DE37-4925-80B1-78A43C179AD5}"/>
                </a:ext>
              </a:extLst>
            </p:cNvPr>
            <p:cNvGrpSpPr/>
            <p:nvPr/>
          </p:nvGrpSpPr>
          <p:grpSpPr>
            <a:xfrm>
              <a:off x="2827980" y="1412364"/>
              <a:ext cx="945171" cy="1727975"/>
              <a:chOff x="6417224" y="2247097"/>
              <a:chExt cx="951950" cy="1740368"/>
            </a:xfrm>
          </p:grpSpPr>
          <p:sp>
            <p:nvSpPr>
              <p:cNvPr id="267" name="Google Shape;2010;p52">
                <a:extLst>
                  <a:ext uri="{FF2B5EF4-FFF2-40B4-BE49-F238E27FC236}">
                    <a16:creationId xmlns:a16="http://schemas.microsoft.com/office/drawing/2014/main" id="{89AA9795-60FB-492B-9219-BA0FA5D72348}"/>
                  </a:ext>
                </a:extLst>
              </p:cNvPr>
              <p:cNvSpPr/>
              <p:nvPr/>
            </p:nvSpPr>
            <p:spPr>
              <a:xfrm>
                <a:off x="6505324" y="2247511"/>
                <a:ext cx="863850" cy="1739954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 extrusionOk="0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11;p52">
                <a:extLst>
                  <a:ext uri="{FF2B5EF4-FFF2-40B4-BE49-F238E27FC236}">
                    <a16:creationId xmlns:a16="http://schemas.microsoft.com/office/drawing/2014/main" id="{A19034A5-9027-4824-A816-509985D61596}"/>
                  </a:ext>
                </a:extLst>
              </p:cNvPr>
              <p:cNvSpPr/>
              <p:nvPr/>
            </p:nvSpPr>
            <p:spPr>
              <a:xfrm>
                <a:off x="6417224" y="2247097"/>
                <a:ext cx="868375" cy="1740368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 extrusionOk="0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12;p52">
                <a:extLst>
                  <a:ext uri="{FF2B5EF4-FFF2-40B4-BE49-F238E27FC236}">
                    <a16:creationId xmlns:a16="http://schemas.microsoft.com/office/drawing/2014/main" id="{8BCC1BAC-23DE-4F26-A03C-AA87A2F5CFE5}"/>
                  </a:ext>
                </a:extLst>
              </p:cNvPr>
              <p:cNvSpPr/>
              <p:nvPr/>
            </p:nvSpPr>
            <p:spPr>
              <a:xfrm>
                <a:off x="6492619" y="2340952"/>
                <a:ext cx="813450" cy="1457323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 extrusionOk="0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13;p52">
                <a:extLst>
                  <a:ext uri="{FF2B5EF4-FFF2-40B4-BE49-F238E27FC236}">
                    <a16:creationId xmlns:a16="http://schemas.microsoft.com/office/drawing/2014/main" id="{483AA48B-BE03-446D-A6A6-CE0CC07F0BEC}"/>
                  </a:ext>
                </a:extLst>
              </p:cNvPr>
              <p:cNvSpPr/>
              <p:nvPr/>
            </p:nvSpPr>
            <p:spPr>
              <a:xfrm>
                <a:off x="6856100" y="3843492"/>
                <a:ext cx="96750" cy="8315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 extrusionOk="0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14;p52">
                <a:extLst>
                  <a:ext uri="{FF2B5EF4-FFF2-40B4-BE49-F238E27FC236}">
                    <a16:creationId xmlns:a16="http://schemas.microsoft.com/office/drawing/2014/main" id="{7DE8E1BD-14F6-4244-9908-8D501297167B}"/>
                  </a:ext>
                </a:extLst>
              </p:cNvPr>
              <p:cNvSpPr/>
              <p:nvPr/>
            </p:nvSpPr>
            <p:spPr>
              <a:xfrm>
                <a:off x="6623350" y="3880717"/>
                <a:ext cx="8280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 extrusionOk="0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15;p52">
                <a:extLst>
                  <a:ext uri="{FF2B5EF4-FFF2-40B4-BE49-F238E27FC236}">
                    <a16:creationId xmlns:a16="http://schemas.microsoft.com/office/drawing/2014/main" id="{88229A9F-F83E-475A-9039-28930044EE5E}"/>
                  </a:ext>
                </a:extLst>
              </p:cNvPr>
              <p:cNvSpPr/>
              <p:nvPr/>
            </p:nvSpPr>
            <p:spPr>
              <a:xfrm>
                <a:off x="7116325" y="3860642"/>
                <a:ext cx="60675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 extrusionOk="0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16;p52">
                <a:extLst>
                  <a:ext uri="{FF2B5EF4-FFF2-40B4-BE49-F238E27FC236}">
                    <a16:creationId xmlns:a16="http://schemas.microsoft.com/office/drawing/2014/main" id="{7C966891-7999-4713-80A7-BF6C0AC972E7}"/>
                  </a:ext>
                </a:extLst>
              </p:cNvPr>
              <p:cNvSpPr/>
              <p:nvPr/>
            </p:nvSpPr>
            <p:spPr>
              <a:xfrm>
                <a:off x="6785429" y="2287275"/>
                <a:ext cx="23810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 extrusionOk="0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017;p52">
              <a:extLst>
                <a:ext uri="{FF2B5EF4-FFF2-40B4-BE49-F238E27FC236}">
                  <a16:creationId xmlns:a16="http://schemas.microsoft.com/office/drawing/2014/main" id="{8C944FFE-6C28-4D99-ADCF-AFE42A9C5DE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-10" b="-4460"/>
            <a:stretch/>
          </p:blipFill>
          <p:spPr>
            <a:xfrm>
              <a:off x="2892194" y="1499356"/>
              <a:ext cx="817047" cy="15171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" name="Google Shape;475;p33">
            <a:extLst>
              <a:ext uri="{FF2B5EF4-FFF2-40B4-BE49-F238E27FC236}">
                <a16:creationId xmlns:a16="http://schemas.microsoft.com/office/drawing/2014/main" id="{27BAE5AF-6E21-4B4A-A5AF-519052AE91C6}"/>
              </a:ext>
            </a:extLst>
          </p:cNvPr>
          <p:cNvSpPr txBox="1">
            <a:spLocks/>
          </p:cNvSpPr>
          <p:nvPr/>
        </p:nvSpPr>
        <p:spPr>
          <a:xfrm flipH="1">
            <a:off x="2306920" y="2487426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dirty="0"/>
              <a:t>smartphone</a:t>
            </a:r>
          </a:p>
        </p:txBody>
      </p:sp>
      <p:sp>
        <p:nvSpPr>
          <p:cNvPr id="236" name="Google Shape;475;p33">
            <a:extLst>
              <a:ext uri="{FF2B5EF4-FFF2-40B4-BE49-F238E27FC236}">
                <a16:creationId xmlns:a16="http://schemas.microsoft.com/office/drawing/2014/main" id="{037E91F8-2822-4174-BED2-1C8FDFEB00D8}"/>
              </a:ext>
            </a:extLst>
          </p:cNvPr>
          <p:cNvSpPr txBox="1">
            <a:spLocks/>
          </p:cNvSpPr>
          <p:nvPr/>
        </p:nvSpPr>
        <p:spPr>
          <a:xfrm flipH="1">
            <a:off x="4923183" y="2484839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dirty="0"/>
              <a:t>laptop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FB34305-48C3-43E4-A0DD-529AD285416E}"/>
              </a:ext>
            </a:extLst>
          </p:cNvPr>
          <p:cNvGrpSpPr/>
          <p:nvPr/>
        </p:nvGrpSpPr>
        <p:grpSpPr>
          <a:xfrm>
            <a:off x="836855" y="3637063"/>
            <a:ext cx="7470290" cy="870154"/>
            <a:chOff x="971550" y="3637063"/>
            <a:chExt cx="7470290" cy="8701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6832EC-9C2C-4C51-9DEA-A3076E7D23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312" r="6481"/>
            <a:stretch/>
          </p:blipFill>
          <p:spPr>
            <a:xfrm>
              <a:off x="971550" y="3637063"/>
              <a:ext cx="1900238" cy="87015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565893F-7B3F-464F-ABB9-53EB2DE83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54687" y="3700563"/>
              <a:ext cx="723977" cy="723977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2382CAD-2B5F-4FDC-9F39-1FB333897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41766" y="3849431"/>
              <a:ext cx="1560601" cy="44541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F0ADD41-D5E3-4BB8-9511-4CD5512BE9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4286" r="3852"/>
            <a:stretch/>
          </p:blipFill>
          <p:spPr>
            <a:xfrm>
              <a:off x="6198456" y="3803147"/>
              <a:ext cx="742951" cy="537986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667613F-1A7D-4275-9FC6-440ED2F42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37497" y="3849431"/>
              <a:ext cx="1104343" cy="445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6759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07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50" name="Google Shape;3046;p54">
            <a:extLst>
              <a:ext uri="{FF2B5EF4-FFF2-40B4-BE49-F238E27FC236}">
                <a16:creationId xmlns:a16="http://schemas.microsoft.com/office/drawing/2014/main" id="{0AF5DA1A-EB2C-4D07-A997-8AE0F6989B5C}"/>
              </a:ext>
            </a:extLst>
          </p:cNvPr>
          <p:cNvGrpSpPr/>
          <p:nvPr/>
        </p:nvGrpSpPr>
        <p:grpSpPr>
          <a:xfrm>
            <a:off x="5231052" y="624658"/>
            <a:ext cx="3125766" cy="3091702"/>
            <a:chOff x="867900" y="2040850"/>
            <a:chExt cx="367225" cy="363225"/>
          </a:xfrm>
        </p:grpSpPr>
        <p:sp>
          <p:nvSpPr>
            <p:cNvPr id="51" name="Google Shape;3047;p54">
              <a:extLst>
                <a:ext uri="{FF2B5EF4-FFF2-40B4-BE49-F238E27FC236}">
                  <a16:creationId xmlns:a16="http://schemas.microsoft.com/office/drawing/2014/main" id="{CAECBFAB-309D-49FE-B541-FFACE5451C59}"/>
                </a:ext>
              </a:extLst>
            </p:cNvPr>
            <p:cNvSpPr/>
            <p:nvPr/>
          </p:nvSpPr>
          <p:spPr>
            <a:xfrm>
              <a:off x="867900" y="2184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48;p54">
              <a:extLst>
                <a:ext uri="{FF2B5EF4-FFF2-40B4-BE49-F238E27FC236}">
                  <a16:creationId xmlns:a16="http://schemas.microsoft.com/office/drawing/2014/main" id="{2A9B2157-F0DB-4916-A7C0-EFB578AAD554}"/>
                </a:ext>
              </a:extLst>
            </p:cNvPr>
            <p:cNvSpPr/>
            <p:nvPr/>
          </p:nvSpPr>
          <p:spPr>
            <a:xfrm>
              <a:off x="1052100" y="2291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049;p54">
              <a:extLst>
                <a:ext uri="{FF2B5EF4-FFF2-40B4-BE49-F238E27FC236}">
                  <a16:creationId xmlns:a16="http://schemas.microsoft.com/office/drawing/2014/main" id="{47D6130B-24AB-4CC2-819A-865B2C740403}"/>
                </a:ext>
              </a:extLst>
            </p:cNvPr>
            <p:cNvSpPr/>
            <p:nvPr/>
          </p:nvSpPr>
          <p:spPr>
            <a:xfrm>
              <a:off x="867900" y="2291175"/>
              <a:ext cx="184250" cy="112900"/>
            </a:xfrm>
            <a:custGeom>
              <a:avLst/>
              <a:gdLst/>
              <a:ahLst/>
              <a:cxnLst/>
              <a:rect l="l" t="t" r="r" b="b"/>
              <a:pathLst>
                <a:path w="7370" h="4516" extrusionOk="0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050;p54">
              <a:extLst>
                <a:ext uri="{FF2B5EF4-FFF2-40B4-BE49-F238E27FC236}">
                  <a16:creationId xmlns:a16="http://schemas.microsoft.com/office/drawing/2014/main" id="{4EEB95FF-60FC-4E30-8D83-6458B202259F}"/>
                </a:ext>
              </a:extLst>
            </p:cNvPr>
            <p:cNvSpPr/>
            <p:nvPr/>
          </p:nvSpPr>
          <p:spPr>
            <a:xfrm>
              <a:off x="867950" y="2184850"/>
              <a:ext cx="367175" cy="212700"/>
            </a:xfrm>
            <a:custGeom>
              <a:avLst/>
              <a:gdLst/>
              <a:ahLst/>
              <a:cxnLst/>
              <a:rect l="l" t="t" r="r" b="b"/>
              <a:pathLst>
                <a:path w="14687" h="8508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051;p54">
              <a:extLst>
                <a:ext uri="{FF2B5EF4-FFF2-40B4-BE49-F238E27FC236}">
                  <a16:creationId xmlns:a16="http://schemas.microsoft.com/office/drawing/2014/main" id="{1F699856-AD57-4519-A253-E6CD48F8A75B}"/>
                </a:ext>
              </a:extLst>
            </p:cNvPr>
            <p:cNvSpPr/>
            <p:nvPr/>
          </p:nvSpPr>
          <p:spPr>
            <a:xfrm>
              <a:off x="867900" y="2112875"/>
              <a:ext cx="367225" cy="219200"/>
            </a:xfrm>
            <a:custGeom>
              <a:avLst/>
              <a:gdLst/>
              <a:ahLst/>
              <a:cxnLst/>
              <a:rect l="l" t="t" r="r" b="b"/>
              <a:pathLst>
                <a:path w="14689" h="8768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052;p54">
              <a:extLst>
                <a:ext uri="{FF2B5EF4-FFF2-40B4-BE49-F238E27FC236}">
                  <a16:creationId xmlns:a16="http://schemas.microsoft.com/office/drawing/2014/main" id="{E96B1723-F307-405F-9B37-FD1099DCCFD4}"/>
                </a:ext>
              </a:extLst>
            </p:cNvPr>
            <p:cNvSpPr/>
            <p:nvPr/>
          </p:nvSpPr>
          <p:spPr>
            <a:xfrm>
              <a:off x="1052100" y="2219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053;p54">
              <a:extLst>
                <a:ext uri="{FF2B5EF4-FFF2-40B4-BE49-F238E27FC236}">
                  <a16:creationId xmlns:a16="http://schemas.microsoft.com/office/drawing/2014/main" id="{AF8FEF8F-3854-490F-9D45-3FBA44664B65}"/>
                </a:ext>
              </a:extLst>
            </p:cNvPr>
            <p:cNvSpPr/>
            <p:nvPr/>
          </p:nvSpPr>
          <p:spPr>
            <a:xfrm>
              <a:off x="867900" y="2219225"/>
              <a:ext cx="184250" cy="112850"/>
            </a:xfrm>
            <a:custGeom>
              <a:avLst/>
              <a:gdLst/>
              <a:ahLst/>
              <a:cxnLst/>
              <a:rect l="l" t="t" r="r" b="b"/>
              <a:pathLst>
                <a:path w="7370" h="4514" extrusionOk="0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054;p54">
              <a:extLst>
                <a:ext uri="{FF2B5EF4-FFF2-40B4-BE49-F238E27FC236}">
                  <a16:creationId xmlns:a16="http://schemas.microsoft.com/office/drawing/2014/main" id="{DD366891-F4AF-4AD7-A06F-B4E2F3642666}"/>
                </a:ext>
              </a:extLst>
            </p:cNvPr>
            <p:cNvSpPr/>
            <p:nvPr/>
          </p:nvSpPr>
          <p:spPr>
            <a:xfrm>
              <a:off x="867950" y="2112875"/>
              <a:ext cx="367175" cy="212675"/>
            </a:xfrm>
            <a:custGeom>
              <a:avLst/>
              <a:gdLst/>
              <a:ahLst/>
              <a:cxnLst/>
              <a:rect l="l" t="t" r="r" b="b"/>
              <a:pathLst>
                <a:path w="14687" h="8507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055;p54">
              <a:extLst>
                <a:ext uri="{FF2B5EF4-FFF2-40B4-BE49-F238E27FC236}">
                  <a16:creationId xmlns:a16="http://schemas.microsoft.com/office/drawing/2014/main" id="{FFA9167C-4332-4CD5-B8BE-440A89058F67}"/>
                </a:ext>
              </a:extLst>
            </p:cNvPr>
            <p:cNvSpPr/>
            <p:nvPr/>
          </p:nvSpPr>
          <p:spPr>
            <a:xfrm>
              <a:off x="867900" y="2040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056;p54">
              <a:extLst>
                <a:ext uri="{FF2B5EF4-FFF2-40B4-BE49-F238E27FC236}">
                  <a16:creationId xmlns:a16="http://schemas.microsoft.com/office/drawing/2014/main" id="{545D1498-4660-4FC2-9597-BBB9E6299F0E}"/>
                </a:ext>
              </a:extLst>
            </p:cNvPr>
            <p:cNvSpPr/>
            <p:nvPr/>
          </p:nvSpPr>
          <p:spPr>
            <a:xfrm>
              <a:off x="1052100" y="2147200"/>
              <a:ext cx="183025" cy="112875"/>
            </a:xfrm>
            <a:custGeom>
              <a:avLst/>
              <a:gdLst/>
              <a:ahLst/>
              <a:cxnLst/>
              <a:rect l="l" t="t" r="r" b="b"/>
              <a:pathLst>
                <a:path w="7321" h="4515" extrusionOk="0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057;p54">
              <a:extLst>
                <a:ext uri="{FF2B5EF4-FFF2-40B4-BE49-F238E27FC236}">
                  <a16:creationId xmlns:a16="http://schemas.microsoft.com/office/drawing/2014/main" id="{9F698766-AC48-48F6-9D4A-D102B9864BDF}"/>
                </a:ext>
              </a:extLst>
            </p:cNvPr>
            <p:cNvSpPr/>
            <p:nvPr/>
          </p:nvSpPr>
          <p:spPr>
            <a:xfrm>
              <a:off x="867900" y="2147200"/>
              <a:ext cx="184250" cy="112875"/>
            </a:xfrm>
            <a:custGeom>
              <a:avLst/>
              <a:gdLst/>
              <a:ahLst/>
              <a:cxnLst/>
              <a:rect l="l" t="t" r="r" b="b"/>
              <a:pathLst>
                <a:path w="7370" h="4515" extrusionOk="0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058;p54">
              <a:extLst>
                <a:ext uri="{FF2B5EF4-FFF2-40B4-BE49-F238E27FC236}">
                  <a16:creationId xmlns:a16="http://schemas.microsoft.com/office/drawing/2014/main" id="{D2E7FF31-2D9E-472D-B8E1-48CC6AE08C8C}"/>
                </a:ext>
              </a:extLst>
            </p:cNvPr>
            <p:cNvSpPr/>
            <p:nvPr/>
          </p:nvSpPr>
          <p:spPr>
            <a:xfrm>
              <a:off x="867950" y="2040850"/>
              <a:ext cx="367175" cy="212725"/>
            </a:xfrm>
            <a:custGeom>
              <a:avLst/>
              <a:gdLst/>
              <a:ahLst/>
              <a:cxnLst/>
              <a:rect l="l" t="t" r="r" b="b"/>
              <a:pathLst>
                <a:path w="14687" h="8509" extrusionOk="0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3046;p54">
            <a:extLst>
              <a:ext uri="{FF2B5EF4-FFF2-40B4-BE49-F238E27FC236}">
                <a16:creationId xmlns:a16="http://schemas.microsoft.com/office/drawing/2014/main" id="{E5062A04-B90A-4D5A-9098-64DE64ACE56D}"/>
              </a:ext>
            </a:extLst>
          </p:cNvPr>
          <p:cNvGrpSpPr/>
          <p:nvPr/>
        </p:nvGrpSpPr>
        <p:grpSpPr>
          <a:xfrm>
            <a:off x="5309369" y="624658"/>
            <a:ext cx="3125766" cy="3091702"/>
            <a:chOff x="867900" y="2040850"/>
            <a:chExt cx="367225" cy="363225"/>
          </a:xfrm>
        </p:grpSpPr>
        <p:sp>
          <p:nvSpPr>
            <p:cNvPr id="64" name="Google Shape;3047;p54">
              <a:extLst>
                <a:ext uri="{FF2B5EF4-FFF2-40B4-BE49-F238E27FC236}">
                  <a16:creationId xmlns:a16="http://schemas.microsoft.com/office/drawing/2014/main" id="{6369A9E7-0B8F-4133-A4AA-43349FD4CC5D}"/>
                </a:ext>
              </a:extLst>
            </p:cNvPr>
            <p:cNvSpPr/>
            <p:nvPr/>
          </p:nvSpPr>
          <p:spPr>
            <a:xfrm>
              <a:off x="867900" y="2184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048;p54">
              <a:extLst>
                <a:ext uri="{FF2B5EF4-FFF2-40B4-BE49-F238E27FC236}">
                  <a16:creationId xmlns:a16="http://schemas.microsoft.com/office/drawing/2014/main" id="{D44D7597-E72E-4B2E-AB85-CC8ADDA91A15}"/>
                </a:ext>
              </a:extLst>
            </p:cNvPr>
            <p:cNvSpPr/>
            <p:nvPr/>
          </p:nvSpPr>
          <p:spPr>
            <a:xfrm>
              <a:off x="1052100" y="2291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049;p54">
              <a:extLst>
                <a:ext uri="{FF2B5EF4-FFF2-40B4-BE49-F238E27FC236}">
                  <a16:creationId xmlns:a16="http://schemas.microsoft.com/office/drawing/2014/main" id="{42B29351-36A4-496B-B5AB-2FFA8361FF98}"/>
                </a:ext>
              </a:extLst>
            </p:cNvPr>
            <p:cNvSpPr/>
            <p:nvPr/>
          </p:nvSpPr>
          <p:spPr>
            <a:xfrm>
              <a:off x="867900" y="2291175"/>
              <a:ext cx="184250" cy="112900"/>
            </a:xfrm>
            <a:custGeom>
              <a:avLst/>
              <a:gdLst/>
              <a:ahLst/>
              <a:cxnLst/>
              <a:rect l="l" t="t" r="r" b="b"/>
              <a:pathLst>
                <a:path w="7370" h="4516" extrusionOk="0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050;p54">
              <a:extLst>
                <a:ext uri="{FF2B5EF4-FFF2-40B4-BE49-F238E27FC236}">
                  <a16:creationId xmlns:a16="http://schemas.microsoft.com/office/drawing/2014/main" id="{EC5A003B-DB99-4914-BB2D-8258885780D8}"/>
                </a:ext>
              </a:extLst>
            </p:cNvPr>
            <p:cNvSpPr/>
            <p:nvPr/>
          </p:nvSpPr>
          <p:spPr>
            <a:xfrm>
              <a:off x="867950" y="2184850"/>
              <a:ext cx="367175" cy="212700"/>
            </a:xfrm>
            <a:custGeom>
              <a:avLst/>
              <a:gdLst/>
              <a:ahLst/>
              <a:cxnLst/>
              <a:rect l="l" t="t" r="r" b="b"/>
              <a:pathLst>
                <a:path w="14687" h="8508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051;p54">
              <a:extLst>
                <a:ext uri="{FF2B5EF4-FFF2-40B4-BE49-F238E27FC236}">
                  <a16:creationId xmlns:a16="http://schemas.microsoft.com/office/drawing/2014/main" id="{1E3D4C5A-E509-4A28-BA85-AD8549567934}"/>
                </a:ext>
              </a:extLst>
            </p:cNvPr>
            <p:cNvSpPr/>
            <p:nvPr/>
          </p:nvSpPr>
          <p:spPr>
            <a:xfrm>
              <a:off x="867900" y="2112875"/>
              <a:ext cx="367225" cy="219200"/>
            </a:xfrm>
            <a:custGeom>
              <a:avLst/>
              <a:gdLst/>
              <a:ahLst/>
              <a:cxnLst/>
              <a:rect l="l" t="t" r="r" b="b"/>
              <a:pathLst>
                <a:path w="14689" h="8768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052;p54">
              <a:extLst>
                <a:ext uri="{FF2B5EF4-FFF2-40B4-BE49-F238E27FC236}">
                  <a16:creationId xmlns:a16="http://schemas.microsoft.com/office/drawing/2014/main" id="{BA06A804-C70E-4233-BA1B-0E6ABD2B5B58}"/>
                </a:ext>
              </a:extLst>
            </p:cNvPr>
            <p:cNvSpPr/>
            <p:nvPr/>
          </p:nvSpPr>
          <p:spPr>
            <a:xfrm>
              <a:off x="1052100" y="2219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053;p54">
              <a:extLst>
                <a:ext uri="{FF2B5EF4-FFF2-40B4-BE49-F238E27FC236}">
                  <a16:creationId xmlns:a16="http://schemas.microsoft.com/office/drawing/2014/main" id="{B31B6EBD-F486-48C8-91DC-BC389A372A75}"/>
                </a:ext>
              </a:extLst>
            </p:cNvPr>
            <p:cNvSpPr/>
            <p:nvPr/>
          </p:nvSpPr>
          <p:spPr>
            <a:xfrm>
              <a:off x="867900" y="2219225"/>
              <a:ext cx="184250" cy="112850"/>
            </a:xfrm>
            <a:custGeom>
              <a:avLst/>
              <a:gdLst/>
              <a:ahLst/>
              <a:cxnLst/>
              <a:rect l="l" t="t" r="r" b="b"/>
              <a:pathLst>
                <a:path w="7370" h="4514" extrusionOk="0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054;p54">
              <a:extLst>
                <a:ext uri="{FF2B5EF4-FFF2-40B4-BE49-F238E27FC236}">
                  <a16:creationId xmlns:a16="http://schemas.microsoft.com/office/drawing/2014/main" id="{B2255B79-B5EF-4D57-94BB-A51F0CDD49FF}"/>
                </a:ext>
              </a:extLst>
            </p:cNvPr>
            <p:cNvSpPr/>
            <p:nvPr/>
          </p:nvSpPr>
          <p:spPr>
            <a:xfrm>
              <a:off x="867950" y="2112875"/>
              <a:ext cx="367175" cy="212675"/>
            </a:xfrm>
            <a:custGeom>
              <a:avLst/>
              <a:gdLst/>
              <a:ahLst/>
              <a:cxnLst/>
              <a:rect l="l" t="t" r="r" b="b"/>
              <a:pathLst>
                <a:path w="14687" h="8507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055;p54">
              <a:extLst>
                <a:ext uri="{FF2B5EF4-FFF2-40B4-BE49-F238E27FC236}">
                  <a16:creationId xmlns:a16="http://schemas.microsoft.com/office/drawing/2014/main" id="{189A56B9-BCCB-4686-B90A-C9CBF19C6F9B}"/>
                </a:ext>
              </a:extLst>
            </p:cNvPr>
            <p:cNvSpPr/>
            <p:nvPr/>
          </p:nvSpPr>
          <p:spPr>
            <a:xfrm>
              <a:off x="867900" y="2040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056;p54">
              <a:extLst>
                <a:ext uri="{FF2B5EF4-FFF2-40B4-BE49-F238E27FC236}">
                  <a16:creationId xmlns:a16="http://schemas.microsoft.com/office/drawing/2014/main" id="{59F22D06-11FA-4216-913E-3B44531760BD}"/>
                </a:ext>
              </a:extLst>
            </p:cNvPr>
            <p:cNvSpPr/>
            <p:nvPr/>
          </p:nvSpPr>
          <p:spPr>
            <a:xfrm>
              <a:off x="1052100" y="2147200"/>
              <a:ext cx="183025" cy="112875"/>
            </a:xfrm>
            <a:custGeom>
              <a:avLst/>
              <a:gdLst/>
              <a:ahLst/>
              <a:cxnLst/>
              <a:rect l="l" t="t" r="r" b="b"/>
              <a:pathLst>
                <a:path w="7321" h="4515" extrusionOk="0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057;p54">
              <a:extLst>
                <a:ext uri="{FF2B5EF4-FFF2-40B4-BE49-F238E27FC236}">
                  <a16:creationId xmlns:a16="http://schemas.microsoft.com/office/drawing/2014/main" id="{05E80666-3EE6-436E-A97E-AD803E28460C}"/>
                </a:ext>
              </a:extLst>
            </p:cNvPr>
            <p:cNvSpPr/>
            <p:nvPr/>
          </p:nvSpPr>
          <p:spPr>
            <a:xfrm>
              <a:off x="867900" y="2147200"/>
              <a:ext cx="184250" cy="112875"/>
            </a:xfrm>
            <a:custGeom>
              <a:avLst/>
              <a:gdLst/>
              <a:ahLst/>
              <a:cxnLst/>
              <a:rect l="l" t="t" r="r" b="b"/>
              <a:pathLst>
                <a:path w="7370" h="4515" extrusionOk="0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058;p54">
              <a:extLst>
                <a:ext uri="{FF2B5EF4-FFF2-40B4-BE49-F238E27FC236}">
                  <a16:creationId xmlns:a16="http://schemas.microsoft.com/office/drawing/2014/main" id="{93657108-3C59-4677-8531-7DC73CA3CD3F}"/>
                </a:ext>
              </a:extLst>
            </p:cNvPr>
            <p:cNvSpPr/>
            <p:nvPr/>
          </p:nvSpPr>
          <p:spPr>
            <a:xfrm>
              <a:off x="867950" y="2040850"/>
              <a:ext cx="367175" cy="212725"/>
            </a:xfrm>
            <a:custGeom>
              <a:avLst/>
              <a:gdLst/>
              <a:ahLst/>
              <a:cxnLst/>
              <a:rect l="l" t="t" r="r" b="b"/>
              <a:pathLst>
                <a:path w="14687" h="8509" extrusionOk="0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88393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0;p29">
            <a:extLst>
              <a:ext uri="{FF2B5EF4-FFF2-40B4-BE49-F238E27FC236}">
                <a16:creationId xmlns:a16="http://schemas.microsoft.com/office/drawing/2014/main" id="{3F98FB0C-6C36-4AE7-8DCC-B39AAFAA0D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914375"/>
            <a:ext cx="8520600" cy="1314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TAHAPAN</a:t>
            </a:r>
            <a:br>
              <a:rPr lang="en-GB" dirty="0"/>
            </a:br>
            <a:r>
              <a:rPr lang="en-GB" dirty="0"/>
              <a:t>PENELITIAN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F788BC-37F5-4634-8615-88355D80C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93F863-061F-4E7E-BB5E-342D0A8C6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844" y="-108155"/>
            <a:ext cx="4738712" cy="532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15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JADWAL PENELITIAN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08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850" name="Google Shape;1850;p49"/>
          <p:cNvGrpSpPr/>
          <p:nvPr/>
        </p:nvGrpSpPr>
        <p:grpSpPr>
          <a:xfrm>
            <a:off x="4971087" y="385375"/>
            <a:ext cx="3090276" cy="3180475"/>
            <a:chOff x="1264500" y="238125"/>
            <a:chExt cx="5090225" cy="5238800"/>
          </a:xfrm>
        </p:grpSpPr>
        <p:sp>
          <p:nvSpPr>
            <p:cNvPr id="1851" name="Google Shape;1851;p49"/>
            <p:cNvSpPr/>
            <p:nvPr/>
          </p:nvSpPr>
          <p:spPr>
            <a:xfrm>
              <a:off x="4795750" y="2346725"/>
              <a:ext cx="1445275" cy="3130150"/>
            </a:xfrm>
            <a:custGeom>
              <a:avLst/>
              <a:gdLst/>
              <a:ahLst/>
              <a:cxnLst/>
              <a:rect l="l" t="t" r="r" b="b"/>
              <a:pathLst>
                <a:path w="57811" h="125206" extrusionOk="0">
                  <a:moveTo>
                    <a:pt x="33164" y="0"/>
                  </a:moveTo>
                  <a:lnTo>
                    <a:pt x="0" y="125206"/>
                  </a:lnTo>
                  <a:lnTo>
                    <a:pt x="57811" y="90898"/>
                  </a:lnTo>
                  <a:lnTo>
                    <a:pt x="33164" y="0"/>
                  </a:lnTo>
                  <a:close/>
                </a:path>
              </a:pathLst>
            </a:custGeom>
            <a:solidFill>
              <a:srgbClr val="7CB0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9"/>
            <p:cNvSpPr/>
            <p:nvPr/>
          </p:nvSpPr>
          <p:spPr>
            <a:xfrm>
              <a:off x="4795625" y="2346750"/>
              <a:ext cx="879475" cy="3130175"/>
            </a:xfrm>
            <a:custGeom>
              <a:avLst/>
              <a:gdLst/>
              <a:ahLst/>
              <a:cxnLst/>
              <a:rect l="l" t="t" r="r" b="b"/>
              <a:pathLst>
                <a:path w="35179" h="125207" extrusionOk="0">
                  <a:moveTo>
                    <a:pt x="33172" y="1"/>
                  </a:moveTo>
                  <a:lnTo>
                    <a:pt x="1" y="125206"/>
                  </a:lnTo>
                  <a:lnTo>
                    <a:pt x="1" y="125206"/>
                  </a:lnTo>
                  <a:lnTo>
                    <a:pt x="5880" y="121717"/>
                  </a:lnTo>
                  <a:lnTo>
                    <a:pt x="35179" y="7411"/>
                  </a:lnTo>
                  <a:lnTo>
                    <a:pt x="33172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9"/>
            <p:cNvSpPr/>
            <p:nvPr/>
          </p:nvSpPr>
          <p:spPr>
            <a:xfrm>
              <a:off x="5180300" y="2346725"/>
              <a:ext cx="1060725" cy="2272450"/>
            </a:xfrm>
            <a:custGeom>
              <a:avLst/>
              <a:gdLst/>
              <a:ahLst/>
              <a:cxnLst/>
              <a:rect l="l" t="t" r="r" b="b"/>
              <a:pathLst>
                <a:path w="42429" h="90898" extrusionOk="0">
                  <a:moveTo>
                    <a:pt x="17782" y="0"/>
                  </a:moveTo>
                  <a:lnTo>
                    <a:pt x="1" y="67393"/>
                  </a:lnTo>
                  <a:lnTo>
                    <a:pt x="42429" y="90898"/>
                  </a:lnTo>
                  <a:lnTo>
                    <a:pt x="42429" y="90898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5E7F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9"/>
            <p:cNvSpPr/>
            <p:nvPr/>
          </p:nvSpPr>
          <p:spPr>
            <a:xfrm>
              <a:off x="5445375" y="2346725"/>
              <a:ext cx="795650" cy="2272450"/>
            </a:xfrm>
            <a:custGeom>
              <a:avLst/>
              <a:gdLst/>
              <a:ahLst/>
              <a:cxnLst/>
              <a:rect l="l" t="t" r="r" b="b"/>
              <a:pathLst>
                <a:path w="31826" h="90898" extrusionOk="0">
                  <a:moveTo>
                    <a:pt x="7179" y="0"/>
                  </a:moveTo>
                  <a:lnTo>
                    <a:pt x="1" y="27207"/>
                  </a:lnTo>
                  <a:lnTo>
                    <a:pt x="14697" y="81409"/>
                  </a:lnTo>
                  <a:lnTo>
                    <a:pt x="31826" y="90898"/>
                  </a:lnTo>
                  <a:lnTo>
                    <a:pt x="7179" y="0"/>
                  </a:lnTo>
                  <a:close/>
                </a:path>
              </a:pathLst>
            </a:custGeom>
            <a:solidFill>
              <a:srgbClr val="476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9"/>
            <p:cNvSpPr/>
            <p:nvPr/>
          </p:nvSpPr>
          <p:spPr>
            <a:xfrm>
              <a:off x="1264500" y="294575"/>
              <a:ext cx="4360425" cy="5182350"/>
            </a:xfrm>
            <a:custGeom>
              <a:avLst/>
              <a:gdLst/>
              <a:ahLst/>
              <a:cxnLst/>
              <a:rect l="l" t="t" r="r" b="b"/>
              <a:pathLst>
                <a:path w="174417" h="207294" extrusionOk="0">
                  <a:moveTo>
                    <a:pt x="33164" y="1"/>
                  </a:moveTo>
                  <a:lnTo>
                    <a:pt x="25034" y="30707"/>
                  </a:lnTo>
                  <a:lnTo>
                    <a:pt x="0" y="125206"/>
                  </a:lnTo>
                  <a:lnTo>
                    <a:pt x="141246" y="207293"/>
                  </a:lnTo>
                  <a:lnTo>
                    <a:pt x="166280" y="112792"/>
                  </a:lnTo>
                  <a:lnTo>
                    <a:pt x="174417" y="82088"/>
                  </a:lnTo>
                  <a:lnTo>
                    <a:pt x="33164" y="1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9"/>
            <p:cNvSpPr/>
            <p:nvPr/>
          </p:nvSpPr>
          <p:spPr>
            <a:xfrm>
              <a:off x="4415200" y="2874700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6" y="1"/>
                  </a:moveTo>
                  <a:cubicBezTo>
                    <a:pt x="5193" y="1"/>
                    <a:pt x="4099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1" y="17652"/>
                    <a:pt x="1547" y="18247"/>
                  </a:cubicBezTo>
                  <a:lnTo>
                    <a:pt x="14376" y="25619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6" y="25973"/>
                    <a:pt x="17940" y="25213"/>
                    <a:pt x="18259" y="23993"/>
                  </a:cubicBezTo>
                  <a:lnTo>
                    <a:pt x="21735" y="10693"/>
                  </a:lnTo>
                  <a:cubicBezTo>
                    <a:pt x="22038" y="9537"/>
                    <a:pt x="21528" y="8322"/>
                    <a:pt x="20493" y="7727"/>
                  </a:cubicBezTo>
                  <a:lnTo>
                    <a:pt x="7663" y="355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9"/>
            <p:cNvSpPr/>
            <p:nvPr/>
          </p:nvSpPr>
          <p:spPr>
            <a:xfrm>
              <a:off x="4229850" y="3533725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7" y="18247"/>
                  </a:cubicBezTo>
                  <a:lnTo>
                    <a:pt x="14376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40" y="25213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8" y="8322"/>
                    <a:pt x="20493" y="7726"/>
                  </a:cubicBezTo>
                  <a:lnTo>
                    <a:pt x="7663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9"/>
            <p:cNvSpPr/>
            <p:nvPr/>
          </p:nvSpPr>
          <p:spPr>
            <a:xfrm>
              <a:off x="4023925" y="4203075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5" y="0"/>
                  </a:moveTo>
                  <a:cubicBezTo>
                    <a:pt x="5192" y="0"/>
                    <a:pt x="4099" y="760"/>
                    <a:pt x="3779" y="1981"/>
                  </a:cubicBezTo>
                  <a:lnTo>
                    <a:pt x="303" y="15279"/>
                  </a:lnTo>
                  <a:cubicBezTo>
                    <a:pt x="0" y="16435"/>
                    <a:pt x="510" y="17650"/>
                    <a:pt x="1546" y="18246"/>
                  </a:cubicBezTo>
                  <a:lnTo>
                    <a:pt x="14375" y="25619"/>
                  </a:lnTo>
                  <a:cubicBezTo>
                    <a:pt x="14795" y="25860"/>
                    <a:pt x="15247" y="25972"/>
                    <a:pt x="15691" y="25972"/>
                  </a:cubicBezTo>
                  <a:cubicBezTo>
                    <a:pt x="16845" y="25972"/>
                    <a:pt x="17939" y="25212"/>
                    <a:pt x="18258" y="23992"/>
                  </a:cubicBezTo>
                  <a:lnTo>
                    <a:pt x="21734" y="10692"/>
                  </a:lnTo>
                  <a:cubicBezTo>
                    <a:pt x="22037" y="9536"/>
                    <a:pt x="21527" y="8321"/>
                    <a:pt x="20492" y="7725"/>
                  </a:cubicBezTo>
                  <a:lnTo>
                    <a:pt x="7662" y="354"/>
                  </a:lnTo>
                  <a:cubicBezTo>
                    <a:pt x="7241" y="112"/>
                    <a:pt x="6789" y="0"/>
                    <a:pt x="634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9"/>
            <p:cNvSpPr/>
            <p:nvPr/>
          </p:nvSpPr>
          <p:spPr>
            <a:xfrm>
              <a:off x="1911825" y="294800"/>
              <a:ext cx="3713075" cy="2740425"/>
            </a:xfrm>
            <a:custGeom>
              <a:avLst/>
              <a:gdLst/>
              <a:ahLst/>
              <a:cxnLst/>
              <a:rect l="l" t="t" r="r" b="b"/>
              <a:pathLst>
                <a:path w="148523" h="109617" extrusionOk="0">
                  <a:moveTo>
                    <a:pt x="7291" y="0"/>
                  </a:moveTo>
                  <a:lnTo>
                    <a:pt x="0" y="27541"/>
                  </a:lnTo>
                  <a:lnTo>
                    <a:pt x="141228" y="109616"/>
                  </a:lnTo>
                  <a:lnTo>
                    <a:pt x="148522" y="82076"/>
                  </a:lnTo>
                  <a:lnTo>
                    <a:pt x="729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9"/>
            <p:cNvSpPr/>
            <p:nvPr/>
          </p:nvSpPr>
          <p:spPr>
            <a:xfrm>
              <a:off x="1911825" y="294800"/>
              <a:ext cx="3713075" cy="2740425"/>
            </a:xfrm>
            <a:custGeom>
              <a:avLst/>
              <a:gdLst/>
              <a:ahLst/>
              <a:cxnLst/>
              <a:rect l="l" t="t" r="r" b="b"/>
              <a:pathLst>
                <a:path w="148523" h="109617" extrusionOk="0">
                  <a:moveTo>
                    <a:pt x="7291" y="0"/>
                  </a:moveTo>
                  <a:lnTo>
                    <a:pt x="0" y="27541"/>
                  </a:lnTo>
                  <a:lnTo>
                    <a:pt x="141228" y="109616"/>
                  </a:lnTo>
                  <a:lnTo>
                    <a:pt x="148522" y="82076"/>
                  </a:lnTo>
                  <a:lnTo>
                    <a:pt x="729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9"/>
            <p:cNvSpPr/>
            <p:nvPr/>
          </p:nvSpPr>
          <p:spPr>
            <a:xfrm>
              <a:off x="2092250" y="241075"/>
              <a:ext cx="3645250" cy="2105600"/>
            </a:xfrm>
            <a:custGeom>
              <a:avLst/>
              <a:gdLst/>
              <a:ahLst/>
              <a:cxnLst/>
              <a:rect l="l" t="t" r="r" b="b"/>
              <a:pathLst>
                <a:path w="145810" h="84224" extrusionOk="0">
                  <a:moveTo>
                    <a:pt x="3" y="2234"/>
                  </a:moveTo>
                  <a:lnTo>
                    <a:pt x="0" y="2250"/>
                  </a:lnTo>
                  <a:lnTo>
                    <a:pt x="17" y="2242"/>
                  </a:lnTo>
                  <a:lnTo>
                    <a:pt x="3" y="2234"/>
                  </a:lnTo>
                  <a:close/>
                  <a:moveTo>
                    <a:pt x="4512" y="0"/>
                  </a:moveTo>
                  <a:lnTo>
                    <a:pt x="17" y="2242"/>
                  </a:lnTo>
                  <a:lnTo>
                    <a:pt x="141297" y="84223"/>
                  </a:lnTo>
                  <a:lnTo>
                    <a:pt x="145810" y="81907"/>
                  </a:lnTo>
                  <a:lnTo>
                    <a:pt x="4512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9"/>
            <p:cNvSpPr/>
            <p:nvPr/>
          </p:nvSpPr>
          <p:spPr>
            <a:xfrm>
              <a:off x="2092250" y="296850"/>
              <a:ext cx="550" cy="575"/>
            </a:xfrm>
            <a:custGeom>
              <a:avLst/>
              <a:gdLst/>
              <a:ahLst/>
              <a:cxnLst/>
              <a:rect l="l" t="t" r="r" b="b"/>
              <a:pathLst>
                <a:path w="22" h="23" extrusionOk="0">
                  <a:moveTo>
                    <a:pt x="0" y="0"/>
                  </a:moveTo>
                  <a:lnTo>
                    <a:pt x="0" y="22"/>
                  </a:lnTo>
                  <a:lnTo>
                    <a:pt x="22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9"/>
            <p:cNvSpPr/>
            <p:nvPr/>
          </p:nvSpPr>
          <p:spPr>
            <a:xfrm>
              <a:off x="2092750" y="241075"/>
              <a:ext cx="2922700" cy="1716900"/>
            </a:xfrm>
            <a:custGeom>
              <a:avLst/>
              <a:gdLst/>
              <a:ahLst/>
              <a:cxnLst/>
              <a:rect l="l" t="t" r="r" b="b"/>
              <a:pathLst>
                <a:path w="116908" h="68676" extrusionOk="0">
                  <a:moveTo>
                    <a:pt x="4491" y="0"/>
                  </a:moveTo>
                  <a:lnTo>
                    <a:pt x="0" y="2244"/>
                  </a:lnTo>
                  <a:lnTo>
                    <a:pt x="110533" y="66381"/>
                  </a:lnTo>
                  <a:lnTo>
                    <a:pt x="114482" y="68675"/>
                  </a:lnTo>
                  <a:cubicBezTo>
                    <a:pt x="115081" y="67374"/>
                    <a:pt x="115902" y="66188"/>
                    <a:pt x="116908" y="65168"/>
                  </a:cubicBezTo>
                  <a:lnTo>
                    <a:pt x="112841" y="62813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9"/>
            <p:cNvSpPr/>
            <p:nvPr/>
          </p:nvSpPr>
          <p:spPr>
            <a:xfrm>
              <a:off x="5624650" y="2346725"/>
              <a:ext cx="200" cy="500"/>
            </a:xfrm>
            <a:custGeom>
              <a:avLst/>
              <a:gdLst/>
              <a:ahLst/>
              <a:cxnLst/>
              <a:rect l="l" t="t" r="r" b="b"/>
              <a:pathLst>
                <a:path w="8" h="20" extrusionOk="0">
                  <a:moveTo>
                    <a:pt x="1" y="0"/>
                  </a:moveTo>
                  <a:lnTo>
                    <a:pt x="1" y="1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86AA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9"/>
            <p:cNvSpPr/>
            <p:nvPr/>
          </p:nvSpPr>
          <p:spPr>
            <a:xfrm>
              <a:off x="4753375" y="2038750"/>
              <a:ext cx="290075" cy="483375"/>
            </a:xfrm>
            <a:custGeom>
              <a:avLst/>
              <a:gdLst/>
              <a:ahLst/>
              <a:cxnLst/>
              <a:rect l="l" t="t" r="r" b="b"/>
              <a:pathLst>
                <a:path w="11603" h="19335" extrusionOk="0">
                  <a:moveTo>
                    <a:pt x="1" y="0"/>
                  </a:moveTo>
                  <a:lnTo>
                    <a:pt x="44" y="12620"/>
                  </a:lnTo>
                  <a:lnTo>
                    <a:pt x="11603" y="19335"/>
                  </a:lnTo>
                  <a:lnTo>
                    <a:pt x="11560" y="67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9"/>
            <p:cNvSpPr/>
            <p:nvPr/>
          </p:nvSpPr>
          <p:spPr>
            <a:xfrm>
              <a:off x="4753375" y="2038750"/>
              <a:ext cx="290150" cy="483300"/>
            </a:xfrm>
            <a:custGeom>
              <a:avLst/>
              <a:gdLst/>
              <a:ahLst/>
              <a:cxnLst/>
              <a:rect l="l" t="t" r="r" b="b"/>
              <a:pathLst>
                <a:path w="11606" h="19332" extrusionOk="0">
                  <a:moveTo>
                    <a:pt x="1" y="0"/>
                  </a:moveTo>
                  <a:lnTo>
                    <a:pt x="21" y="5717"/>
                  </a:lnTo>
                  <a:lnTo>
                    <a:pt x="43" y="12617"/>
                  </a:lnTo>
                  <a:lnTo>
                    <a:pt x="11606" y="19332"/>
                  </a:lnTo>
                  <a:lnTo>
                    <a:pt x="11586" y="13900"/>
                  </a:lnTo>
                  <a:lnTo>
                    <a:pt x="11565" y="8723"/>
                  </a:lnTo>
                  <a:lnTo>
                    <a:pt x="11558" y="6715"/>
                  </a:lnTo>
                  <a:lnTo>
                    <a:pt x="4199" y="24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9"/>
            <p:cNvSpPr/>
            <p:nvPr/>
          </p:nvSpPr>
          <p:spPr>
            <a:xfrm>
              <a:off x="5025700" y="2196900"/>
              <a:ext cx="16825" cy="59800"/>
            </a:xfrm>
            <a:custGeom>
              <a:avLst/>
              <a:gdLst/>
              <a:ahLst/>
              <a:cxnLst/>
              <a:rect l="l" t="t" r="r" b="b"/>
              <a:pathLst>
                <a:path w="673" h="2392" extrusionOk="0">
                  <a:moveTo>
                    <a:pt x="0" y="0"/>
                  </a:moveTo>
                  <a:lnTo>
                    <a:pt x="672" y="2391"/>
                  </a:lnTo>
                  <a:lnTo>
                    <a:pt x="665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9"/>
            <p:cNvSpPr/>
            <p:nvPr/>
          </p:nvSpPr>
          <p:spPr>
            <a:xfrm>
              <a:off x="4753375" y="2038750"/>
              <a:ext cx="281950" cy="315550"/>
            </a:xfrm>
            <a:custGeom>
              <a:avLst/>
              <a:gdLst/>
              <a:ahLst/>
              <a:cxnLst/>
              <a:rect l="l" t="t" r="r" b="b"/>
              <a:pathLst>
                <a:path w="11278" h="12622" extrusionOk="0">
                  <a:moveTo>
                    <a:pt x="1" y="0"/>
                  </a:moveTo>
                  <a:lnTo>
                    <a:pt x="47" y="12622"/>
                  </a:lnTo>
                  <a:lnTo>
                    <a:pt x="11278" y="65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9"/>
            <p:cNvSpPr/>
            <p:nvPr/>
          </p:nvSpPr>
          <p:spPr>
            <a:xfrm>
              <a:off x="4753375" y="2038750"/>
              <a:ext cx="281950" cy="315550"/>
            </a:xfrm>
            <a:custGeom>
              <a:avLst/>
              <a:gdLst/>
              <a:ahLst/>
              <a:cxnLst/>
              <a:rect l="l" t="t" r="r" b="b"/>
              <a:pathLst>
                <a:path w="11278" h="12622" extrusionOk="0">
                  <a:moveTo>
                    <a:pt x="1" y="0"/>
                  </a:moveTo>
                  <a:lnTo>
                    <a:pt x="47" y="12622"/>
                  </a:lnTo>
                  <a:lnTo>
                    <a:pt x="11278" y="65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9"/>
            <p:cNvSpPr/>
            <p:nvPr/>
          </p:nvSpPr>
          <p:spPr>
            <a:xfrm>
              <a:off x="4916175" y="2196900"/>
              <a:ext cx="126325" cy="59800"/>
            </a:xfrm>
            <a:custGeom>
              <a:avLst/>
              <a:gdLst/>
              <a:ahLst/>
              <a:cxnLst/>
              <a:rect l="l" t="t" r="r" b="b"/>
              <a:pathLst>
                <a:path w="5053" h="2392" extrusionOk="0">
                  <a:moveTo>
                    <a:pt x="4380" y="0"/>
                  </a:moveTo>
                  <a:cubicBezTo>
                    <a:pt x="4296" y="27"/>
                    <a:pt x="4220" y="49"/>
                    <a:pt x="4136" y="69"/>
                  </a:cubicBezTo>
                  <a:cubicBezTo>
                    <a:pt x="4053" y="98"/>
                    <a:pt x="3971" y="118"/>
                    <a:pt x="3887" y="138"/>
                  </a:cubicBezTo>
                  <a:cubicBezTo>
                    <a:pt x="3604" y="209"/>
                    <a:pt x="3319" y="264"/>
                    <a:pt x="3028" y="305"/>
                  </a:cubicBezTo>
                  <a:cubicBezTo>
                    <a:pt x="2764" y="340"/>
                    <a:pt x="2501" y="360"/>
                    <a:pt x="2245" y="374"/>
                  </a:cubicBezTo>
                  <a:cubicBezTo>
                    <a:pt x="2168" y="382"/>
                    <a:pt x="2086" y="382"/>
                    <a:pt x="2003" y="382"/>
                  </a:cubicBezTo>
                  <a:cubicBezTo>
                    <a:pt x="1917" y="385"/>
                    <a:pt x="1830" y="387"/>
                    <a:pt x="1743" y="387"/>
                  </a:cubicBezTo>
                  <a:cubicBezTo>
                    <a:pt x="1656" y="387"/>
                    <a:pt x="1570" y="385"/>
                    <a:pt x="1483" y="382"/>
                  </a:cubicBezTo>
                  <a:cubicBezTo>
                    <a:pt x="1392" y="374"/>
                    <a:pt x="1303" y="374"/>
                    <a:pt x="1213" y="367"/>
                  </a:cubicBezTo>
                  <a:cubicBezTo>
                    <a:pt x="1047" y="354"/>
                    <a:pt x="880" y="333"/>
                    <a:pt x="714" y="312"/>
                  </a:cubicBezTo>
                  <a:cubicBezTo>
                    <a:pt x="631" y="305"/>
                    <a:pt x="555" y="291"/>
                    <a:pt x="471" y="285"/>
                  </a:cubicBezTo>
                  <a:cubicBezTo>
                    <a:pt x="313" y="256"/>
                    <a:pt x="160" y="229"/>
                    <a:pt x="0" y="187"/>
                  </a:cubicBezTo>
                  <a:lnTo>
                    <a:pt x="0" y="187"/>
                  </a:lnTo>
                  <a:lnTo>
                    <a:pt x="1719" y="1463"/>
                  </a:lnTo>
                  <a:cubicBezTo>
                    <a:pt x="1768" y="1490"/>
                    <a:pt x="1824" y="1517"/>
                    <a:pt x="1879" y="1545"/>
                  </a:cubicBezTo>
                  <a:lnTo>
                    <a:pt x="2004" y="1608"/>
                  </a:lnTo>
                  <a:cubicBezTo>
                    <a:pt x="2037" y="1630"/>
                    <a:pt x="2075" y="1646"/>
                    <a:pt x="2115" y="1657"/>
                  </a:cubicBezTo>
                  <a:cubicBezTo>
                    <a:pt x="2275" y="1732"/>
                    <a:pt x="2433" y="1795"/>
                    <a:pt x="2593" y="1864"/>
                  </a:cubicBezTo>
                  <a:cubicBezTo>
                    <a:pt x="2700" y="1915"/>
                    <a:pt x="2811" y="1954"/>
                    <a:pt x="2926" y="1982"/>
                  </a:cubicBezTo>
                  <a:cubicBezTo>
                    <a:pt x="3071" y="2037"/>
                    <a:pt x="3224" y="2086"/>
                    <a:pt x="3375" y="2128"/>
                  </a:cubicBezTo>
                  <a:cubicBezTo>
                    <a:pt x="3409" y="2139"/>
                    <a:pt x="3444" y="2149"/>
                    <a:pt x="3479" y="2155"/>
                  </a:cubicBezTo>
                  <a:cubicBezTo>
                    <a:pt x="3486" y="2155"/>
                    <a:pt x="3486" y="2155"/>
                    <a:pt x="3493" y="2162"/>
                  </a:cubicBezTo>
                  <a:cubicBezTo>
                    <a:pt x="3507" y="2167"/>
                    <a:pt x="3524" y="2170"/>
                    <a:pt x="3539" y="2170"/>
                  </a:cubicBezTo>
                  <a:cubicBezTo>
                    <a:pt x="3543" y="2170"/>
                    <a:pt x="3546" y="2170"/>
                    <a:pt x="3549" y="2170"/>
                  </a:cubicBezTo>
                  <a:cubicBezTo>
                    <a:pt x="3558" y="2175"/>
                    <a:pt x="3565" y="2179"/>
                    <a:pt x="3573" y="2179"/>
                  </a:cubicBezTo>
                  <a:cubicBezTo>
                    <a:pt x="3576" y="2179"/>
                    <a:pt x="3580" y="2178"/>
                    <a:pt x="3584" y="2177"/>
                  </a:cubicBezTo>
                  <a:cubicBezTo>
                    <a:pt x="3771" y="2224"/>
                    <a:pt x="3965" y="2259"/>
                    <a:pt x="4151" y="2293"/>
                  </a:cubicBezTo>
                  <a:cubicBezTo>
                    <a:pt x="4175" y="2302"/>
                    <a:pt x="4201" y="2306"/>
                    <a:pt x="4227" y="2308"/>
                  </a:cubicBezTo>
                  <a:cubicBezTo>
                    <a:pt x="4295" y="2314"/>
                    <a:pt x="4362" y="2322"/>
                    <a:pt x="4429" y="2335"/>
                  </a:cubicBezTo>
                  <a:cubicBezTo>
                    <a:pt x="4594" y="2363"/>
                    <a:pt x="4760" y="2378"/>
                    <a:pt x="4927" y="2384"/>
                  </a:cubicBezTo>
                  <a:cubicBezTo>
                    <a:pt x="4969" y="2384"/>
                    <a:pt x="5010" y="2391"/>
                    <a:pt x="5052" y="2391"/>
                  </a:cubicBezTo>
                  <a:lnTo>
                    <a:pt x="5045" y="389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9"/>
            <p:cNvSpPr/>
            <p:nvPr/>
          </p:nvSpPr>
          <p:spPr>
            <a:xfrm>
              <a:off x="4638600" y="1566325"/>
              <a:ext cx="635925" cy="784200"/>
            </a:xfrm>
            <a:custGeom>
              <a:avLst/>
              <a:gdLst/>
              <a:ahLst/>
              <a:cxnLst/>
              <a:rect l="l" t="t" r="r" b="b"/>
              <a:pathLst>
                <a:path w="25437" h="31368" extrusionOk="0">
                  <a:moveTo>
                    <a:pt x="25434" y="3446"/>
                  </a:moveTo>
                  <a:lnTo>
                    <a:pt x="25436" y="3447"/>
                  </a:lnTo>
                  <a:cubicBezTo>
                    <a:pt x="25436" y="3447"/>
                    <a:pt x="25435" y="3446"/>
                    <a:pt x="25434" y="3446"/>
                  </a:cubicBezTo>
                  <a:close/>
                  <a:moveTo>
                    <a:pt x="16003" y="1"/>
                  </a:moveTo>
                  <a:cubicBezTo>
                    <a:pt x="15767" y="1"/>
                    <a:pt x="15529" y="8"/>
                    <a:pt x="15290" y="22"/>
                  </a:cubicBezTo>
                  <a:cubicBezTo>
                    <a:pt x="15226" y="25"/>
                    <a:pt x="15163" y="31"/>
                    <a:pt x="15100" y="35"/>
                  </a:cubicBezTo>
                  <a:cubicBezTo>
                    <a:pt x="14795" y="57"/>
                    <a:pt x="14487" y="85"/>
                    <a:pt x="14176" y="129"/>
                  </a:cubicBezTo>
                  <a:cubicBezTo>
                    <a:pt x="13856" y="175"/>
                    <a:pt x="13539" y="234"/>
                    <a:pt x="13225" y="301"/>
                  </a:cubicBezTo>
                  <a:cubicBezTo>
                    <a:pt x="13143" y="319"/>
                    <a:pt x="13063" y="337"/>
                    <a:pt x="12982" y="355"/>
                  </a:cubicBezTo>
                  <a:cubicBezTo>
                    <a:pt x="12694" y="421"/>
                    <a:pt x="12408" y="494"/>
                    <a:pt x="12124" y="579"/>
                  </a:cubicBezTo>
                  <a:cubicBezTo>
                    <a:pt x="12098" y="586"/>
                    <a:pt x="12072" y="594"/>
                    <a:pt x="12046" y="601"/>
                  </a:cubicBezTo>
                  <a:cubicBezTo>
                    <a:pt x="11741" y="693"/>
                    <a:pt x="11440" y="798"/>
                    <a:pt x="11142" y="912"/>
                  </a:cubicBezTo>
                  <a:cubicBezTo>
                    <a:pt x="11064" y="941"/>
                    <a:pt x="10990" y="971"/>
                    <a:pt x="10913" y="1001"/>
                  </a:cubicBezTo>
                  <a:cubicBezTo>
                    <a:pt x="10653" y="1103"/>
                    <a:pt x="10395" y="1213"/>
                    <a:pt x="10140" y="1331"/>
                  </a:cubicBezTo>
                  <a:cubicBezTo>
                    <a:pt x="10109" y="1345"/>
                    <a:pt x="10077" y="1357"/>
                    <a:pt x="10045" y="1371"/>
                  </a:cubicBezTo>
                  <a:cubicBezTo>
                    <a:pt x="10037" y="1375"/>
                    <a:pt x="10028" y="1380"/>
                    <a:pt x="10019" y="1384"/>
                  </a:cubicBezTo>
                  <a:cubicBezTo>
                    <a:pt x="9664" y="1552"/>
                    <a:pt x="9314" y="1737"/>
                    <a:pt x="8970" y="1933"/>
                  </a:cubicBezTo>
                  <a:cubicBezTo>
                    <a:pt x="8917" y="1963"/>
                    <a:pt x="8862" y="1993"/>
                    <a:pt x="8809" y="2025"/>
                  </a:cubicBezTo>
                  <a:cubicBezTo>
                    <a:pt x="8476" y="2218"/>
                    <a:pt x="8151" y="2423"/>
                    <a:pt x="7832" y="2642"/>
                  </a:cubicBezTo>
                  <a:cubicBezTo>
                    <a:pt x="7805" y="2661"/>
                    <a:pt x="7776" y="2677"/>
                    <a:pt x="7748" y="2696"/>
                  </a:cubicBezTo>
                  <a:cubicBezTo>
                    <a:pt x="7712" y="2720"/>
                    <a:pt x="7678" y="2749"/>
                    <a:pt x="7642" y="2773"/>
                  </a:cubicBezTo>
                  <a:cubicBezTo>
                    <a:pt x="7401" y="2943"/>
                    <a:pt x="7163" y="3119"/>
                    <a:pt x="6928" y="3303"/>
                  </a:cubicBezTo>
                  <a:cubicBezTo>
                    <a:pt x="6907" y="3320"/>
                    <a:pt x="6884" y="3336"/>
                    <a:pt x="6861" y="3355"/>
                  </a:cubicBezTo>
                  <a:cubicBezTo>
                    <a:pt x="6609" y="3554"/>
                    <a:pt x="6364" y="3764"/>
                    <a:pt x="6122" y="3978"/>
                  </a:cubicBezTo>
                  <a:cubicBezTo>
                    <a:pt x="6095" y="4003"/>
                    <a:pt x="6066" y="4024"/>
                    <a:pt x="6039" y="4049"/>
                  </a:cubicBezTo>
                  <a:cubicBezTo>
                    <a:pt x="6001" y="4083"/>
                    <a:pt x="5965" y="4121"/>
                    <a:pt x="5926" y="4157"/>
                  </a:cubicBezTo>
                  <a:cubicBezTo>
                    <a:pt x="5754" y="4315"/>
                    <a:pt x="5582" y="4478"/>
                    <a:pt x="5415" y="4645"/>
                  </a:cubicBezTo>
                  <a:cubicBezTo>
                    <a:pt x="5361" y="4698"/>
                    <a:pt x="5304" y="4753"/>
                    <a:pt x="5250" y="4808"/>
                  </a:cubicBezTo>
                  <a:cubicBezTo>
                    <a:pt x="5037" y="5025"/>
                    <a:pt x="4828" y="5248"/>
                    <a:pt x="4625" y="5476"/>
                  </a:cubicBezTo>
                  <a:cubicBezTo>
                    <a:pt x="4615" y="5487"/>
                    <a:pt x="4605" y="5496"/>
                    <a:pt x="4596" y="5507"/>
                  </a:cubicBezTo>
                  <a:cubicBezTo>
                    <a:pt x="4566" y="5542"/>
                    <a:pt x="4537" y="5579"/>
                    <a:pt x="4507" y="5615"/>
                  </a:cubicBezTo>
                  <a:cubicBezTo>
                    <a:pt x="4343" y="5802"/>
                    <a:pt x="4183" y="5995"/>
                    <a:pt x="4026" y="6191"/>
                  </a:cubicBezTo>
                  <a:cubicBezTo>
                    <a:pt x="3968" y="6263"/>
                    <a:pt x="3911" y="6335"/>
                    <a:pt x="3855" y="6410"/>
                  </a:cubicBezTo>
                  <a:cubicBezTo>
                    <a:pt x="3704" y="6604"/>
                    <a:pt x="3555" y="6803"/>
                    <a:pt x="3413" y="7003"/>
                  </a:cubicBezTo>
                  <a:cubicBezTo>
                    <a:pt x="3384" y="7043"/>
                    <a:pt x="3352" y="7082"/>
                    <a:pt x="3324" y="7122"/>
                  </a:cubicBezTo>
                  <a:cubicBezTo>
                    <a:pt x="3315" y="7135"/>
                    <a:pt x="3306" y="7148"/>
                    <a:pt x="3298" y="7161"/>
                  </a:cubicBezTo>
                  <a:cubicBezTo>
                    <a:pt x="3115" y="7425"/>
                    <a:pt x="2938" y="7694"/>
                    <a:pt x="2766" y="7968"/>
                  </a:cubicBezTo>
                  <a:cubicBezTo>
                    <a:pt x="2725" y="8035"/>
                    <a:pt x="2684" y="8104"/>
                    <a:pt x="2644" y="8172"/>
                  </a:cubicBezTo>
                  <a:cubicBezTo>
                    <a:pt x="2507" y="8397"/>
                    <a:pt x="2376" y="8625"/>
                    <a:pt x="2250" y="8856"/>
                  </a:cubicBezTo>
                  <a:cubicBezTo>
                    <a:pt x="2224" y="8902"/>
                    <a:pt x="2195" y="8945"/>
                    <a:pt x="2172" y="8991"/>
                  </a:cubicBezTo>
                  <a:cubicBezTo>
                    <a:pt x="2160" y="9011"/>
                    <a:pt x="2150" y="9034"/>
                    <a:pt x="2140" y="9054"/>
                  </a:cubicBezTo>
                  <a:cubicBezTo>
                    <a:pt x="1963" y="9387"/>
                    <a:pt x="1796" y="9725"/>
                    <a:pt x="1639" y="10068"/>
                  </a:cubicBezTo>
                  <a:cubicBezTo>
                    <a:pt x="1609" y="10136"/>
                    <a:pt x="1579" y="10203"/>
                    <a:pt x="1550" y="10271"/>
                  </a:cubicBezTo>
                  <a:cubicBezTo>
                    <a:pt x="1394" y="10622"/>
                    <a:pt x="1248" y="10978"/>
                    <a:pt x="1114" y="11339"/>
                  </a:cubicBezTo>
                  <a:cubicBezTo>
                    <a:pt x="1109" y="11349"/>
                    <a:pt x="1105" y="11359"/>
                    <a:pt x="1101" y="11369"/>
                  </a:cubicBezTo>
                  <a:cubicBezTo>
                    <a:pt x="1059" y="11483"/>
                    <a:pt x="1023" y="11597"/>
                    <a:pt x="984" y="11711"/>
                  </a:cubicBezTo>
                  <a:cubicBezTo>
                    <a:pt x="945" y="11823"/>
                    <a:pt x="905" y="11935"/>
                    <a:pt x="868" y="12049"/>
                  </a:cubicBezTo>
                  <a:cubicBezTo>
                    <a:pt x="826" y="12178"/>
                    <a:pt x="788" y="12311"/>
                    <a:pt x="748" y="12442"/>
                  </a:cubicBezTo>
                  <a:cubicBezTo>
                    <a:pt x="715" y="12556"/>
                    <a:pt x="679" y="12669"/>
                    <a:pt x="647" y="12785"/>
                  </a:cubicBezTo>
                  <a:cubicBezTo>
                    <a:pt x="611" y="12917"/>
                    <a:pt x="578" y="13052"/>
                    <a:pt x="544" y="13188"/>
                  </a:cubicBezTo>
                  <a:cubicBezTo>
                    <a:pt x="515" y="13301"/>
                    <a:pt x="485" y="13414"/>
                    <a:pt x="459" y="13529"/>
                  </a:cubicBezTo>
                  <a:cubicBezTo>
                    <a:pt x="426" y="13669"/>
                    <a:pt x="398" y="13810"/>
                    <a:pt x="369" y="13949"/>
                  </a:cubicBezTo>
                  <a:cubicBezTo>
                    <a:pt x="346" y="14062"/>
                    <a:pt x="322" y="14172"/>
                    <a:pt x="302" y="14283"/>
                  </a:cubicBezTo>
                  <a:cubicBezTo>
                    <a:pt x="274" y="14427"/>
                    <a:pt x="253" y="14573"/>
                    <a:pt x="230" y="14718"/>
                  </a:cubicBezTo>
                  <a:cubicBezTo>
                    <a:pt x="211" y="14827"/>
                    <a:pt x="191" y="14937"/>
                    <a:pt x="176" y="15046"/>
                  </a:cubicBezTo>
                  <a:cubicBezTo>
                    <a:pt x="155" y="15199"/>
                    <a:pt x="140" y="15353"/>
                    <a:pt x="122" y="15506"/>
                  </a:cubicBezTo>
                  <a:cubicBezTo>
                    <a:pt x="110" y="15609"/>
                    <a:pt x="96" y="15713"/>
                    <a:pt x="86" y="15816"/>
                  </a:cubicBezTo>
                  <a:cubicBezTo>
                    <a:pt x="70" y="15985"/>
                    <a:pt x="61" y="16153"/>
                    <a:pt x="50" y="16322"/>
                  </a:cubicBezTo>
                  <a:cubicBezTo>
                    <a:pt x="44" y="16412"/>
                    <a:pt x="35" y="16503"/>
                    <a:pt x="31" y="16594"/>
                  </a:cubicBezTo>
                  <a:cubicBezTo>
                    <a:pt x="20" y="16853"/>
                    <a:pt x="12" y="17114"/>
                    <a:pt x="11" y="17374"/>
                  </a:cubicBezTo>
                  <a:cubicBezTo>
                    <a:pt x="1" y="22803"/>
                    <a:pt x="2618" y="27200"/>
                    <a:pt x="6568" y="29348"/>
                  </a:cubicBezTo>
                  <a:lnTo>
                    <a:pt x="10281" y="31367"/>
                  </a:lnTo>
                  <a:cubicBezTo>
                    <a:pt x="6332" y="29218"/>
                    <a:pt x="3715" y="24821"/>
                    <a:pt x="3725" y="19394"/>
                  </a:cubicBezTo>
                  <a:cubicBezTo>
                    <a:pt x="3725" y="19132"/>
                    <a:pt x="3731" y="18871"/>
                    <a:pt x="3744" y="18612"/>
                  </a:cubicBezTo>
                  <a:cubicBezTo>
                    <a:pt x="3748" y="18529"/>
                    <a:pt x="3757" y="18445"/>
                    <a:pt x="3763" y="18362"/>
                  </a:cubicBezTo>
                  <a:cubicBezTo>
                    <a:pt x="3773" y="18186"/>
                    <a:pt x="3783" y="18010"/>
                    <a:pt x="3800" y="17836"/>
                  </a:cubicBezTo>
                  <a:cubicBezTo>
                    <a:pt x="3809" y="17734"/>
                    <a:pt x="3823" y="17633"/>
                    <a:pt x="3836" y="17531"/>
                  </a:cubicBezTo>
                  <a:cubicBezTo>
                    <a:pt x="3853" y="17376"/>
                    <a:pt x="3869" y="17220"/>
                    <a:pt x="3889" y="17066"/>
                  </a:cubicBezTo>
                  <a:cubicBezTo>
                    <a:pt x="3905" y="16958"/>
                    <a:pt x="3924" y="16852"/>
                    <a:pt x="3941" y="16745"/>
                  </a:cubicBezTo>
                  <a:cubicBezTo>
                    <a:pt x="3964" y="16597"/>
                    <a:pt x="3987" y="16450"/>
                    <a:pt x="4013" y="16303"/>
                  </a:cubicBezTo>
                  <a:cubicBezTo>
                    <a:pt x="4033" y="16191"/>
                    <a:pt x="4059" y="16080"/>
                    <a:pt x="4082" y="15969"/>
                  </a:cubicBezTo>
                  <a:cubicBezTo>
                    <a:pt x="4111" y="15828"/>
                    <a:pt x="4138" y="15688"/>
                    <a:pt x="4170" y="15549"/>
                  </a:cubicBezTo>
                  <a:cubicBezTo>
                    <a:pt x="4196" y="15435"/>
                    <a:pt x="4226" y="15324"/>
                    <a:pt x="4255" y="15212"/>
                  </a:cubicBezTo>
                  <a:cubicBezTo>
                    <a:pt x="4290" y="15075"/>
                    <a:pt x="4323" y="14938"/>
                    <a:pt x="4360" y="14803"/>
                  </a:cubicBezTo>
                  <a:cubicBezTo>
                    <a:pt x="4390" y="14689"/>
                    <a:pt x="4426" y="14578"/>
                    <a:pt x="4459" y="14466"/>
                  </a:cubicBezTo>
                  <a:cubicBezTo>
                    <a:pt x="4500" y="14334"/>
                    <a:pt x="4537" y="14200"/>
                    <a:pt x="4580" y="14067"/>
                  </a:cubicBezTo>
                  <a:cubicBezTo>
                    <a:pt x="4616" y="13955"/>
                    <a:pt x="4657" y="13844"/>
                    <a:pt x="4696" y="13732"/>
                  </a:cubicBezTo>
                  <a:cubicBezTo>
                    <a:pt x="4739" y="13607"/>
                    <a:pt x="4780" y="13481"/>
                    <a:pt x="4827" y="13358"/>
                  </a:cubicBezTo>
                  <a:cubicBezTo>
                    <a:pt x="4959" y="12996"/>
                    <a:pt x="5106" y="12642"/>
                    <a:pt x="5261" y="12291"/>
                  </a:cubicBezTo>
                  <a:cubicBezTo>
                    <a:pt x="5292" y="12223"/>
                    <a:pt x="5322" y="12155"/>
                    <a:pt x="5352" y="12088"/>
                  </a:cubicBezTo>
                  <a:cubicBezTo>
                    <a:pt x="5509" y="11744"/>
                    <a:pt x="5676" y="11405"/>
                    <a:pt x="5853" y="11073"/>
                  </a:cubicBezTo>
                  <a:cubicBezTo>
                    <a:pt x="5889" y="11007"/>
                    <a:pt x="5925" y="10942"/>
                    <a:pt x="5961" y="10877"/>
                  </a:cubicBezTo>
                  <a:cubicBezTo>
                    <a:pt x="6088" y="10645"/>
                    <a:pt x="6220" y="10416"/>
                    <a:pt x="6357" y="10190"/>
                  </a:cubicBezTo>
                  <a:cubicBezTo>
                    <a:pt x="6397" y="10123"/>
                    <a:pt x="6437" y="10055"/>
                    <a:pt x="6479" y="9987"/>
                  </a:cubicBezTo>
                  <a:cubicBezTo>
                    <a:pt x="6651" y="9714"/>
                    <a:pt x="6828" y="9445"/>
                    <a:pt x="7010" y="9180"/>
                  </a:cubicBezTo>
                  <a:cubicBezTo>
                    <a:pt x="7048" y="9126"/>
                    <a:pt x="7087" y="9075"/>
                    <a:pt x="7124" y="9023"/>
                  </a:cubicBezTo>
                  <a:cubicBezTo>
                    <a:pt x="7268" y="8821"/>
                    <a:pt x="7416" y="8623"/>
                    <a:pt x="7566" y="8428"/>
                  </a:cubicBezTo>
                  <a:cubicBezTo>
                    <a:pt x="7624" y="8355"/>
                    <a:pt x="7681" y="8281"/>
                    <a:pt x="7739" y="8209"/>
                  </a:cubicBezTo>
                  <a:cubicBezTo>
                    <a:pt x="7894" y="8014"/>
                    <a:pt x="8056" y="7822"/>
                    <a:pt x="8220" y="7634"/>
                  </a:cubicBezTo>
                  <a:cubicBezTo>
                    <a:pt x="8259" y="7587"/>
                    <a:pt x="8297" y="7540"/>
                    <a:pt x="8338" y="7495"/>
                  </a:cubicBezTo>
                  <a:cubicBezTo>
                    <a:pt x="8541" y="7266"/>
                    <a:pt x="8750" y="7043"/>
                    <a:pt x="8963" y="6826"/>
                  </a:cubicBezTo>
                  <a:cubicBezTo>
                    <a:pt x="9017" y="6771"/>
                    <a:pt x="9073" y="6718"/>
                    <a:pt x="9128" y="6663"/>
                  </a:cubicBezTo>
                  <a:cubicBezTo>
                    <a:pt x="9297" y="6496"/>
                    <a:pt x="9466" y="6334"/>
                    <a:pt x="9639" y="6175"/>
                  </a:cubicBezTo>
                  <a:cubicBezTo>
                    <a:pt x="9705" y="6116"/>
                    <a:pt x="9770" y="6056"/>
                    <a:pt x="9835" y="5998"/>
                  </a:cubicBezTo>
                  <a:cubicBezTo>
                    <a:pt x="10077" y="5784"/>
                    <a:pt x="10322" y="5573"/>
                    <a:pt x="10574" y="5373"/>
                  </a:cubicBezTo>
                  <a:cubicBezTo>
                    <a:pt x="10595" y="5356"/>
                    <a:pt x="10620" y="5340"/>
                    <a:pt x="10641" y="5321"/>
                  </a:cubicBezTo>
                  <a:cubicBezTo>
                    <a:pt x="10876" y="5139"/>
                    <a:pt x="11113" y="4963"/>
                    <a:pt x="11355" y="4793"/>
                  </a:cubicBezTo>
                  <a:cubicBezTo>
                    <a:pt x="11419" y="4748"/>
                    <a:pt x="11482" y="4705"/>
                    <a:pt x="11545" y="4662"/>
                  </a:cubicBezTo>
                  <a:cubicBezTo>
                    <a:pt x="11863" y="4443"/>
                    <a:pt x="12189" y="4237"/>
                    <a:pt x="12521" y="4043"/>
                  </a:cubicBezTo>
                  <a:cubicBezTo>
                    <a:pt x="12575" y="4013"/>
                    <a:pt x="12628" y="3983"/>
                    <a:pt x="12681" y="3952"/>
                  </a:cubicBezTo>
                  <a:cubicBezTo>
                    <a:pt x="13025" y="3757"/>
                    <a:pt x="13375" y="3572"/>
                    <a:pt x="13732" y="3404"/>
                  </a:cubicBezTo>
                  <a:cubicBezTo>
                    <a:pt x="13771" y="3387"/>
                    <a:pt x="13813" y="3368"/>
                    <a:pt x="13853" y="3351"/>
                  </a:cubicBezTo>
                  <a:cubicBezTo>
                    <a:pt x="14106" y="3233"/>
                    <a:pt x="14364" y="3123"/>
                    <a:pt x="14625" y="3021"/>
                  </a:cubicBezTo>
                  <a:cubicBezTo>
                    <a:pt x="14701" y="2991"/>
                    <a:pt x="14777" y="2960"/>
                    <a:pt x="14854" y="2932"/>
                  </a:cubicBezTo>
                  <a:cubicBezTo>
                    <a:pt x="15152" y="2819"/>
                    <a:pt x="15454" y="2713"/>
                    <a:pt x="15759" y="2621"/>
                  </a:cubicBezTo>
                  <a:cubicBezTo>
                    <a:pt x="15785" y="2614"/>
                    <a:pt x="15811" y="2606"/>
                    <a:pt x="15837" y="2599"/>
                  </a:cubicBezTo>
                  <a:cubicBezTo>
                    <a:pt x="16119" y="2516"/>
                    <a:pt x="16406" y="2441"/>
                    <a:pt x="16693" y="2375"/>
                  </a:cubicBezTo>
                  <a:cubicBezTo>
                    <a:pt x="16776" y="2356"/>
                    <a:pt x="16856" y="2339"/>
                    <a:pt x="16937" y="2321"/>
                  </a:cubicBezTo>
                  <a:cubicBezTo>
                    <a:pt x="17252" y="2254"/>
                    <a:pt x="17569" y="2195"/>
                    <a:pt x="17888" y="2149"/>
                  </a:cubicBezTo>
                  <a:cubicBezTo>
                    <a:pt x="18199" y="2105"/>
                    <a:pt x="18506" y="2077"/>
                    <a:pt x="18813" y="2055"/>
                  </a:cubicBezTo>
                  <a:cubicBezTo>
                    <a:pt x="18876" y="2051"/>
                    <a:pt x="18938" y="2046"/>
                    <a:pt x="19001" y="2042"/>
                  </a:cubicBezTo>
                  <a:cubicBezTo>
                    <a:pt x="19245" y="2029"/>
                    <a:pt x="19488" y="2021"/>
                    <a:pt x="19729" y="2021"/>
                  </a:cubicBezTo>
                  <a:cubicBezTo>
                    <a:pt x="19780" y="2021"/>
                    <a:pt x="19830" y="2021"/>
                    <a:pt x="19881" y="2022"/>
                  </a:cubicBezTo>
                  <a:cubicBezTo>
                    <a:pt x="19933" y="2022"/>
                    <a:pt x="19984" y="2025"/>
                    <a:pt x="20036" y="2026"/>
                  </a:cubicBezTo>
                  <a:cubicBezTo>
                    <a:pt x="20306" y="2032"/>
                    <a:pt x="20573" y="2048"/>
                    <a:pt x="20838" y="2071"/>
                  </a:cubicBezTo>
                  <a:cubicBezTo>
                    <a:pt x="20877" y="2074"/>
                    <a:pt x="20916" y="2075"/>
                    <a:pt x="20955" y="2079"/>
                  </a:cubicBezTo>
                  <a:cubicBezTo>
                    <a:pt x="21240" y="2108"/>
                    <a:pt x="21521" y="2147"/>
                    <a:pt x="21798" y="2195"/>
                  </a:cubicBezTo>
                  <a:cubicBezTo>
                    <a:pt x="21859" y="2205"/>
                    <a:pt x="21919" y="2216"/>
                    <a:pt x="21978" y="2226"/>
                  </a:cubicBezTo>
                  <a:cubicBezTo>
                    <a:pt x="22253" y="2278"/>
                    <a:pt x="22525" y="2336"/>
                    <a:pt x="22793" y="2406"/>
                  </a:cubicBezTo>
                  <a:cubicBezTo>
                    <a:pt x="23147" y="2497"/>
                    <a:pt x="23494" y="2608"/>
                    <a:pt x="23834" y="2730"/>
                  </a:cubicBezTo>
                  <a:cubicBezTo>
                    <a:pt x="23932" y="2766"/>
                    <a:pt x="24028" y="2808"/>
                    <a:pt x="24125" y="2847"/>
                  </a:cubicBezTo>
                  <a:cubicBezTo>
                    <a:pt x="24368" y="2942"/>
                    <a:pt x="24607" y="3043"/>
                    <a:pt x="24842" y="3153"/>
                  </a:cubicBezTo>
                  <a:cubicBezTo>
                    <a:pt x="25041" y="3248"/>
                    <a:pt x="25242" y="3341"/>
                    <a:pt x="25434" y="3446"/>
                  </a:cubicBezTo>
                  <a:lnTo>
                    <a:pt x="25434" y="3446"/>
                  </a:lnTo>
                  <a:lnTo>
                    <a:pt x="21726" y="1427"/>
                  </a:lnTo>
                  <a:cubicBezTo>
                    <a:pt x="21584" y="1350"/>
                    <a:pt x="21440" y="1276"/>
                    <a:pt x="21295" y="1204"/>
                  </a:cubicBezTo>
                  <a:cubicBezTo>
                    <a:pt x="21240" y="1178"/>
                    <a:pt x="21184" y="1159"/>
                    <a:pt x="21130" y="1134"/>
                  </a:cubicBezTo>
                  <a:cubicBezTo>
                    <a:pt x="20896" y="1023"/>
                    <a:pt x="20657" y="922"/>
                    <a:pt x="20414" y="827"/>
                  </a:cubicBezTo>
                  <a:cubicBezTo>
                    <a:pt x="20317" y="788"/>
                    <a:pt x="20221" y="746"/>
                    <a:pt x="20123" y="712"/>
                  </a:cubicBezTo>
                  <a:cubicBezTo>
                    <a:pt x="19782" y="588"/>
                    <a:pt x="19436" y="477"/>
                    <a:pt x="19082" y="386"/>
                  </a:cubicBezTo>
                  <a:cubicBezTo>
                    <a:pt x="19075" y="384"/>
                    <a:pt x="19067" y="381"/>
                    <a:pt x="19060" y="379"/>
                  </a:cubicBezTo>
                  <a:cubicBezTo>
                    <a:pt x="18800" y="312"/>
                    <a:pt x="18533" y="257"/>
                    <a:pt x="18267" y="206"/>
                  </a:cubicBezTo>
                  <a:cubicBezTo>
                    <a:pt x="18207" y="196"/>
                    <a:pt x="18146" y="185"/>
                    <a:pt x="18087" y="175"/>
                  </a:cubicBezTo>
                  <a:cubicBezTo>
                    <a:pt x="17809" y="127"/>
                    <a:pt x="17528" y="88"/>
                    <a:pt x="17243" y="60"/>
                  </a:cubicBezTo>
                  <a:cubicBezTo>
                    <a:pt x="17205" y="55"/>
                    <a:pt x="17164" y="54"/>
                    <a:pt x="17125" y="51"/>
                  </a:cubicBezTo>
                  <a:cubicBezTo>
                    <a:pt x="16860" y="26"/>
                    <a:pt x="16594" y="12"/>
                    <a:pt x="16323" y="6"/>
                  </a:cubicBezTo>
                  <a:cubicBezTo>
                    <a:pt x="16272" y="5"/>
                    <a:pt x="16221" y="2"/>
                    <a:pt x="16168" y="2"/>
                  </a:cubicBezTo>
                  <a:cubicBezTo>
                    <a:pt x="16113" y="1"/>
                    <a:pt x="16058" y="1"/>
                    <a:pt x="16003" y="1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9"/>
            <p:cNvSpPr/>
            <p:nvPr/>
          </p:nvSpPr>
          <p:spPr>
            <a:xfrm>
              <a:off x="4731725" y="1616800"/>
              <a:ext cx="707275" cy="769500"/>
            </a:xfrm>
            <a:custGeom>
              <a:avLst/>
              <a:gdLst/>
              <a:ahLst/>
              <a:cxnLst/>
              <a:rect l="l" t="t" r="r" b="b"/>
              <a:pathLst>
                <a:path w="28291" h="30780" extrusionOk="0">
                  <a:moveTo>
                    <a:pt x="16003" y="1"/>
                  </a:moveTo>
                  <a:cubicBezTo>
                    <a:pt x="15401" y="1"/>
                    <a:pt x="14787" y="43"/>
                    <a:pt x="14163" y="131"/>
                  </a:cubicBezTo>
                  <a:cubicBezTo>
                    <a:pt x="10282" y="678"/>
                    <a:pt x="6756" y="2861"/>
                    <a:pt x="4192" y="5964"/>
                  </a:cubicBezTo>
                  <a:cubicBezTo>
                    <a:pt x="3285" y="7060"/>
                    <a:pt x="2512" y="8258"/>
                    <a:pt x="1885" y="9533"/>
                  </a:cubicBezTo>
                  <a:cubicBezTo>
                    <a:pt x="685" y="11930"/>
                    <a:pt x="7" y="14620"/>
                    <a:pt x="0" y="17376"/>
                  </a:cubicBezTo>
                  <a:cubicBezTo>
                    <a:pt x="0" y="19255"/>
                    <a:pt x="313" y="21014"/>
                    <a:pt x="887" y="22595"/>
                  </a:cubicBezTo>
                  <a:cubicBezTo>
                    <a:pt x="2674" y="27533"/>
                    <a:pt x="7015" y="30779"/>
                    <a:pt x="12269" y="30779"/>
                  </a:cubicBezTo>
                  <a:cubicBezTo>
                    <a:pt x="12330" y="30779"/>
                    <a:pt x="12391" y="30779"/>
                    <a:pt x="12452" y="30778"/>
                  </a:cubicBezTo>
                  <a:lnTo>
                    <a:pt x="12431" y="25601"/>
                  </a:lnTo>
                  <a:cubicBezTo>
                    <a:pt x="8863" y="25414"/>
                    <a:pt x="5993" y="22928"/>
                    <a:pt x="5065" y="19317"/>
                  </a:cubicBezTo>
                  <a:cubicBezTo>
                    <a:pt x="4850" y="18499"/>
                    <a:pt x="4739" y="17627"/>
                    <a:pt x="4739" y="16711"/>
                  </a:cubicBezTo>
                  <a:cubicBezTo>
                    <a:pt x="4747" y="15000"/>
                    <a:pt x="5141" y="13337"/>
                    <a:pt x="5835" y="11827"/>
                  </a:cubicBezTo>
                  <a:cubicBezTo>
                    <a:pt x="6433" y="10525"/>
                    <a:pt x="7253" y="9339"/>
                    <a:pt x="8259" y="8321"/>
                  </a:cubicBezTo>
                  <a:cubicBezTo>
                    <a:pt x="9875" y="6693"/>
                    <a:pt x="11932" y="5563"/>
                    <a:pt x="14156" y="5250"/>
                  </a:cubicBezTo>
                  <a:cubicBezTo>
                    <a:pt x="14570" y="5192"/>
                    <a:pt x="14977" y="5164"/>
                    <a:pt x="15376" y="5164"/>
                  </a:cubicBezTo>
                  <a:cubicBezTo>
                    <a:pt x="19983" y="5164"/>
                    <a:pt x="23544" y="8920"/>
                    <a:pt x="23533" y="14065"/>
                  </a:cubicBezTo>
                  <a:cubicBezTo>
                    <a:pt x="23531" y="15040"/>
                    <a:pt x="23403" y="16012"/>
                    <a:pt x="23151" y="16955"/>
                  </a:cubicBezTo>
                  <a:lnTo>
                    <a:pt x="27218" y="19310"/>
                  </a:lnTo>
                  <a:cubicBezTo>
                    <a:pt x="27896" y="17438"/>
                    <a:pt x="28270" y="15437"/>
                    <a:pt x="28270" y="13400"/>
                  </a:cubicBezTo>
                  <a:cubicBezTo>
                    <a:pt x="28290" y="5653"/>
                    <a:pt x="22941" y="1"/>
                    <a:pt x="16003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9"/>
            <p:cNvSpPr/>
            <p:nvPr/>
          </p:nvSpPr>
          <p:spPr>
            <a:xfrm>
              <a:off x="4916200" y="2201575"/>
              <a:ext cx="88725" cy="49575"/>
            </a:xfrm>
            <a:custGeom>
              <a:avLst/>
              <a:gdLst/>
              <a:ahLst/>
              <a:cxnLst/>
              <a:rect l="l" t="t" r="r" b="b"/>
              <a:pathLst>
                <a:path w="3549" h="1983" extrusionOk="0">
                  <a:moveTo>
                    <a:pt x="1" y="0"/>
                  </a:moveTo>
                  <a:cubicBezTo>
                    <a:pt x="509" y="506"/>
                    <a:pt x="1088" y="935"/>
                    <a:pt x="1718" y="1276"/>
                  </a:cubicBezTo>
                  <a:lnTo>
                    <a:pt x="1" y="0"/>
                  </a:lnTo>
                  <a:close/>
                  <a:moveTo>
                    <a:pt x="3479" y="1968"/>
                  </a:moveTo>
                  <a:cubicBezTo>
                    <a:pt x="3482" y="1970"/>
                    <a:pt x="3486" y="1971"/>
                    <a:pt x="3490" y="1972"/>
                  </a:cubicBezTo>
                  <a:lnTo>
                    <a:pt x="3490" y="1972"/>
                  </a:lnTo>
                  <a:cubicBezTo>
                    <a:pt x="3486" y="1970"/>
                    <a:pt x="3483" y="1968"/>
                    <a:pt x="3479" y="1968"/>
                  </a:cubicBezTo>
                  <a:close/>
                  <a:moveTo>
                    <a:pt x="3490" y="1972"/>
                  </a:moveTo>
                  <a:lnTo>
                    <a:pt x="3490" y="1972"/>
                  </a:lnTo>
                  <a:cubicBezTo>
                    <a:pt x="3491" y="1973"/>
                    <a:pt x="3492" y="1974"/>
                    <a:pt x="3493" y="1975"/>
                  </a:cubicBezTo>
                  <a:cubicBezTo>
                    <a:pt x="3508" y="1980"/>
                    <a:pt x="3523" y="1983"/>
                    <a:pt x="3538" y="1983"/>
                  </a:cubicBezTo>
                  <a:cubicBezTo>
                    <a:pt x="3542" y="1983"/>
                    <a:pt x="3545" y="1983"/>
                    <a:pt x="3548" y="1983"/>
                  </a:cubicBezTo>
                  <a:cubicBezTo>
                    <a:pt x="3529" y="1981"/>
                    <a:pt x="3508" y="1978"/>
                    <a:pt x="3490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9"/>
            <p:cNvSpPr/>
            <p:nvPr/>
          </p:nvSpPr>
          <p:spPr>
            <a:xfrm>
              <a:off x="3991350" y="1597600"/>
              <a:ext cx="290075" cy="483350"/>
            </a:xfrm>
            <a:custGeom>
              <a:avLst/>
              <a:gdLst/>
              <a:ahLst/>
              <a:cxnLst/>
              <a:rect l="l" t="t" r="r" b="b"/>
              <a:pathLst>
                <a:path w="11603" h="19334" extrusionOk="0">
                  <a:moveTo>
                    <a:pt x="0" y="1"/>
                  </a:moveTo>
                  <a:lnTo>
                    <a:pt x="44" y="12619"/>
                  </a:lnTo>
                  <a:lnTo>
                    <a:pt x="11602" y="19334"/>
                  </a:lnTo>
                  <a:lnTo>
                    <a:pt x="11559" y="67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9"/>
            <p:cNvSpPr/>
            <p:nvPr/>
          </p:nvSpPr>
          <p:spPr>
            <a:xfrm>
              <a:off x="3991350" y="1597575"/>
              <a:ext cx="290150" cy="483350"/>
            </a:xfrm>
            <a:custGeom>
              <a:avLst/>
              <a:gdLst/>
              <a:ahLst/>
              <a:cxnLst/>
              <a:rect l="l" t="t" r="r" b="b"/>
              <a:pathLst>
                <a:path w="11606" h="19334" extrusionOk="0">
                  <a:moveTo>
                    <a:pt x="0" y="0"/>
                  </a:moveTo>
                  <a:lnTo>
                    <a:pt x="21" y="5717"/>
                  </a:lnTo>
                  <a:lnTo>
                    <a:pt x="41" y="12619"/>
                  </a:lnTo>
                  <a:lnTo>
                    <a:pt x="11605" y="19333"/>
                  </a:lnTo>
                  <a:lnTo>
                    <a:pt x="11605" y="19333"/>
                  </a:lnTo>
                  <a:lnTo>
                    <a:pt x="11585" y="13900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8" y="2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9"/>
            <p:cNvSpPr/>
            <p:nvPr/>
          </p:nvSpPr>
          <p:spPr>
            <a:xfrm>
              <a:off x="4263650" y="1755750"/>
              <a:ext cx="16825" cy="59775"/>
            </a:xfrm>
            <a:custGeom>
              <a:avLst/>
              <a:gdLst/>
              <a:ahLst/>
              <a:cxnLst/>
              <a:rect l="l" t="t" r="r" b="b"/>
              <a:pathLst>
                <a:path w="673" h="2391" extrusionOk="0">
                  <a:moveTo>
                    <a:pt x="1" y="0"/>
                  </a:moveTo>
                  <a:lnTo>
                    <a:pt x="673" y="2390"/>
                  </a:lnTo>
                  <a:lnTo>
                    <a:pt x="666" y="3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9"/>
            <p:cNvSpPr/>
            <p:nvPr/>
          </p:nvSpPr>
          <p:spPr>
            <a:xfrm>
              <a:off x="3991350" y="159757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0" y="0"/>
                  </a:moveTo>
                  <a:lnTo>
                    <a:pt x="46" y="12623"/>
                  </a:lnTo>
                  <a:lnTo>
                    <a:pt x="11277" y="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9"/>
            <p:cNvSpPr/>
            <p:nvPr/>
          </p:nvSpPr>
          <p:spPr>
            <a:xfrm>
              <a:off x="3991350" y="159757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0" y="0"/>
                  </a:moveTo>
                  <a:lnTo>
                    <a:pt x="46" y="12623"/>
                  </a:lnTo>
                  <a:lnTo>
                    <a:pt x="11277" y="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9"/>
            <p:cNvSpPr/>
            <p:nvPr/>
          </p:nvSpPr>
          <p:spPr>
            <a:xfrm>
              <a:off x="4154125" y="1755750"/>
              <a:ext cx="126325" cy="59775"/>
            </a:xfrm>
            <a:custGeom>
              <a:avLst/>
              <a:gdLst/>
              <a:ahLst/>
              <a:cxnLst/>
              <a:rect l="l" t="t" r="r" b="b"/>
              <a:pathLst>
                <a:path w="5053" h="2391" extrusionOk="0">
                  <a:moveTo>
                    <a:pt x="4380" y="0"/>
                  </a:moveTo>
                  <a:cubicBezTo>
                    <a:pt x="4297" y="28"/>
                    <a:pt x="4220" y="48"/>
                    <a:pt x="4137" y="69"/>
                  </a:cubicBezTo>
                  <a:cubicBezTo>
                    <a:pt x="4055" y="97"/>
                    <a:pt x="3971" y="118"/>
                    <a:pt x="3888" y="139"/>
                  </a:cubicBezTo>
                  <a:cubicBezTo>
                    <a:pt x="3604" y="208"/>
                    <a:pt x="3319" y="264"/>
                    <a:pt x="3028" y="306"/>
                  </a:cubicBezTo>
                  <a:cubicBezTo>
                    <a:pt x="2765" y="340"/>
                    <a:pt x="2503" y="360"/>
                    <a:pt x="2245" y="375"/>
                  </a:cubicBezTo>
                  <a:cubicBezTo>
                    <a:pt x="2169" y="382"/>
                    <a:pt x="2087" y="382"/>
                    <a:pt x="2003" y="382"/>
                  </a:cubicBezTo>
                  <a:cubicBezTo>
                    <a:pt x="1917" y="385"/>
                    <a:pt x="1830" y="386"/>
                    <a:pt x="1744" y="386"/>
                  </a:cubicBezTo>
                  <a:cubicBezTo>
                    <a:pt x="1657" y="386"/>
                    <a:pt x="1570" y="385"/>
                    <a:pt x="1484" y="382"/>
                  </a:cubicBezTo>
                  <a:cubicBezTo>
                    <a:pt x="1394" y="375"/>
                    <a:pt x="1304" y="375"/>
                    <a:pt x="1214" y="368"/>
                  </a:cubicBezTo>
                  <a:cubicBezTo>
                    <a:pt x="1047" y="353"/>
                    <a:pt x="882" y="333"/>
                    <a:pt x="715" y="311"/>
                  </a:cubicBezTo>
                  <a:cubicBezTo>
                    <a:pt x="631" y="306"/>
                    <a:pt x="555" y="291"/>
                    <a:pt x="473" y="284"/>
                  </a:cubicBezTo>
                  <a:cubicBezTo>
                    <a:pt x="313" y="257"/>
                    <a:pt x="161" y="229"/>
                    <a:pt x="1" y="188"/>
                  </a:cubicBezTo>
                  <a:lnTo>
                    <a:pt x="1" y="188"/>
                  </a:lnTo>
                  <a:lnTo>
                    <a:pt x="1720" y="1462"/>
                  </a:lnTo>
                  <a:cubicBezTo>
                    <a:pt x="1769" y="1490"/>
                    <a:pt x="1825" y="1518"/>
                    <a:pt x="1880" y="1545"/>
                  </a:cubicBezTo>
                  <a:lnTo>
                    <a:pt x="2005" y="1607"/>
                  </a:lnTo>
                  <a:cubicBezTo>
                    <a:pt x="2038" y="1630"/>
                    <a:pt x="2075" y="1646"/>
                    <a:pt x="2116" y="1656"/>
                  </a:cubicBezTo>
                  <a:cubicBezTo>
                    <a:pt x="2274" y="1732"/>
                    <a:pt x="2434" y="1794"/>
                    <a:pt x="2594" y="1865"/>
                  </a:cubicBezTo>
                  <a:cubicBezTo>
                    <a:pt x="2700" y="1915"/>
                    <a:pt x="2811" y="1954"/>
                    <a:pt x="2926" y="1981"/>
                  </a:cubicBezTo>
                  <a:cubicBezTo>
                    <a:pt x="3072" y="2037"/>
                    <a:pt x="3224" y="2086"/>
                    <a:pt x="3375" y="2127"/>
                  </a:cubicBezTo>
                  <a:cubicBezTo>
                    <a:pt x="3410" y="2140"/>
                    <a:pt x="3444" y="2148"/>
                    <a:pt x="3480" y="2156"/>
                  </a:cubicBezTo>
                  <a:cubicBezTo>
                    <a:pt x="3486" y="2156"/>
                    <a:pt x="3486" y="2156"/>
                    <a:pt x="3493" y="2161"/>
                  </a:cubicBezTo>
                  <a:cubicBezTo>
                    <a:pt x="3507" y="2167"/>
                    <a:pt x="3522" y="2169"/>
                    <a:pt x="3537" y="2169"/>
                  </a:cubicBezTo>
                  <a:cubicBezTo>
                    <a:pt x="3541" y="2169"/>
                    <a:pt x="3545" y="2169"/>
                    <a:pt x="3550" y="2168"/>
                  </a:cubicBezTo>
                  <a:cubicBezTo>
                    <a:pt x="3559" y="2174"/>
                    <a:pt x="3565" y="2179"/>
                    <a:pt x="3573" y="2179"/>
                  </a:cubicBezTo>
                  <a:cubicBezTo>
                    <a:pt x="3576" y="2179"/>
                    <a:pt x="3580" y="2178"/>
                    <a:pt x="3584" y="2176"/>
                  </a:cubicBezTo>
                  <a:cubicBezTo>
                    <a:pt x="3771" y="2225"/>
                    <a:pt x="3964" y="2259"/>
                    <a:pt x="4151" y="2294"/>
                  </a:cubicBezTo>
                  <a:cubicBezTo>
                    <a:pt x="4176" y="2302"/>
                    <a:pt x="4202" y="2307"/>
                    <a:pt x="4228" y="2308"/>
                  </a:cubicBezTo>
                  <a:cubicBezTo>
                    <a:pt x="4295" y="2314"/>
                    <a:pt x="4363" y="2323"/>
                    <a:pt x="4429" y="2335"/>
                  </a:cubicBezTo>
                  <a:cubicBezTo>
                    <a:pt x="4595" y="2363"/>
                    <a:pt x="4760" y="2379"/>
                    <a:pt x="4927" y="2383"/>
                  </a:cubicBezTo>
                  <a:cubicBezTo>
                    <a:pt x="4969" y="2383"/>
                    <a:pt x="5011" y="2390"/>
                    <a:pt x="5053" y="2390"/>
                  </a:cubicBezTo>
                  <a:lnTo>
                    <a:pt x="5045" y="388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9"/>
            <p:cNvSpPr/>
            <p:nvPr/>
          </p:nvSpPr>
          <p:spPr>
            <a:xfrm>
              <a:off x="3876600" y="1125175"/>
              <a:ext cx="635925" cy="784200"/>
            </a:xfrm>
            <a:custGeom>
              <a:avLst/>
              <a:gdLst/>
              <a:ahLst/>
              <a:cxnLst/>
              <a:rect l="l" t="t" r="r" b="b"/>
              <a:pathLst>
                <a:path w="25437" h="31368" extrusionOk="0">
                  <a:moveTo>
                    <a:pt x="25388" y="3421"/>
                  </a:moveTo>
                  <a:lnTo>
                    <a:pt x="25436" y="3447"/>
                  </a:lnTo>
                  <a:cubicBezTo>
                    <a:pt x="25420" y="3438"/>
                    <a:pt x="25404" y="3430"/>
                    <a:pt x="25388" y="3421"/>
                  </a:cubicBezTo>
                  <a:close/>
                  <a:moveTo>
                    <a:pt x="16042" y="0"/>
                  </a:moveTo>
                  <a:cubicBezTo>
                    <a:pt x="15793" y="0"/>
                    <a:pt x="15541" y="8"/>
                    <a:pt x="15288" y="22"/>
                  </a:cubicBezTo>
                  <a:cubicBezTo>
                    <a:pt x="15225" y="25"/>
                    <a:pt x="15162" y="30"/>
                    <a:pt x="15098" y="35"/>
                  </a:cubicBezTo>
                  <a:cubicBezTo>
                    <a:pt x="14793" y="57"/>
                    <a:pt x="14485" y="86"/>
                    <a:pt x="14174" y="129"/>
                  </a:cubicBezTo>
                  <a:cubicBezTo>
                    <a:pt x="13854" y="174"/>
                    <a:pt x="13539" y="234"/>
                    <a:pt x="13224" y="300"/>
                  </a:cubicBezTo>
                  <a:cubicBezTo>
                    <a:pt x="13142" y="318"/>
                    <a:pt x="13061" y="336"/>
                    <a:pt x="12981" y="355"/>
                  </a:cubicBezTo>
                  <a:cubicBezTo>
                    <a:pt x="12693" y="421"/>
                    <a:pt x="12406" y="495"/>
                    <a:pt x="12123" y="580"/>
                  </a:cubicBezTo>
                  <a:cubicBezTo>
                    <a:pt x="12097" y="587"/>
                    <a:pt x="12071" y="593"/>
                    <a:pt x="12045" y="601"/>
                  </a:cubicBezTo>
                  <a:cubicBezTo>
                    <a:pt x="11740" y="693"/>
                    <a:pt x="11439" y="798"/>
                    <a:pt x="11141" y="911"/>
                  </a:cubicBezTo>
                  <a:cubicBezTo>
                    <a:pt x="11064" y="940"/>
                    <a:pt x="10988" y="970"/>
                    <a:pt x="10912" y="1000"/>
                  </a:cubicBezTo>
                  <a:cubicBezTo>
                    <a:pt x="10651" y="1104"/>
                    <a:pt x="10394" y="1213"/>
                    <a:pt x="10139" y="1330"/>
                  </a:cubicBezTo>
                  <a:cubicBezTo>
                    <a:pt x="10108" y="1344"/>
                    <a:pt x="10075" y="1356"/>
                    <a:pt x="10044" y="1371"/>
                  </a:cubicBezTo>
                  <a:cubicBezTo>
                    <a:pt x="10035" y="1374"/>
                    <a:pt x="10026" y="1380"/>
                    <a:pt x="10018" y="1384"/>
                  </a:cubicBezTo>
                  <a:cubicBezTo>
                    <a:pt x="9662" y="1553"/>
                    <a:pt x="9312" y="1737"/>
                    <a:pt x="8968" y="1933"/>
                  </a:cubicBezTo>
                  <a:cubicBezTo>
                    <a:pt x="8915" y="1963"/>
                    <a:pt x="8860" y="1992"/>
                    <a:pt x="8807" y="2024"/>
                  </a:cubicBezTo>
                  <a:cubicBezTo>
                    <a:pt x="8476" y="2218"/>
                    <a:pt x="8151" y="2424"/>
                    <a:pt x="7832" y="2641"/>
                  </a:cubicBezTo>
                  <a:cubicBezTo>
                    <a:pt x="7804" y="2660"/>
                    <a:pt x="7775" y="2676"/>
                    <a:pt x="7747" y="2696"/>
                  </a:cubicBezTo>
                  <a:cubicBezTo>
                    <a:pt x="7711" y="2720"/>
                    <a:pt x="7678" y="2749"/>
                    <a:pt x="7642" y="2774"/>
                  </a:cubicBezTo>
                  <a:cubicBezTo>
                    <a:pt x="7401" y="2943"/>
                    <a:pt x="7162" y="3119"/>
                    <a:pt x="6928" y="3302"/>
                  </a:cubicBezTo>
                  <a:cubicBezTo>
                    <a:pt x="6905" y="3321"/>
                    <a:pt x="6882" y="3337"/>
                    <a:pt x="6861" y="3354"/>
                  </a:cubicBezTo>
                  <a:cubicBezTo>
                    <a:pt x="6609" y="3554"/>
                    <a:pt x="6363" y="3764"/>
                    <a:pt x="6122" y="3979"/>
                  </a:cubicBezTo>
                  <a:cubicBezTo>
                    <a:pt x="6095" y="4002"/>
                    <a:pt x="6066" y="4025"/>
                    <a:pt x="6039" y="4049"/>
                  </a:cubicBezTo>
                  <a:cubicBezTo>
                    <a:pt x="6000" y="4084"/>
                    <a:pt x="5964" y="4121"/>
                    <a:pt x="5926" y="4157"/>
                  </a:cubicBezTo>
                  <a:cubicBezTo>
                    <a:pt x="5752" y="4315"/>
                    <a:pt x="5582" y="4478"/>
                    <a:pt x="5415" y="4644"/>
                  </a:cubicBezTo>
                  <a:cubicBezTo>
                    <a:pt x="5361" y="4698"/>
                    <a:pt x="5304" y="4752"/>
                    <a:pt x="5250" y="4808"/>
                  </a:cubicBezTo>
                  <a:cubicBezTo>
                    <a:pt x="5037" y="5025"/>
                    <a:pt x="4828" y="5247"/>
                    <a:pt x="4625" y="5476"/>
                  </a:cubicBezTo>
                  <a:cubicBezTo>
                    <a:pt x="4615" y="5486"/>
                    <a:pt x="4605" y="5496"/>
                    <a:pt x="4596" y="5506"/>
                  </a:cubicBezTo>
                  <a:cubicBezTo>
                    <a:pt x="4564" y="5542"/>
                    <a:pt x="4536" y="5578"/>
                    <a:pt x="4505" y="5614"/>
                  </a:cubicBezTo>
                  <a:cubicBezTo>
                    <a:pt x="4343" y="5803"/>
                    <a:pt x="4181" y="5996"/>
                    <a:pt x="4026" y="6190"/>
                  </a:cubicBezTo>
                  <a:cubicBezTo>
                    <a:pt x="3968" y="6262"/>
                    <a:pt x="3911" y="6335"/>
                    <a:pt x="3853" y="6409"/>
                  </a:cubicBezTo>
                  <a:cubicBezTo>
                    <a:pt x="3702" y="6605"/>
                    <a:pt x="3555" y="6802"/>
                    <a:pt x="3411" y="7003"/>
                  </a:cubicBezTo>
                  <a:cubicBezTo>
                    <a:pt x="3382" y="7044"/>
                    <a:pt x="3351" y="7082"/>
                    <a:pt x="3323" y="7123"/>
                  </a:cubicBezTo>
                  <a:cubicBezTo>
                    <a:pt x="3313" y="7136"/>
                    <a:pt x="3306" y="7149"/>
                    <a:pt x="3298" y="7162"/>
                  </a:cubicBezTo>
                  <a:cubicBezTo>
                    <a:pt x="3113" y="7425"/>
                    <a:pt x="2936" y="7694"/>
                    <a:pt x="2766" y="7968"/>
                  </a:cubicBezTo>
                  <a:cubicBezTo>
                    <a:pt x="2725" y="8036"/>
                    <a:pt x="2684" y="8105"/>
                    <a:pt x="2643" y="8172"/>
                  </a:cubicBezTo>
                  <a:cubicBezTo>
                    <a:pt x="2507" y="8397"/>
                    <a:pt x="2375" y="8626"/>
                    <a:pt x="2248" y="8856"/>
                  </a:cubicBezTo>
                  <a:cubicBezTo>
                    <a:pt x="2224" y="8901"/>
                    <a:pt x="2195" y="8945"/>
                    <a:pt x="2170" y="8990"/>
                  </a:cubicBezTo>
                  <a:cubicBezTo>
                    <a:pt x="2160" y="9012"/>
                    <a:pt x="2150" y="9033"/>
                    <a:pt x="2139" y="9055"/>
                  </a:cubicBezTo>
                  <a:cubicBezTo>
                    <a:pt x="1962" y="9387"/>
                    <a:pt x="1796" y="9724"/>
                    <a:pt x="1639" y="10068"/>
                  </a:cubicBezTo>
                  <a:cubicBezTo>
                    <a:pt x="1609" y="10136"/>
                    <a:pt x="1579" y="10204"/>
                    <a:pt x="1548" y="10271"/>
                  </a:cubicBezTo>
                  <a:cubicBezTo>
                    <a:pt x="1393" y="10623"/>
                    <a:pt x="1246" y="10977"/>
                    <a:pt x="1114" y="11338"/>
                  </a:cubicBezTo>
                  <a:cubicBezTo>
                    <a:pt x="1109" y="11350"/>
                    <a:pt x="1104" y="11360"/>
                    <a:pt x="1101" y="11370"/>
                  </a:cubicBezTo>
                  <a:cubicBezTo>
                    <a:pt x="1059" y="11482"/>
                    <a:pt x="1023" y="11597"/>
                    <a:pt x="983" y="11709"/>
                  </a:cubicBezTo>
                  <a:cubicBezTo>
                    <a:pt x="944" y="11823"/>
                    <a:pt x="903" y="11935"/>
                    <a:pt x="867" y="12048"/>
                  </a:cubicBezTo>
                  <a:cubicBezTo>
                    <a:pt x="824" y="12179"/>
                    <a:pt x="787" y="12311"/>
                    <a:pt x="748" y="12442"/>
                  </a:cubicBezTo>
                  <a:cubicBezTo>
                    <a:pt x="713" y="12556"/>
                    <a:pt x="679" y="12670"/>
                    <a:pt x="646" y="12783"/>
                  </a:cubicBezTo>
                  <a:cubicBezTo>
                    <a:pt x="610" y="12917"/>
                    <a:pt x="577" y="13053"/>
                    <a:pt x="544" y="13187"/>
                  </a:cubicBezTo>
                  <a:cubicBezTo>
                    <a:pt x="515" y="13300"/>
                    <a:pt x="483" y="13414"/>
                    <a:pt x="457" y="13529"/>
                  </a:cubicBezTo>
                  <a:cubicBezTo>
                    <a:pt x="425" y="13669"/>
                    <a:pt x="398" y="13808"/>
                    <a:pt x="369" y="13950"/>
                  </a:cubicBezTo>
                  <a:cubicBezTo>
                    <a:pt x="346" y="14060"/>
                    <a:pt x="322" y="14171"/>
                    <a:pt x="300" y="14284"/>
                  </a:cubicBezTo>
                  <a:cubicBezTo>
                    <a:pt x="274" y="14428"/>
                    <a:pt x="253" y="14573"/>
                    <a:pt x="230" y="14718"/>
                  </a:cubicBezTo>
                  <a:cubicBezTo>
                    <a:pt x="211" y="14828"/>
                    <a:pt x="192" y="14937"/>
                    <a:pt x="176" y="15047"/>
                  </a:cubicBezTo>
                  <a:cubicBezTo>
                    <a:pt x="155" y="15199"/>
                    <a:pt x="140" y="15353"/>
                    <a:pt x="122" y="15504"/>
                  </a:cubicBezTo>
                  <a:cubicBezTo>
                    <a:pt x="110" y="15609"/>
                    <a:pt x="96" y="15712"/>
                    <a:pt x="86" y="15817"/>
                  </a:cubicBezTo>
                  <a:cubicBezTo>
                    <a:pt x="70" y="15984"/>
                    <a:pt x="61" y="16154"/>
                    <a:pt x="50" y="16322"/>
                  </a:cubicBezTo>
                  <a:cubicBezTo>
                    <a:pt x="44" y="16411"/>
                    <a:pt x="35" y="16502"/>
                    <a:pt x="31" y="16594"/>
                  </a:cubicBezTo>
                  <a:cubicBezTo>
                    <a:pt x="19" y="16853"/>
                    <a:pt x="12" y="17114"/>
                    <a:pt x="11" y="17374"/>
                  </a:cubicBezTo>
                  <a:cubicBezTo>
                    <a:pt x="1" y="22802"/>
                    <a:pt x="2618" y="27199"/>
                    <a:pt x="6568" y="29348"/>
                  </a:cubicBezTo>
                  <a:lnTo>
                    <a:pt x="10281" y="31368"/>
                  </a:lnTo>
                  <a:cubicBezTo>
                    <a:pt x="6331" y="29218"/>
                    <a:pt x="3715" y="24822"/>
                    <a:pt x="3725" y="19394"/>
                  </a:cubicBezTo>
                  <a:cubicBezTo>
                    <a:pt x="3725" y="19132"/>
                    <a:pt x="3731" y="18873"/>
                    <a:pt x="3744" y="18613"/>
                  </a:cubicBezTo>
                  <a:cubicBezTo>
                    <a:pt x="3747" y="18529"/>
                    <a:pt x="3755" y="18446"/>
                    <a:pt x="3760" y="18362"/>
                  </a:cubicBezTo>
                  <a:cubicBezTo>
                    <a:pt x="3771" y="18186"/>
                    <a:pt x="3781" y="18011"/>
                    <a:pt x="3799" y="17837"/>
                  </a:cubicBezTo>
                  <a:cubicBezTo>
                    <a:pt x="3807" y="17734"/>
                    <a:pt x="3822" y="17634"/>
                    <a:pt x="3835" y="17531"/>
                  </a:cubicBezTo>
                  <a:cubicBezTo>
                    <a:pt x="3852" y="17376"/>
                    <a:pt x="3868" y="17220"/>
                    <a:pt x="3889" y="17065"/>
                  </a:cubicBezTo>
                  <a:cubicBezTo>
                    <a:pt x="3904" y="16957"/>
                    <a:pt x="3924" y="16852"/>
                    <a:pt x="3941" y="16744"/>
                  </a:cubicBezTo>
                  <a:cubicBezTo>
                    <a:pt x="3964" y="16597"/>
                    <a:pt x="3986" y="16449"/>
                    <a:pt x="4013" y="16303"/>
                  </a:cubicBezTo>
                  <a:cubicBezTo>
                    <a:pt x="4033" y="16191"/>
                    <a:pt x="4059" y="16080"/>
                    <a:pt x="4082" y="15969"/>
                  </a:cubicBezTo>
                  <a:cubicBezTo>
                    <a:pt x="4111" y="15828"/>
                    <a:pt x="4137" y="15687"/>
                    <a:pt x="4170" y="15548"/>
                  </a:cubicBezTo>
                  <a:cubicBezTo>
                    <a:pt x="4196" y="15435"/>
                    <a:pt x="4226" y="15323"/>
                    <a:pt x="4255" y="15211"/>
                  </a:cubicBezTo>
                  <a:cubicBezTo>
                    <a:pt x="4288" y="15074"/>
                    <a:pt x="4321" y="14939"/>
                    <a:pt x="4359" y="14803"/>
                  </a:cubicBezTo>
                  <a:cubicBezTo>
                    <a:pt x="4390" y="14690"/>
                    <a:pt x="4426" y="14577"/>
                    <a:pt x="4459" y="14465"/>
                  </a:cubicBezTo>
                  <a:cubicBezTo>
                    <a:pt x="4498" y="14333"/>
                    <a:pt x="4537" y="14199"/>
                    <a:pt x="4579" y="14068"/>
                  </a:cubicBezTo>
                  <a:cubicBezTo>
                    <a:pt x="4615" y="13955"/>
                    <a:pt x="4657" y="13843"/>
                    <a:pt x="4694" y="13732"/>
                  </a:cubicBezTo>
                  <a:cubicBezTo>
                    <a:pt x="4737" y="13605"/>
                    <a:pt x="4779" y="13482"/>
                    <a:pt x="4825" y="13358"/>
                  </a:cubicBezTo>
                  <a:cubicBezTo>
                    <a:pt x="4959" y="12997"/>
                    <a:pt x="5106" y="12641"/>
                    <a:pt x="5261" y="12290"/>
                  </a:cubicBezTo>
                  <a:cubicBezTo>
                    <a:pt x="5291" y="12222"/>
                    <a:pt x="5320" y="12154"/>
                    <a:pt x="5350" y="12088"/>
                  </a:cubicBezTo>
                  <a:cubicBezTo>
                    <a:pt x="5507" y="11744"/>
                    <a:pt x="5674" y="11406"/>
                    <a:pt x="5851" y="11073"/>
                  </a:cubicBezTo>
                  <a:cubicBezTo>
                    <a:pt x="5887" y="11007"/>
                    <a:pt x="5923" y="10942"/>
                    <a:pt x="5959" y="10877"/>
                  </a:cubicBezTo>
                  <a:cubicBezTo>
                    <a:pt x="6088" y="10646"/>
                    <a:pt x="6219" y="10417"/>
                    <a:pt x="6355" y="10191"/>
                  </a:cubicBezTo>
                  <a:cubicBezTo>
                    <a:pt x="6397" y="10123"/>
                    <a:pt x="6437" y="10054"/>
                    <a:pt x="6479" y="9986"/>
                  </a:cubicBezTo>
                  <a:cubicBezTo>
                    <a:pt x="6649" y="9713"/>
                    <a:pt x="6826" y="9443"/>
                    <a:pt x="7010" y="9180"/>
                  </a:cubicBezTo>
                  <a:cubicBezTo>
                    <a:pt x="7048" y="9125"/>
                    <a:pt x="7087" y="9075"/>
                    <a:pt x="7124" y="9022"/>
                  </a:cubicBezTo>
                  <a:cubicBezTo>
                    <a:pt x="7268" y="8820"/>
                    <a:pt x="7415" y="8623"/>
                    <a:pt x="7566" y="8429"/>
                  </a:cubicBezTo>
                  <a:cubicBezTo>
                    <a:pt x="7624" y="8355"/>
                    <a:pt x="7680" y="8282"/>
                    <a:pt x="7739" y="8210"/>
                  </a:cubicBezTo>
                  <a:cubicBezTo>
                    <a:pt x="7894" y="8014"/>
                    <a:pt x="8054" y="7822"/>
                    <a:pt x="8218" y="7634"/>
                  </a:cubicBezTo>
                  <a:cubicBezTo>
                    <a:pt x="8259" y="7588"/>
                    <a:pt x="8296" y="7540"/>
                    <a:pt x="8336" y="7494"/>
                  </a:cubicBezTo>
                  <a:cubicBezTo>
                    <a:pt x="8539" y="7265"/>
                    <a:pt x="8748" y="7042"/>
                    <a:pt x="8963" y="6826"/>
                  </a:cubicBezTo>
                  <a:cubicBezTo>
                    <a:pt x="9016" y="6770"/>
                    <a:pt x="9072" y="6718"/>
                    <a:pt x="9128" y="6662"/>
                  </a:cubicBezTo>
                  <a:cubicBezTo>
                    <a:pt x="9295" y="6497"/>
                    <a:pt x="9466" y="6334"/>
                    <a:pt x="9639" y="6175"/>
                  </a:cubicBezTo>
                  <a:cubicBezTo>
                    <a:pt x="9704" y="6115"/>
                    <a:pt x="9769" y="6056"/>
                    <a:pt x="9835" y="5997"/>
                  </a:cubicBezTo>
                  <a:cubicBezTo>
                    <a:pt x="10077" y="5782"/>
                    <a:pt x="10322" y="5574"/>
                    <a:pt x="10574" y="5374"/>
                  </a:cubicBezTo>
                  <a:cubicBezTo>
                    <a:pt x="10597" y="5355"/>
                    <a:pt x="10620" y="5339"/>
                    <a:pt x="10641" y="5322"/>
                  </a:cubicBezTo>
                  <a:cubicBezTo>
                    <a:pt x="10876" y="5139"/>
                    <a:pt x="11113" y="4963"/>
                    <a:pt x="11355" y="4793"/>
                  </a:cubicBezTo>
                  <a:cubicBezTo>
                    <a:pt x="11419" y="4749"/>
                    <a:pt x="11482" y="4706"/>
                    <a:pt x="11545" y="4661"/>
                  </a:cubicBezTo>
                  <a:cubicBezTo>
                    <a:pt x="11863" y="4444"/>
                    <a:pt x="12189" y="4238"/>
                    <a:pt x="12521" y="4043"/>
                  </a:cubicBezTo>
                  <a:cubicBezTo>
                    <a:pt x="12576" y="4012"/>
                    <a:pt x="12629" y="3983"/>
                    <a:pt x="12683" y="3953"/>
                  </a:cubicBezTo>
                  <a:cubicBezTo>
                    <a:pt x="13025" y="3757"/>
                    <a:pt x="13375" y="3573"/>
                    <a:pt x="13732" y="3404"/>
                  </a:cubicBezTo>
                  <a:cubicBezTo>
                    <a:pt x="13771" y="3385"/>
                    <a:pt x="13813" y="3368"/>
                    <a:pt x="13853" y="3349"/>
                  </a:cubicBezTo>
                  <a:cubicBezTo>
                    <a:pt x="14108" y="3233"/>
                    <a:pt x="14364" y="3122"/>
                    <a:pt x="14625" y="3020"/>
                  </a:cubicBezTo>
                  <a:cubicBezTo>
                    <a:pt x="14701" y="2990"/>
                    <a:pt x="14777" y="2959"/>
                    <a:pt x="14854" y="2932"/>
                  </a:cubicBezTo>
                  <a:cubicBezTo>
                    <a:pt x="15152" y="2818"/>
                    <a:pt x="15454" y="2713"/>
                    <a:pt x="15759" y="2621"/>
                  </a:cubicBezTo>
                  <a:cubicBezTo>
                    <a:pt x="15785" y="2612"/>
                    <a:pt x="15811" y="2607"/>
                    <a:pt x="15837" y="2599"/>
                  </a:cubicBezTo>
                  <a:cubicBezTo>
                    <a:pt x="16119" y="2514"/>
                    <a:pt x="16405" y="2441"/>
                    <a:pt x="16693" y="2375"/>
                  </a:cubicBezTo>
                  <a:cubicBezTo>
                    <a:pt x="16775" y="2356"/>
                    <a:pt x="16856" y="2339"/>
                    <a:pt x="16937" y="2320"/>
                  </a:cubicBezTo>
                  <a:cubicBezTo>
                    <a:pt x="17252" y="2254"/>
                    <a:pt x="17569" y="2193"/>
                    <a:pt x="17888" y="2149"/>
                  </a:cubicBezTo>
                  <a:cubicBezTo>
                    <a:pt x="18199" y="2106"/>
                    <a:pt x="18506" y="2077"/>
                    <a:pt x="18813" y="2055"/>
                  </a:cubicBezTo>
                  <a:cubicBezTo>
                    <a:pt x="18876" y="2051"/>
                    <a:pt x="18938" y="2045"/>
                    <a:pt x="19001" y="2042"/>
                  </a:cubicBezTo>
                  <a:cubicBezTo>
                    <a:pt x="19255" y="2027"/>
                    <a:pt x="19506" y="2020"/>
                    <a:pt x="19756" y="2020"/>
                  </a:cubicBezTo>
                  <a:cubicBezTo>
                    <a:pt x="19798" y="2020"/>
                    <a:pt x="19839" y="2020"/>
                    <a:pt x="19881" y="2021"/>
                  </a:cubicBezTo>
                  <a:cubicBezTo>
                    <a:pt x="19933" y="2021"/>
                    <a:pt x="19984" y="2025"/>
                    <a:pt x="20036" y="2025"/>
                  </a:cubicBezTo>
                  <a:cubicBezTo>
                    <a:pt x="20305" y="2032"/>
                    <a:pt x="20573" y="2047"/>
                    <a:pt x="20838" y="2070"/>
                  </a:cubicBezTo>
                  <a:cubicBezTo>
                    <a:pt x="20877" y="2074"/>
                    <a:pt x="20916" y="2075"/>
                    <a:pt x="20955" y="2080"/>
                  </a:cubicBezTo>
                  <a:cubicBezTo>
                    <a:pt x="21240" y="2107"/>
                    <a:pt x="21521" y="2147"/>
                    <a:pt x="21798" y="2193"/>
                  </a:cubicBezTo>
                  <a:cubicBezTo>
                    <a:pt x="21859" y="2205"/>
                    <a:pt x="21919" y="2215"/>
                    <a:pt x="21978" y="2227"/>
                  </a:cubicBezTo>
                  <a:cubicBezTo>
                    <a:pt x="22253" y="2277"/>
                    <a:pt x="22525" y="2336"/>
                    <a:pt x="22793" y="2405"/>
                  </a:cubicBezTo>
                  <a:cubicBezTo>
                    <a:pt x="23147" y="2497"/>
                    <a:pt x="23494" y="2608"/>
                    <a:pt x="23834" y="2730"/>
                  </a:cubicBezTo>
                  <a:cubicBezTo>
                    <a:pt x="23932" y="2766"/>
                    <a:pt x="24028" y="2808"/>
                    <a:pt x="24125" y="2846"/>
                  </a:cubicBezTo>
                  <a:cubicBezTo>
                    <a:pt x="24368" y="2941"/>
                    <a:pt x="24607" y="3043"/>
                    <a:pt x="24843" y="3154"/>
                  </a:cubicBezTo>
                  <a:cubicBezTo>
                    <a:pt x="25025" y="3241"/>
                    <a:pt x="25210" y="3325"/>
                    <a:pt x="25388" y="3421"/>
                  </a:cubicBezTo>
                  <a:lnTo>
                    <a:pt x="25388" y="3421"/>
                  </a:lnTo>
                  <a:lnTo>
                    <a:pt x="21725" y="1428"/>
                  </a:lnTo>
                  <a:cubicBezTo>
                    <a:pt x="21582" y="1350"/>
                    <a:pt x="21438" y="1275"/>
                    <a:pt x="21293" y="1204"/>
                  </a:cubicBezTo>
                  <a:cubicBezTo>
                    <a:pt x="21238" y="1178"/>
                    <a:pt x="21182" y="1158"/>
                    <a:pt x="21129" y="1134"/>
                  </a:cubicBezTo>
                  <a:cubicBezTo>
                    <a:pt x="20894" y="1023"/>
                    <a:pt x="20655" y="922"/>
                    <a:pt x="20412" y="826"/>
                  </a:cubicBezTo>
                  <a:cubicBezTo>
                    <a:pt x="20314" y="788"/>
                    <a:pt x="20219" y="747"/>
                    <a:pt x="20121" y="711"/>
                  </a:cubicBezTo>
                  <a:cubicBezTo>
                    <a:pt x="19780" y="588"/>
                    <a:pt x="19434" y="477"/>
                    <a:pt x="19080" y="385"/>
                  </a:cubicBezTo>
                  <a:cubicBezTo>
                    <a:pt x="19073" y="384"/>
                    <a:pt x="19066" y="381"/>
                    <a:pt x="19059" y="378"/>
                  </a:cubicBezTo>
                  <a:cubicBezTo>
                    <a:pt x="18798" y="312"/>
                    <a:pt x="18532" y="257"/>
                    <a:pt x="18265" y="207"/>
                  </a:cubicBezTo>
                  <a:cubicBezTo>
                    <a:pt x="18205" y="195"/>
                    <a:pt x="18145" y="185"/>
                    <a:pt x="18086" y="174"/>
                  </a:cubicBezTo>
                  <a:cubicBezTo>
                    <a:pt x="17808" y="128"/>
                    <a:pt x="17527" y="87"/>
                    <a:pt x="17242" y="60"/>
                  </a:cubicBezTo>
                  <a:cubicBezTo>
                    <a:pt x="17203" y="56"/>
                    <a:pt x="17163" y="54"/>
                    <a:pt x="17124" y="50"/>
                  </a:cubicBezTo>
                  <a:cubicBezTo>
                    <a:pt x="16860" y="27"/>
                    <a:pt x="16593" y="12"/>
                    <a:pt x="16322" y="5"/>
                  </a:cubicBezTo>
                  <a:cubicBezTo>
                    <a:pt x="16270" y="4"/>
                    <a:pt x="16220" y="2"/>
                    <a:pt x="16167" y="1"/>
                  </a:cubicBezTo>
                  <a:cubicBezTo>
                    <a:pt x="16125" y="0"/>
                    <a:pt x="16084" y="0"/>
                    <a:pt x="16042" y="0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9"/>
            <p:cNvSpPr/>
            <p:nvPr/>
          </p:nvSpPr>
          <p:spPr>
            <a:xfrm>
              <a:off x="3969650" y="1175650"/>
              <a:ext cx="707275" cy="769475"/>
            </a:xfrm>
            <a:custGeom>
              <a:avLst/>
              <a:gdLst/>
              <a:ahLst/>
              <a:cxnLst/>
              <a:rect l="l" t="t" r="r" b="b"/>
              <a:pathLst>
                <a:path w="28291" h="30779" extrusionOk="0">
                  <a:moveTo>
                    <a:pt x="16003" y="0"/>
                  </a:moveTo>
                  <a:cubicBezTo>
                    <a:pt x="15401" y="0"/>
                    <a:pt x="14788" y="43"/>
                    <a:pt x="14165" y="130"/>
                  </a:cubicBezTo>
                  <a:cubicBezTo>
                    <a:pt x="10284" y="678"/>
                    <a:pt x="6758" y="2861"/>
                    <a:pt x="4194" y="5965"/>
                  </a:cubicBezTo>
                  <a:cubicBezTo>
                    <a:pt x="3287" y="7060"/>
                    <a:pt x="2512" y="8257"/>
                    <a:pt x="1886" y="9534"/>
                  </a:cubicBezTo>
                  <a:cubicBezTo>
                    <a:pt x="687" y="11931"/>
                    <a:pt x="7" y="14618"/>
                    <a:pt x="0" y="17377"/>
                  </a:cubicBezTo>
                  <a:cubicBezTo>
                    <a:pt x="0" y="19254"/>
                    <a:pt x="313" y="21015"/>
                    <a:pt x="887" y="22594"/>
                  </a:cubicBezTo>
                  <a:cubicBezTo>
                    <a:pt x="2676" y="27531"/>
                    <a:pt x="7014" y="30778"/>
                    <a:pt x="12265" y="30778"/>
                  </a:cubicBezTo>
                  <a:cubicBezTo>
                    <a:pt x="12327" y="30778"/>
                    <a:pt x="12389" y="30778"/>
                    <a:pt x="12452" y="30777"/>
                  </a:cubicBezTo>
                  <a:lnTo>
                    <a:pt x="12432" y="25601"/>
                  </a:lnTo>
                  <a:cubicBezTo>
                    <a:pt x="8863" y="25414"/>
                    <a:pt x="5995" y="22927"/>
                    <a:pt x="5066" y="19317"/>
                  </a:cubicBezTo>
                  <a:cubicBezTo>
                    <a:pt x="4852" y="18500"/>
                    <a:pt x="4740" y="17626"/>
                    <a:pt x="4740" y="16712"/>
                  </a:cubicBezTo>
                  <a:cubicBezTo>
                    <a:pt x="4747" y="15000"/>
                    <a:pt x="5143" y="13337"/>
                    <a:pt x="5835" y="11827"/>
                  </a:cubicBezTo>
                  <a:cubicBezTo>
                    <a:pt x="6433" y="10525"/>
                    <a:pt x="7253" y="9339"/>
                    <a:pt x="8261" y="8320"/>
                  </a:cubicBezTo>
                  <a:cubicBezTo>
                    <a:pt x="9876" y="6692"/>
                    <a:pt x="11933" y="5563"/>
                    <a:pt x="14159" y="5251"/>
                  </a:cubicBezTo>
                  <a:cubicBezTo>
                    <a:pt x="14573" y="5193"/>
                    <a:pt x="14980" y="5164"/>
                    <a:pt x="15380" y="5164"/>
                  </a:cubicBezTo>
                  <a:cubicBezTo>
                    <a:pt x="19986" y="5164"/>
                    <a:pt x="23546" y="8919"/>
                    <a:pt x="23534" y="14064"/>
                  </a:cubicBezTo>
                  <a:cubicBezTo>
                    <a:pt x="23533" y="15040"/>
                    <a:pt x="23404" y="16012"/>
                    <a:pt x="23151" y="16953"/>
                  </a:cubicBezTo>
                  <a:lnTo>
                    <a:pt x="27218" y="19309"/>
                  </a:lnTo>
                  <a:cubicBezTo>
                    <a:pt x="27898" y="17437"/>
                    <a:pt x="28272" y="15436"/>
                    <a:pt x="28272" y="13399"/>
                  </a:cubicBezTo>
                  <a:cubicBezTo>
                    <a:pt x="28290" y="5652"/>
                    <a:pt x="22941" y="0"/>
                    <a:pt x="16003" y="0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9"/>
            <p:cNvSpPr/>
            <p:nvPr/>
          </p:nvSpPr>
          <p:spPr>
            <a:xfrm>
              <a:off x="4154175" y="1760425"/>
              <a:ext cx="88700" cy="49550"/>
            </a:xfrm>
            <a:custGeom>
              <a:avLst/>
              <a:gdLst/>
              <a:ahLst/>
              <a:cxnLst/>
              <a:rect l="l" t="t" r="r" b="b"/>
              <a:pathLst>
                <a:path w="3548" h="1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8" y="504"/>
                    <a:pt x="1087" y="933"/>
                    <a:pt x="1718" y="1275"/>
                  </a:cubicBezTo>
                  <a:lnTo>
                    <a:pt x="0" y="1"/>
                  </a:lnTo>
                  <a:close/>
                  <a:moveTo>
                    <a:pt x="3478" y="1969"/>
                  </a:moveTo>
                  <a:cubicBezTo>
                    <a:pt x="3482" y="1970"/>
                    <a:pt x="3485" y="1971"/>
                    <a:pt x="3489" y="1972"/>
                  </a:cubicBezTo>
                  <a:lnTo>
                    <a:pt x="3489" y="1972"/>
                  </a:lnTo>
                  <a:cubicBezTo>
                    <a:pt x="3486" y="1970"/>
                    <a:pt x="3482" y="1969"/>
                    <a:pt x="3478" y="1969"/>
                  </a:cubicBezTo>
                  <a:close/>
                  <a:moveTo>
                    <a:pt x="3489" y="1972"/>
                  </a:moveTo>
                  <a:cubicBezTo>
                    <a:pt x="3490" y="1973"/>
                    <a:pt x="3492" y="1973"/>
                    <a:pt x="3493" y="1974"/>
                  </a:cubicBezTo>
                  <a:cubicBezTo>
                    <a:pt x="3506" y="1980"/>
                    <a:pt x="3521" y="1982"/>
                    <a:pt x="3535" y="1982"/>
                  </a:cubicBezTo>
                  <a:cubicBezTo>
                    <a:pt x="3539" y="1982"/>
                    <a:pt x="3543" y="1982"/>
                    <a:pt x="3548" y="1981"/>
                  </a:cubicBezTo>
                  <a:cubicBezTo>
                    <a:pt x="3528" y="1980"/>
                    <a:pt x="3508" y="1977"/>
                    <a:pt x="3489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9"/>
            <p:cNvSpPr/>
            <p:nvPr/>
          </p:nvSpPr>
          <p:spPr>
            <a:xfrm>
              <a:off x="3228875" y="1155225"/>
              <a:ext cx="290075" cy="483400"/>
            </a:xfrm>
            <a:custGeom>
              <a:avLst/>
              <a:gdLst/>
              <a:ahLst/>
              <a:cxnLst/>
              <a:rect l="l" t="t" r="r" b="b"/>
              <a:pathLst>
                <a:path w="11603" h="19336" extrusionOk="0">
                  <a:moveTo>
                    <a:pt x="1" y="1"/>
                  </a:moveTo>
                  <a:lnTo>
                    <a:pt x="44" y="12619"/>
                  </a:lnTo>
                  <a:lnTo>
                    <a:pt x="11603" y="19335"/>
                  </a:lnTo>
                  <a:lnTo>
                    <a:pt x="11603" y="19335"/>
                  </a:lnTo>
                  <a:lnTo>
                    <a:pt x="11559" y="67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9"/>
            <p:cNvSpPr/>
            <p:nvPr/>
          </p:nvSpPr>
          <p:spPr>
            <a:xfrm>
              <a:off x="3228875" y="1155225"/>
              <a:ext cx="290175" cy="483325"/>
            </a:xfrm>
            <a:custGeom>
              <a:avLst/>
              <a:gdLst/>
              <a:ahLst/>
              <a:cxnLst/>
              <a:rect l="l" t="t" r="r" b="b"/>
              <a:pathLst>
                <a:path w="11607" h="19333" extrusionOk="0">
                  <a:moveTo>
                    <a:pt x="1" y="1"/>
                  </a:moveTo>
                  <a:lnTo>
                    <a:pt x="21" y="5716"/>
                  </a:lnTo>
                  <a:lnTo>
                    <a:pt x="42" y="12618"/>
                  </a:lnTo>
                  <a:lnTo>
                    <a:pt x="11607" y="19332"/>
                  </a:lnTo>
                  <a:lnTo>
                    <a:pt x="11607" y="19332"/>
                  </a:lnTo>
                  <a:lnTo>
                    <a:pt x="11585" y="13901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9" y="24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9"/>
            <p:cNvSpPr/>
            <p:nvPr/>
          </p:nvSpPr>
          <p:spPr>
            <a:xfrm>
              <a:off x="3501175" y="1313375"/>
              <a:ext cx="16850" cy="59775"/>
            </a:xfrm>
            <a:custGeom>
              <a:avLst/>
              <a:gdLst/>
              <a:ahLst/>
              <a:cxnLst/>
              <a:rect l="l" t="t" r="r" b="b"/>
              <a:pathLst>
                <a:path w="674" h="2391" extrusionOk="0">
                  <a:moveTo>
                    <a:pt x="1" y="1"/>
                  </a:moveTo>
                  <a:lnTo>
                    <a:pt x="673" y="2391"/>
                  </a:lnTo>
                  <a:lnTo>
                    <a:pt x="666" y="3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9"/>
            <p:cNvSpPr/>
            <p:nvPr/>
          </p:nvSpPr>
          <p:spPr>
            <a:xfrm>
              <a:off x="3228875" y="1155225"/>
              <a:ext cx="281975" cy="315575"/>
            </a:xfrm>
            <a:custGeom>
              <a:avLst/>
              <a:gdLst/>
              <a:ahLst/>
              <a:cxnLst/>
              <a:rect l="l" t="t" r="r" b="b"/>
              <a:pathLst>
                <a:path w="11279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9" y="65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9"/>
            <p:cNvSpPr/>
            <p:nvPr/>
          </p:nvSpPr>
          <p:spPr>
            <a:xfrm>
              <a:off x="3228875" y="1155225"/>
              <a:ext cx="281975" cy="315575"/>
            </a:xfrm>
            <a:custGeom>
              <a:avLst/>
              <a:gdLst/>
              <a:ahLst/>
              <a:cxnLst/>
              <a:rect l="l" t="t" r="r" b="b"/>
              <a:pathLst>
                <a:path w="11279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9" y="65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9"/>
            <p:cNvSpPr/>
            <p:nvPr/>
          </p:nvSpPr>
          <p:spPr>
            <a:xfrm>
              <a:off x="3391675" y="1313375"/>
              <a:ext cx="126300" cy="59800"/>
            </a:xfrm>
            <a:custGeom>
              <a:avLst/>
              <a:gdLst/>
              <a:ahLst/>
              <a:cxnLst/>
              <a:rect l="l" t="t" r="r" b="b"/>
              <a:pathLst>
                <a:path w="5052" h="2392" extrusionOk="0">
                  <a:moveTo>
                    <a:pt x="4379" y="1"/>
                  </a:moveTo>
                  <a:cubicBezTo>
                    <a:pt x="4296" y="28"/>
                    <a:pt x="4220" y="50"/>
                    <a:pt x="4138" y="70"/>
                  </a:cubicBezTo>
                  <a:cubicBezTo>
                    <a:pt x="4054" y="97"/>
                    <a:pt x="3971" y="119"/>
                    <a:pt x="3887" y="139"/>
                  </a:cubicBezTo>
                  <a:cubicBezTo>
                    <a:pt x="3603" y="208"/>
                    <a:pt x="3320" y="264"/>
                    <a:pt x="3028" y="306"/>
                  </a:cubicBezTo>
                  <a:cubicBezTo>
                    <a:pt x="2766" y="341"/>
                    <a:pt x="2502" y="361"/>
                    <a:pt x="2246" y="375"/>
                  </a:cubicBezTo>
                  <a:cubicBezTo>
                    <a:pt x="2170" y="382"/>
                    <a:pt x="2086" y="382"/>
                    <a:pt x="2003" y="382"/>
                  </a:cubicBezTo>
                  <a:cubicBezTo>
                    <a:pt x="1916" y="386"/>
                    <a:pt x="1830" y="388"/>
                    <a:pt x="1743" y="388"/>
                  </a:cubicBezTo>
                  <a:cubicBezTo>
                    <a:pt x="1657" y="388"/>
                    <a:pt x="1570" y="386"/>
                    <a:pt x="1483" y="382"/>
                  </a:cubicBezTo>
                  <a:cubicBezTo>
                    <a:pt x="1394" y="375"/>
                    <a:pt x="1303" y="375"/>
                    <a:pt x="1214" y="368"/>
                  </a:cubicBezTo>
                  <a:cubicBezTo>
                    <a:pt x="1047" y="353"/>
                    <a:pt x="881" y="333"/>
                    <a:pt x="714" y="313"/>
                  </a:cubicBezTo>
                  <a:cubicBezTo>
                    <a:pt x="631" y="306"/>
                    <a:pt x="554" y="292"/>
                    <a:pt x="472" y="284"/>
                  </a:cubicBezTo>
                  <a:cubicBezTo>
                    <a:pt x="312" y="257"/>
                    <a:pt x="160" y="230"/>
                    <a:pt x="0" y="188"/>
                  </a:cubicBezTo>
                  <a:lnTo>
                    <a:pt x="0" y="188"/>
                  </a:lnTo>
                  <a:lnTo>
                    <a:pt x="1720" y="1463"/>
                  </a:lnTo>
                  <a:cubicBezTo>
                    <a:pt x="1768" y="1491"/>
                    <a:pt x="1824" y="1518"/>
                    <a:pt x="1879" y="1545"/>
                  </a:cubicBezTo>
                  <a:lnTo>
                    <a:pt x="2004" y="1609"/>
                  </a:lnTo>
                  <a:cubicBezTo>
                    <a:pt x="2039" y="1630"/>
                    <a:pt x="2076" y="1646"/>
                    <a:pt x="2115" y="1656"/>
                  </a:cubicBezTo>
                  <a:cubicBezTo>
                    <a:pt x="2273" y="1733"/>
                    <a:pt x="2433" y="1795"/>
                    <a:pt x="2593" y="1865"/>
                  </a:cubicBezTo>
                  <a:cubicBezTo>
                    <a:pt x="2699" y="1915"/>
                    <a:pt x="2810" y="1954"/>
                    <a:pt x="2925" y="1983"/>
                  </a:cubicBezTo>
                  <a:cubicBezTo>
                    <a:pt x="3071" y="2038"/>
                    <a:pt x="3223" y="2087"/>
                    <a:pt x="3375" y="2129"/>
                  </a:cubicBezTo>
                  <a:cubicBezTo>
                    <a:pt x="3409" y="2140"/>
                    <a:pt x="3444" y="2150"/>
                    <a:pt x="3480" y="2156"/>
                  </a:cubicBezTo>
                  <a:cubicBezTo>
                    <a:pt x="3487" y="2156"/>
                    <a:pt x="3487" y="2156"/>
                    <a:pt x="3493" y="2163"/>
                  </a:cubicBezTo>
                  <a:cubicBezTo>
                    <a:pt x="3508" y="2168"/>
                    <a:pt x="3524" y="2171"/>
                    <a:pt x="3539" y="2171"/>
                  </a:cubicBezTo>
                  <a:cubicBezTo>
                    <a:pt x="3542" y="2171"/>
                    <a:pt x="3546" y="2171"/>
                    <a:pt x="3549" y="2170"/>
                  </a:cubicBezTo>
                  <a:cubicBezTo>
                    <a:pt x="3559" y="2174"/>
                    <a:pt x="3565" y="2179"/>
                    <a:pt x="3572" y="2179"/>
                  </a:cubicBezTo>
                  <a:cubicBezTo>
                    <a:pt x="3575" y="2179"/>
                    <a:pt x="3579" y="2178"/>
                    <a:pt x="3583" y="2176"/>
                  </a:cubicBezTo>
                  <a:cubicBezTo>
                    <a:pt x="3770" y="2225"/>
                    <a:pt x="3965" y="2260"/>
                    <a:pt x="4152" y="2294"/>
                  </a:cubicBezTo>
                  <a:cubicBezTo>
                    <a:pt x="4176" y="2303"/>
                    <a:pt x="4201" y="2307"/>
                    <a:pt x="4227" y="2308"/>
                  </a:cubicBezTo>
                  <a:cubicBezTo>
                    <a:pt x="4295" y="2314"/>
                    <a:pt x="4362" y="2323"/>
                    <a:pt x="4428" y="2336"/>
                  </a:cubicBezTo>
                  <a:cubicBezTo>
                    <a:pt x="4594" y="2363"/>
                    <a:pt x="4761" y="2379"/>
                    <a:pt x="4928" y="2385"/>
                  </a:cubicBezTo>
                  <a:cubicBezTo>
                    <a:pt x="4968" y="2385"/>
                    <a:pt x="5010" y="2392"/>
                    <a:pt x="5052" y="2392"/>
                  </a:cubicBezTo>
                  <a:lnTo>
                    <a:pt x="5045" y="389"/>
                  </a:lnTo>
                  <a:lnTo>
                    <a:pt x="4379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9"/>
            <p:cNvSpPr/>
            <p:nvPr/>
          </p:nvSpPr>
          <p:spPr>
            <a:xfrm>
              <a:off x="3114175" y="682850"/>
              <a:ext cx="635900" cy="784200"/>
            </a:xfrm>
            <a:custGeom>
              <a:avLst/>
              <a:gdLst/>
              <a:ahLst/>
              <a:cxnLst/>
              <a:rect l="l" t="t" r="r" b="b"/>
              <a:pathLst>
                <a:path w="25436" h="31368" extrusionOk="0">
                  <a:moveTo>
                    <a:pt x="25431" y="3443"/>
                  </a:moveTo>
                  <a:lnTo>
                    <a:pt x="25436" y="3446"/>
                  </a:lnTo>
                  <a:cubicBezTo>
                    <a:pt x="25434" y="3445"/>
                    <a:pt x="25432" y="3444"/>
                    <a:pt x="25431" y="3443"/>
                  </a:cubicBezTo>
                  <a:close/>
                  <a:moveTo>
                    <a:pt x="16040" y="0"/>
                  </a:moveTo>
                  <a:cubicBezTo>
                    <a:pt x="15791" y="0"/>
                    <a:pt x="15540" y="7"/>
                    <a:pt x="15287" y="21"/>
                  </a:cubicBezTo>
                  <a:cubicBezTo>
                    <a:pt x="15225" y="25"/>
                    <a:pt x="15161" y="29"/>
                    <a:pt x="15098" y="34"/>
                  </a:cubicBezTo>
                  <a:cubicBezTo>
                    <a:pt x="14793" y="55"/>
                    <a:pt x="14485" y="84"/>
                    <a:pt x="14174" y="129"/>
                  </a:cubicBezTo>
                  <a:cubicBezTo>
                    <a:pt x="13854" y="173"/>
                    <a:pt x="13537" y="234"/>
                    <a:pt x="13224" y="300"/>
                  </a:cubicBezTo>
                  <a:cubicBezTo>
                    <a:pt x="13141" y="317"/>
                    <a:pt x="13061" y="336"/>
                    <a:pt x="12980" y="355"/>
                  </a:cubicBezTo>
                  <a:cubicBezTo>
                    <a:pt x="12692" y="421"/>
                    <a:pt x="12406" y="494"/>
                    <a:pt x="12122" y="578"/>
                  </a:cubicBezTo>
                  <a:cubicBezTo>
                    <a:pt x="12096" y="587"/>
                    <a:pt x="12070" y="592"/>
                    <a:pt x="12044" y="600"/>
                  </a:cubicBezTo>
                  <a:cubicBezTo>
                    <a:pt x="11738" y="693"/>
                    <a:pt x="11438" y="798"/>
                    <a:pt x="11139" y="911"/>
                  </a:cubicBezTo>
                  <a:cubicBezTo>
                    <a:pt x="11063" y="939"/>
                    <a:pt x="10988" y="970"/>
                    <a:pt x="10911" y="1001"/>
                  </a:cubicBezTo>
                  <a:cubicBezTo>
                    <a:pt x="10651" y="1103"/>
                    <a:pt x="10393" y="1213"/>
                    <a:pt x="10138" y="1331"/>
                  </a:cubicBezTo>
                  <a:cubicBezTo>
                    <a:pt x="10107" y="1345"/>
                    <a:pt x="10074" y="1357"/>
                    <a:pt x="10043" y="1371"/>
                  </a:cubicBezTo>
                  <a:cubicBezTo>
                    <a:pt x="10035" y="1376"/>
                    <a:pt x="10026" y="1380"/>
                    <a:pt x="10017" y="1384"/>
                  </a:cubicBezTo>
                  <a:cubicBezTo>
                    <a:pt x="9660" y="1553"/>
                    <a:pt x="9312" y="1738"/>
                    <a:pt x="8968" y="1933"/>
                  </a:cubicBezTo>
                  <a:cubicBezTo>
                    <a:pt x="8915" y="1963"/>
                    <a:pt x="8860" y="1993"/>
                    <a:pt x="8807" y="2025"/>
                  </a:cubicBezTo>
                  <a:cubicBezTo>
                    <a:pt x="8474" y="2218"/>
                    <a:pt x="8149" y="2424"/>
                    <a:pt x="7831" y="2642"/>
                  </a:cubicBezTo>
                  <a:cubicBezTo>
                    <a:pt x="7803" y="2660"/>
                    <a:pt x="7773" y="2677"/>
                    <a:pt x="7746" y="2696"/>
                  </a:cubicBezTo>
                  <a:cubicBezTo>
                    <a:pt x="7710" y="2722"/>
                    <a:pt x="7677" y="2749"/>
                    <a:pt x="7641" y="2773"/>
                  </a:cubicBezTo>
                  <a:cubicBezTo>
                    <a:pt x="7399" y="2943"/>
                    <a:pt x="7160" y="3119"/>
                    <a:pt x="6927" y="3303"/>
                  </a:cubicBezTo>
                  <a:cubicBezTo>
                    <a:pt x="6904" y="3320"/>
                    <a:pt x="6880" y="3336"/>
                    <a:pt x="6859" y="3355"/>
                  </a:cubicBezTo>
                  <a:cubicBezTo>
                    <a:pt x="6607" y="3555"/>
                    <a:pt x="6361" y="3764"/>
                    <a:pt x="6120" y="3978"/>
                  </a:cubicBezTo>
                  <a:cubicBezTo>
                    <a:pt x="6093" y="4003"/>
                    <a:pt x="6064" y="4024"/>
                    <a:pt x="6037" y="4049"/>
                  </a:cubicBezTo>
                  <a:cubicBezTo>
                    <a:pt x="5998" y="4083"/>
                    <a:pt x="5963" y="4121"/>
                    <a:pt x="5925" y="4157"/>
                  </a:cubicBezTo>
                  <a:cubicBezTo>
                    <a:pt x="5752" y="4315"/>
                    <a:pt x="5580" y="4478"/>
                    <a:pt x="5413" y="4645"/>
                  </a:cubicBezTo>
                  <a:cubicBezTo>
                    <a:pt x="5359" y="4698"/>
                    <a:pt x="5303" y="4753"/>
                    <a:pt x="5248" y="4808"/>
                  </a:cubicBezTo>
                  <a:cubicBezTo>
                    <a:pt x="5035" y="5025"/>
                    <a:pt x="4826" y="5248"/>
                    <a:pt x="4623" y="5477"/>
                  </a:cubicBezTo>
                  <a:cubicBezTo>
                    <a:pt x="4613" y="5487"/>
                    <a:pt x="4603" y="5497"/>
                    <a:pt x="4594" y="5507"/>
                  </a:cubicBezTo>
                  <a:cubicBezTo>
                    <a:pt x="4563" y="5542"/>
                    <a:pt x="4535" y="5579"/>
                    <a:pt x="4504" y="5615"/>
                  </a:cubicBezTo>
                  <a:cubicBezTo>
                    <a:pt x="4341" y="5804"/>
                    <a:pt x="4181" y="5995"/>
                    <a:pt x="4024" y="6191"/>
                  </a:cubicBezTo>
                  <a:cubicBezTo>
                    <a:pt x="3967" y="6263"/>
                    <a:pt x="3909" y="6337"/>
                    <a:pt x="3851" y="6410"/>
                  </a:cubicBezTo>
                  <a:cubicBezTo>
                    <a:pt x="3700" y="6604"/>
                    <a:pt x="3553" y="6803"/>
                    <a:pt x="3410" y="7005"/>
                  </a:cubicBezTo>
                  <a:cubicBezTo>
                    <a:pt x="3381" y="7045"/>
                    <a:pt x="3350" y="7082"/>
                    <a:pt x="3322" y="7123"/>
                  </a:cubicBezTo>
                  <a:cubicBezTo>
                    <a:pt x="3313" y="7136"/>
                    <a:pt x="3304" y="7148"/>
                    <a:pt x="3296" y="7161"/>
                  </a:cubicBezTo>
                  <a:cubicBezTo>
                    <a:pt x="3112" y="7425"/>
                    <a:pt x="2934" y="7694"/>
                    <a:pt x="2765" y="7969"/>
                  </a:cubicBezTo>
                  <a:cubicBezTo>
                    <a:pt x="2723" y="8037"/>
                    <a:pt x="2682" y="8104"/>
                    <a:pt x="2642" y="8172"/>
                  </a:cubicBezTo>
                  <a:cubicBezTo>
                    <a:pt x="2505" y="8398"/>
                    <a:pt x="2374" y="8626"/>
                    <a:pt x="2246" y="8856"/>
                  </a:cubicBezTo>
                  <a:cubicBezTo>
                    <a:pt x="2222" y="8902"/>
                    <a:pt x="2194" y="8945"/>
                    <a:pt x="2169" y="8991"/>
                  </a:cubicBezTo>
                  <a:cubicBezTo>
                    <a:pt x="2158" y="9011"/>
                    <a:pt x="2148" y="9034"/>
                    <a:pt x="2138" y="9055"/>
                  </a:cubicBezTo>
                  <a:cubicBezTo>
                    <a:pt x="1961" y="9387"/>
                    <a:pt x="1794" y="9725"/>
                    <a:pt x="1637" y="10070"/>
                  </a:cubicBezTo>
                  <a:cubicBezTo>
                    <a:pt x="1607" y="10136"/>
                    <a:pt x="1577" y="10203"/>
                    <a:pt x="1548" y="10271"/>
                  </a:cubicBezTo>
                  <a:cubicBezTo>
                    <a:pt x="1393" y="10622"/>
                    <a:pt x="1244" y="10978"/>
                    <a:pt x="1112" y="11339"/>
                  </a:cubicBezTo>
                  <a:cubicBezTo>
                    <a:pt x="1108" y="11349"/>
                    <a:pt x="1103" y="11359"/>
                    <a:pt x="1099" y="11371"/>
                  </a:cubicBezTo>
                  <a:cubicBezTo>
                    <a:pt x="1057" y="11483"/>
                    <a:pt x="1021" y="11597"/>
                    <a:pt x="982" y="11711"/>
                  </a:cubicBezTo>
                  <a:cubicBezTo>
                    <a:pt x="943" y="11824"/>
                    <a:pt x="902" y="11935"/>
                    <a:pt x="866" y="12049"/>
                  </a:cubicBezTo>
                  <a:cubicBezTo>
                    <a:pt x="824" y="12179"/>
                    <a:pt x="785" y="12311"/>
                    <a:pt x="746" y="12442"/>
                  </a:cubicBezTo>
                  <a:cubicBezTo>
                    <a:pt x="713" y="12557"/>
                    <a:pt x="677" y="12670"/>
                    <a:pt x="645" y="12785"/>
                  </a:cubicBezTo>
                  <a:cubicBezTo>
                    <a:pt x="608" y="12919"/>
                    <a:pt x="576" y="13052"/>
                    <a:pt x="542" y="13188"/>
                  </a:cubicBezTo>
                  <a:cubicBezTo>
                    <a:pt x="513" y="13302"/>
                    <a:pt x="483" y="13414"/>
                    <a:pt x="455" y="13529"/>
                  </a:cubicBezTo>
                  <a:cubicBezTo>
                    <a:pt x="424" y="13669"/>
                    <a:pt x="396" y="13810"/>
                    <a:pt x="368" y="13949"/>
                  </a:cubicBezTo>
                  <a:cubicBezTo>
                    <a:pt x="345" y="14062"/>
                    <a:pt x="320" y="14172"/>
                    <a:pt x="298" y="14285"/>
                  </a:cubicBezTo>
                  <a:cubicBezTo>
                    <a:pt x="273" y="14429"/>
                    <a:pt x="251" y="14573"/>
                    <a:pt x="228" y="14718"/>
                  </a:cubicBezTo>
                  <a:cubicBezTo>
                    <a:pt x="209" y="14828"/>
                    <a:pt x="190" y="14937"/>
                    <a:pt x="175" y="15048"/>
                  </a:cubicBezTo>
                  <a:cubicBezTo>
                    <a:pt x="153" y="15199"/>
                    <a:pt x="139" y="15353"/>
                    <a:pt x="121" y="15506"/>
                  </a:cubicBezTo>
                  <a:cubicBezTo>
                    <a:pt x="108" y="15609"/>
                    <a:pt x="94" y="15713"/>
                    <a:pt x="85" y="15818"/>
                  </a:cubicBezTo>
                  <a:cubicBezTo>
                    <a:pt x="70" y="15985"/>
                    <a:pt x="59" y="16153"/>
                    <a:pt x="49" y="16322"/>
                  </a:cubicBezTo>
                  <a:cubicBezTo>
                    <a:pt x="42" y="16413"/>
                    <a:pt x="34" y="16502"/>
                    <a:pt x="29" y="16594"/>
                  </a:cubicBezTo>
                  <a:cubicBezTo>
                    <a:pt x="18" y="16853"/>
                    <a:pt x="11" y="17114"/>
                    <a:pt x="11" y="17376"/>
                  </a:cubicBezTo>
                  <a:cubicBezTo>
                    <a:pt x="0" y="22803"/>
                    <a:pt x="2616" y="27200"/>
                    <a:pt x="6567" y="29348"/>
                  </a:cubicBezTo>
                  <a:lnTo>
                    <a:pt x="10279" y="31368"/>
                  </a:lnTo>
                  <a:cubicBezTo>
                    <a:pt x="6329" y="29220"/>
                    <a:pt x="3713" y="24823"/>
                    <a:pt x="3723" y="19396"/>
                  </a:cubicBezTo>
                  <a:cubicBezTo>
                    <a:pt x="3723" y="19134"/>
                    <a:pt x="3729" y="18873"/>
                    <a:pt x="3742" y="18614"/>
                  </a:cubicBezTo>
                  <a:cubicBezTo>
                    <a:pt x="3745" y="18527"/>
                    <a:pt x="3754" y="18444"/>
                    <a:pt x="3759" y="18360"/>
                  </a:cubicBezTo>
                  <a:cubicBezTo>
                    <a:pt x="3769" y="18185"/>
                    <a:pt x="3779" y="18009"/>
                    <a:pt x="3797" y="17835"/>
                  </a:cubicBezTo>
                  <a:cubicBezTo>
                    <a:pt x="3805" y="17733"/>
                    <a:pt x="3820" y="17632"/>
                    <a:pt x="3833" y="17530"/>
                  </a:cubicBezTo>
                  <a:cubicBezTo>
                    <a:pt x="3850" y="17374"/>
                    <a:pt x="3866" y="17219"/>
                    <a:pt x="3887" y="17063"/>
                  </a:cubicBezTo>
                  <a:cubicBezTo>
                    <a:pt x="3902" y="16955"/>
                    <a:pt x="3922" y="16850"/>
                    <a:pt x="3939" y="16744"/>
                  </a:cubicBezTo>
                  <a:cubicBezTo>
                    <a:pt x="3962" y="16595"/>
                    <a:pt x="3984" y="16449"/>
                    <a:pt x="4011" y="16302"/>
                  </a:cubicBezTo>
                  <a:cubicBezTo>
                    <a:pt x="4031" y="16189"/>
                    <a:pt x="4057" y="16079"/>
                    <a:pt x="4080" y="15968"/>
                  </a:cubicBezTo>
                  <a:cubicBezTo>
                    <a:pt x="4109" y="15827"/>
                    <a:pt x="4135" y="15686"/>
                    <a:pt x="4168" y="15547"/>
                  </a:cubicBezTo>
                  <a:cubicBezTo>
                    <a:pt x="4194" y="15434"/>
                    <a:pt x="4224" y="15321"/>
                    <a:pt x="4253" y="15209"/>
                  </a:cubicBezTo>
                  <a:cubicBezTo>
                    <a:pt x="4288" y="15074"/>
                    <a:pt x="4319" y="14937"/>
                    <a:pt x="4357" y="14802"/>
                  </a:cubicBezTo>
                  <a:cubicBezTo>
                    <a:pt x="4388" y="14688"/>
                    <a:pt x="4424" y="14577"/>
                    <a:pt x="4458" y="14465"/>
                  </a:cubicBezTo>
                  <a:cubicBezTo>
                    <a:pt x="4496" y="14331"/>
                    <a:pt x="4535" y="14198"/>
                    <a:pt x="4577" y="14066"/>
                  </a:cubicBezTo>
                  <a:cubicBezTo>
                    <a:pt x="4613" y="13954"/>
                    <a:pt x="4655" y="13843"/>
                    <a:pt x="4694" y="13731"/>
                  </a:cubicBezTo>
                  <a:cubicBezTo>
                    <a:pt x="4737" y="13605"/>
                    <a:pt x="4779" y="13480"/>
                    <a:pt x="4823" y="13356"/>
                  </a:cubicBezTo>
                  <a:cubicBezTo>
                    <a:pt x="4957" y="12995"/>
                    <a:pt x="5104" y="12639"/>
                    <a:pt x="5259" y="12289"/>
                  </a:cubicBezTo>
                  <a:cubicBezTo>
                    <a:pt x="5290" y="12222"/>
                    <a:pt x="5320" y="12154"/>
                    <a:pt x="5350" y="12086"/>
                  </a:cubicBezTo>
                  <a:cubicBezTo>
                    <a:pt x="5507" y="11742"/>
                    <a:pt x="5674" y="11404"/>
                    <a:pt x="5851" y="11072"/>
                  </a:cubicBezTo>
                  <a:cubicBezTo>
                    <a:pt x="5886" y="11005"/>
                    <a:pt x="5923" y="10941"/>
                    <a:pt x="5959" y="10876"/>
                  </a:cubicBezTo>
                  <a:cubicBezTo>
                    <a:pt x="6086" y="10644"/>
                    <a:pt x="6218" y="10415"/>
                    <a:pt x="6355" y="10189"/>
                  </a:cubicBezTo>
                  <a:cubicBezTo>
                    <a:pt x="6395" y="10121"/>
                    <a:pt x="6436" y="10052"/>
                    <a:pt x="6477" y="9986"/>
                  </a:cubicBezTo>
                  <a:cubicBezTo>
                    <a:pt x="6649" y="9711"/>
                    <a:pt x="6826" y="9443"/>
                    <a:pt x="7009" y="9178"/>
                  </a:cubicBezTo>
                  <a:cubicBezTo>
                    <a:pt x="7046" y="9125"/>
                    <a:pt x="7085" y="9073"/>
                    <a:pt x="7122" y="9020"/>
                  </a:cubicBezTo>
                  <a:cubicBezTo>
                    <a:pt x="7266" y="8820"/>
                    <a:pt x="7415" y="8621"/>
                    <a:pt x="7564" y="8427"/>
                  </a:cubicBezTo>
                  <a:cubicBezTo>
                    <a:pt x="7622" y="8353"/>
                    <a:pt x="7679" y="8280"/>
                    <a:pt x="7737" y="8208"/>
                  </a:cubicBezTo>
                  <a:cubicBezTo>
                    <a:pt x="7893" y="8012"/>
                    <a:pt x="8052" y="7821"/>
                    <a:pt x="8216" y="7632"/>
                  </a:cubicBezTo>
                  <a:cubicBezTo>
                    <a:pt x="8257" y="7586"/>
                    <a:pt x="8296" y="7539"/>
                    <a:pt x="8336" y="7494"/>
                  </a:cubicBezTo>
                  <a:cubicBezTo>
                    <a:pt x="8539" y="7265"/>
                    <a:pt x="8748" y="7042"/>
                    <a:pt x="8961" y="6825"/>
                  </a:cubicBezTo>
                  <a:cubicBezTo>
                    <a:pt x="9015" y="6768"/>
                    <a:pt x="9072" y="6717"/>
                    <a:pt x="9126" y="6662"/>
                  </a:cubicBezTo>
                  <a:cubicBezTo>
                    <a:pt x="9295" y="6495"/>
                    <a:pt x="9465" y="6332"/>
                    <a:pt x="9637" y="6174"/>
                  </a:cubicBezTo>
                  <a:cubicBezTo>
                    <a:pt x="9702" y="6113"/>
                    <a:pt x="9768" y="6054"/>
                    <a:pt x="9833" y="5995"/>
                  </a:cubicBezTo>
                  <a:cubicBezTo>
                    <a:pt x="10075" y="5782"/>
                    <a:pt x="10320" y="5572"/>
                    <a:pt x="10572" y="5372"/>
                  </a:cubicBezTo>
                  <a:cubicBezTo>
                    <a:pt x="10595" y="5355"/>
                    <a:pt x="10618" y="5337"/>
                    <a:pt x="10641" y="5320"/>
                  </a:cubicBezTo>
                  <a:cubicBezTo>
                    <a:pt x="10874" y="5137"/>
                    <a:pt x="11113" y="4962"/>
                    <a:pt x="11355" y="4792"/>
                  </a:cubicBezTo>
                  <a:cubicBezTo>
                    <a:pt x="11417" y="4747"/>
                    <a:pt x="11480" y="4704"/>
                    <a:pt x="11543" y="4661"/>
                  </a:cubicBezTo>
                  <a:cubicBezTo>
                    <a:pt x="11863" y="4442"/>
                    <a:pt x="12188" y="4236"/>
                    <a:pt x="12520" y="4042"/>
                  </a:cubicBezTo>
                  <a:cubicBezTo>
                    <a:pt x="12574" y="4012"/>
                    <a:pt x="12628" y="3981"/>
                    <a:pt x="12681" y="3952"/>
                  </a:cubicBezTo>
                  <a:cubicBezTo>
                    <a:pt x="13025" y="3757"/>
                    <a:pt x="13373" y="3571"/>
                    <a:pt x="13730" y="3404"/>
                  </a:cubicBezTo>
                  <a:cubicBezTo>
                    <a:pt x="13771" y="3385"/>
                    <a:pt x="13811" y="3368"/>
                    <a:pt x="13851" y="3349"/>
                  </a:cubicBezTo>
                  <a:cubicBezTo>
                    <a:pt x="14106" y="3233"/>
                    <a:pt x="14364" y="3122"/>
                    <a:pt x="14624" y="3020"/>
                  </a:cubicBezTo>
                  <a:cubicBezTo>
                    <a:pt x="14701" y="2989"/>
                    <a:pt x="14775" y="2959"/>
                    <a:pt x="14852" y="2930"/>
                  </a:cubicBezTo>
                  <a:cubicBezTo>
                    <a:pt x="15151" y="2818"/>
                    <a:pt x="15452" y="2713"/>
                    <a:pt x="15757" y="2619"/>
                  </a:cubicBezTo>
                  <a:cubicBezTo>
                    <a:pt x="15783" y="2612"/>
                    <a:pt x="15809" y="2606"/>
                    <a:pt x="15835" y="2598"/>
                  </a:cubicBezTo>
                  <a:cubicBezTo>
                    <a:pt x="16119" y="2514"/>
                    <a:pt x="16405" y="2441"/>
                    <a:pt x="16693" y="2375"/>
                  </a:cubicBezTo>
                  <a:cubicBezTo>
                    <a:pt x="16774" y="2356"/>
                    <a:pt x="16854" y="2337"/>
                    <a:pt x="16936" y="2320"/>
                  </a:cubicBezTo>
                  <a:cubicBezTo>
                    <a:pt x="17250" y="2254"/>
                    <a:pt x="17567" y="2195"/>
                    <a:pt x="17887" y="2149"/>
                  </a:cubicBezTo>
                  <a:cubicBezTo>
                    <a:pt x="18197" y="2104"/>
                    <a:pt x="18506" y="2077"/>
                    <a:pt x="18811" y="2054"/>
                  </a:cubicBezTo>
                  <a:cubicBezTo>
                    <a:pt x="18874" y="2049"/>
                    <a:pt x="18937" y="2045"/>
                    <a:pt x="19001" y="2041"/>
                  </a:cubicBezTo>
                  <a:cubicBezTo>
                    <a:pt x="19253" y="2027"/>
                    <a:pt x="19504" y="2020"/>
                    <a:pt x="19753" y="2020"/>
                  </a:cubicBezTo>
                  <a:cubicBezTo>
                    <a:pt x="19795" y="2020"/>
                    <a:pt x="19837" y="2020"/>
                    <a:pt x="19879" y="2020"/>
                  </a:cubicBezTo>
                  <a:cubicBezTo>
                    <a:pt x="19931" y="2020"/>
                    <a:pt x="19983" y="2023"/>
                    <a:pt x="20034" y="2025"/>
                  </a:cubicBezTo>
                  <a:cubicBezTo>
                    <a:pt x="20304" y="2032"/>
                    <a:pt x="20571" y="2046"/>
                    <a:pt x="20836" y="2069"/>
                  </a:cubicBezTo>
                  <a:cubicBezTo>
                    <a:pt x="20875" y="2074"/>
                    <a:pt x="20916" y="2075"/>
                    <a:pt x="20954" y="2080"/>
                  </a:cubicBezTo>
                  <a:cubicBezTo>
                    <a:pt x="21238" y="2107"/>
                    <a:pt x="21519" y="2147"/>
                    <a:pt x="21797" y="2193"/>
                  </a:cubicBezTo>
                  <a:cubicBezTo>
                    <a:pt x="21857" y="2203"/>
                    <a:pt x="21918" y="2215"/>
                    <a:pt x="21978" y="2226"/>
                  </a:cubicBezTo>
                  <a:cubicBezTo>
                    <a:pt x="22253" y="2277"/>
                    <a:pt x="22525" y="2336"/>
                    <a:pt x="22793" y="2405"/>
                  </a:cubicBezTo>
                  <a:cubicBezTo>
                    <a:pt x="23147" y="2497"/>
                    <a:pt x="23494" y="2606"/>
                    <a:pt x="23834" y="2730"/>
                  </a:cubicBezTo>
                  <a:cubicBezTo>
                    <a:pt x="23932" y="2766"/>
                    <a:pt x="24028" y="2808"/>
                    <a:pt x="24124" y="2845"/>
                  </a:cubicBezTo>
                  <a:cubicBezTo>
                    <a:pt x="24368" y="2940"/>
                    <a:pt x="24607" y="3044"/>
                    <a:pt x="24841" y="3153"/>
                  </a:cubicBezTo>
                  <a:cubicBezTo>
                    <a:pt x="25040" y="3246"/>
                    <a:pt x="25239" y="3339"/>
                    <a:pt x="25431" y="3443"/>
                  </a:cubicBezTo>
                  <a:lnTo>
                    <a:pt x="25431" y="3443"/>
                  </a:lnTo>
                  <a:lnTo>
                    <a:pt x="21723" y="1426"/>
                  </a:lnTo>
                  <a:cubicBezTo>
                    <a:pt x="21581" y="1350"/>
                    <a:pt x="21437" y="1275"/>
                    <a:pt x="21291" y="1203"/>
                  </a:cubicBezTo>
                  <a:cubicBezTo>
                    <a:pt x="21238" y="1177"/>
                    <a:pt x="21182" y="1158"/>
                    <a:pt x="21127" y="1134"/>
                  </a:cubicBezTo>
                  <a:cubicBezTo>
                    <a:pt x="20894" y="1023"/>
                    <a:pt x="20654" y="921"/>
                    <a:pt x="20412" y="826"/>
                  </a:cubicBezTo>
                  <a:cubicBezTo>
                    <a:pt x="20314" y="788"/>
                    <a:pt x="20219" y="746"/>
                    <a:pt x="20119" y="710"/>
                  </a:cubicBezTo>
                  <a:cubicBezTo>
                    <a:pt x="19780" y="587"/>
                    <a:pt x="19434" y="476"/>
                    <a:pt x="19079" y="385"/>
                  </a:cubicBezTo>
                  <a:cubicBezTo>
                    <a:pt x="19071" y="384"/>
                    <a:pt x="19064" y="379"/>
                    <a:pt x="19057" y="378"/>
                  </a:cubicBezTo>
                  <a:cubicBezTo>
                    <a:pt x="18796" y="312"/>
                    <a:pt x="18531" y="255"/>
                    <a:pt x="18264" y="207"/>
                  </a:cubicBezTo>
                  <a:cubicBezTo>
                    <a:pt x="18205" y="195"/>
                    <a:pt x="18144" y="183"/>
                    <a:pt x="18084" y="173"/>
                  </a:cubicBezTo>
                  <a:cubicBezTo>
                    <a:pt x="17806" y="126"/>
                    <a:pt x="17527" y="87"/>
                    <a:pt x="17242" y="58"/>
                  </a:cubicBezTo>
                  <a:cubicBezTo>
                    <a:pt x="17201" y="55"/>
                    <a:pt x="17162" y="54"/>
                    <a:pt x="17124" y="50"/>
                  </a:cubicBezTo>
                  <a:cubicBezTo>
                    <a:pt x="16859" y="27"/>
                    <a:pt x="16591" y="12"/>
                    <a:pt x="16322" y="5"/>
                  </a:cubicBezTo>
                  <a:cubicBezTo>
                    <a:pt x="16270" y="4"/>
                    <a:pt x="16218" y="2"/>
                    <a:pt x="16166" y="1"/>
                  </a:cubicBezTo>
                  <a:cubicBezTo>
                    <a:pt x="16124" y="0"/>
                    <a:pt x="16082" y="0"/>
                    <a:pt x="16040" y="0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9"/>
            <p:cNvSpPr/>
            <p:nvPr/>
          </p:nvSpPr>
          <p:spPr>
            <a:xfrm>
              <a:off x="3207200" y="733300"/>
              <a:ext cx="707275" cy="769500"/>
            </a:xfrm>
            <a:custGeom>
              <a:avLst/>
              <a:gdLst/>
              <a:ahLst/>
              <a:cxnLst/>
              <a:rect l="l" t="t" r="r" b="b"/>
              <a:pathLst>
                <a:path w="28291" h="30780" extrusionOk="0">
                  <a:moveTo>
                    <a:pt x="16004" y="1"/>
                  </a:moveTo>
                  <a:cubicBezTo>
                    <a:pt x="15402" y="1"/>
                    <a:pt x="14788" y="43"/>
                    <a:pt x="14164" y="131"/>
                  </a:cubicBezTo>
                  <a:cubicBezTo>
                    <a:pt x="10284" y="678"/>
                    <a:pt x="6757" y="2860"/>
                    <a:pt x="4193" y="5964"/>
                  </a:cubicBezTo>
                  <a:cubicBezTo>
                    <a:pt x="3288" y="7060"/>
                    <a:pt x="2513" y="8257"/>
                    <a:pt x="1885" y="9533"/>
                  </a:cubicBezTo>
                  <a:cubicBezTo>
                    <a:pt x="688" y="11930"/>
                    <a:pt x="8" y="14619"/>
                    <a:pt x="1" y="17376"/>
                  </a:cubicBezTo>
                  <a:cubicBezTo>
                    <a:pt x="1" y="19255"/>
                    <a:pt x="313" y="21014"/>
                    <a:pt x="888" y="22593"/>
                  </a:cubicBezTo>
                  <a:cubicBezTo>
                    <a:pt x="2675" y="27533"/>
                    <a:pt x="7016" y="30779"/>
                    <a:pt x="12269" y="30779"/>
                  </a:cubicBezTo>
                  <a:cubicBezTo>
                    <a:pt x="12330" y="30779"/>
                    <a:pt x="12391" y="30779"/>
                    <a:pt x="12452" y="30778"/>
                  </a:cubicBezTo>
                  <a:lnTo>
                    <a:pt x="12432" y="25601"/>
                  </a:lnTo>
                  <a:cubicBezTo>
                    <a:pt x="8863" y="25414"/>
                    <a:pt x="5994" y="22926"/>
                    <a:pt x="5066" y="19317"/>
                  </a:cubicBezTo>
                  <a:cubicBezTo>
                    <a:pt x="4851" y="18499"/>
                    <a:pt x="4740" y="17627"/>
                    <a:pt x="4740" y="16711"/>
                  </a:cubicBezTo>
                  <a:cubicBezTo>
                    <a:pt x="4747" y="14999"/>
                    <a:pt x="5142" y="13336"/>
                    <a:pt x="5836" y="11826"/>
                  </a:cubicBezTo>
                  <a:cubicBezTo>
                    <a:pt x="6433" y="10525"/>
                    <a:pt x="7254" y="9339"/>
                    <a:pt x="8260" y="8321"/>
                  </a:cubicBezTo>
                  <a:cubicBezTo>
                    <a:pt x="9875" y="6692"/>
                    <a:pt x="11933" y="5562"/>
                    <a:pt x="14157" y="5250"/>
                  </a:cubicBezTo>
                  <a:cubicBezTo>
                    <a:pt x="14570" y="5192"/>
                    <a:pt x="14978" y="5164"/>
                    <a:pt x="15377" y="5164"/>
                  </a:cubicBezTo>
                  <a:cubicBezTo>
                    <a:pt x="19984" y="5164"/>
                    <a:pt x="23545" y="8919"/>
                    <a:pt x="23533" y="14063"/>
                  </a:cubicBezTo>
                  <a:cubicBezTo>
                    <a:pt x="23532" y="15040"/>
                    <a:pt x="23404" y="16011"/>
                    <a:pt x="23152" y="16954"/>
                  </a:cubicBezTo>
                  <a:lnTo>
                    <a:pt x="27219" y="19310"/>
                  </a:lnTo>
                  <a:cubicBezTo>
                    <a:pt x="27897" y="17438"/>
                    <a:pt x="28271" y="15435"/>
                    <a:pt x="28271" y="13398"/>
                  </a:cubicBezTo>
                  <a:cubicBezTo>
                    <a:pt x="28291" y="5653"/>
                    <a:pt x="22942" y="1"/>
                    <a:pt x="16004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9"/>
            <p:cNvSpPr/>
            <p:nvPr/>
          </p:nvSpPr>
          <p:spPr>
            <a:xfrm>
              <a:off x="3391700" y="1318050"/>
              <a:ext cx="88700" cy="49600"/>
            </a:xfrm>
            <a:custGeom>
              <a:avLst/>
              <a:gdLst/>
              <a:ahLst/>
              <a:cxnLst/>
              <a:rect l="l" t="t" r="r" b="b"/>
              <a:pathLst>
                <a:path w="3548" h="1984" extrusionOk="0">
                  <a:moveTo>
                    <a:pt x="1" y="1"/>
                  </a:moveTo>
                  <a:lnTo>
                    <a:pt x="1" y="1"/>
                  </a:lnTo>
                  <a:cubicBezTo>
                    <a:pt x="510" y="505"/>
                    <a:pt x="1087" y="935"/>
                    <a:pt x="1719" y="1275"/>
                  </a:cubicBezTo>
                  <a:lnTo>
                    <a:pt x="1" y="1"/>
                  </a:lnTo>
                  <a:close/>
                  <a:moveTo>
                    <a:pt x="3479" y="1969"/>
                  </a:moveTo>
                  <a:cubicBezTo>
                    <a:pt x="3482" y="1970"/>
                    <a:pt x="3485" y="1971"/>
                    <a:pt x="3488" y="1972"/>
                  </a:cubicBezTo>
                  <a:lnTo>
                    <a:pt x="3488" y="1972"/>
                  </a:lnTo>
                  <a:cubicBezTo>
                    <a:pt x="3485" y="1970"/>
                    <a:pt x="3482" y="1969"/>
                    <a:pt x="3479" y="1969"/>
                  </a:cubicBezTo>
                  <a:close/>
                  <a:moveTo>
                    <a:pt x="3488" y="1972"/>
                  </a:moveTo>
                  <a:lnTo>
                    <a:pt x="3488" y="1972"/>
                  </a:lnTo>
                  <a:cubicBezTo>
                    <a:pt x="3490" y="1973"/>
                    <a:pt x="3491" y="1974"/>
                    <a:pt x="3493" y="1976"/>
                  </a:cubicBezTo>
                  <a:cubicBezTo>
                    <a:pt x="3507" y="1981"/>
                    <a:pt x="3523" y="1984"/>
                    <a:pt x="3538" y="1984"/>
                  </a:cubicBezTo>
                  <a:cubicBezTo>
                    <a:pt x="3541" y="1984"/>
                    <a:pt x="3545" y="1984"/>
                    <a:pt x="3548" y="1983"/>
                  </a:cubicBezTo>
                  <a:cubicBezTo>
                    <a:pt x="3528" y="1982"/>
                    <a:pt x="3508" y="1978"/>
                    <a:pt x="3488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9"/>
            <p:cNvSpPr/>
            <p:nvPr/>
          </p:nvSpPr>
          <p:spPr>
            <a:xfrm>
              <a:off x="2462625" y="710525"/>
              <a:ext cx="290075" cy="483400"/>
            </a:xfrm>
            <a:custGeom>
              <a:avLst/>
              <a:gdLst/>
              <a:ahLst/>
              <a:cxnLst/>
              <a:rect l="l" t="t" r="r" b="b"/>
              <a:pathLst>
                <a:path w="11603" h="19336" extrusionOk="0">
                  <a:moveTo>
                    <a:pt x="1" y="1"/>
                  </a:moveTo>
                  <a:lnTo>
                    <a:pt x="44" y="12619"/>
                  </a:lnTo>
                  <a:lnTo>
                    <a:pt x="11603" y="19335"/>
                  </a:lnTo>
                  <a:lnTo>
                    <a:pt x="11603" y="19335"/>
                  </a:lnTo>
                  <a:lnTo>
                    <a:pt x="11560" y="67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9"/>
            <p:cNvSpPr/>
            <p:nvPr/>
          </p:nvSpPr>
          <p:spPr>
            <a:xfrm>
              <a:off x="2462625" y="710525"/>
              <a:ext cx="290150" cy="483325"/>
            </a:xfrm>
            <a:custGeom>
              <a:avLst/>
              <a:gdLst/>
              <a:ahLst/>
              <a:cxnLst/>
              <a:rect l="l" t="t" r="r" b="b"/>
              <a:pathLst>
                <a:path w="11606" h="19333" extrusionOk="0">
                  <a:moveTo>
                    <a:pt x="1" y="1"/>
                  </a:moveTo>
                  <a:lnTo>
                    <a:pt x="21" y="5718"/>
                  </a:lnTo>
                  <a:lnTo>
                    <a:pt x="41" y="12618"/>
                  </a:lnTo>
                  <a:lnTo>
                    <a:pt x="11606" y="19332"/>
                  </a:lnTo>
                  <a:lnTo>
                    <a:pt x="11585" y="13900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9" y="24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9"/>
            <p:cNvSpPr/>
            <p:nvPr/>
          </p:nvSpPr>
          <p:spPr>
            <a:xfrm>
              <a:off x="2734925" y="868675"/>
              <a:ext cx="16850" cy="59800"/>
            </a:xfrm>
            <a:custGeom>
              <a:avLst/>
              <a:gdLst/>
              <a:ahLst/>
              <a:cxnLst/>
              <a:rect l="l" t="t" r="r" b="b"/>
              <a:pathLst>
                <a:path w="674" h="2392" extrusionOk="0">
                  <a:moveTo>
                    <a:pt x="1" y="1"/>
                  </a:moveTo>
                  <a:lnTo>
                    <a:pt x="673" y="2392"/>
                  </a:lnTo>
                  <a:lnTo>
                    <a:pt x="666" y="3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9"/>
            <p:cNvSpPr/>
            <p:nvPr/>
          </p:nvSpPr>
          <p:spPr>
            <a:xfrm>
              <a:off x="2462625" y="71052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7" y="6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9"/>
            <p:cNvSpPr/>
            <p:nvPr/>
          </p:nvSpPr>
          <p:spPr>
            <a:xfrm>
              <a:off x="2462625" y="710525"/>
              <a:ext cx="281950" cy="315575"/>
            </a:xfrm>
            <a:custGeom>
              <a:avLst/>
              <a:gdLst/>
              <a:ahLst/>
              <a:cxnLst/>
              <a:rect l="l" t="t" r="r" b="b"/>
              <a:pathLst>
                <a:path w="11278" h="12623" extrusionOk="0">
                  <a:moveTo>
                    <a:pt x="1" y="1"/>
                  </a:moveTo>
                  <a:lnTo>
                    <a:pt x="47" y="12622"/>
                  </a:lnTo>
                  <a:lnTo>
                    <a:pt x="11277" y="6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9"/>
            <p:cNvSpPr/>
            <p:nvPr/>
          </p:nvSpPr>
          <p:spPr>
            <a:xfrm>
              <a:off x="2625425" y="868675"/>
              <a:ext cx="126300" cy="59800"/>
            </a:xfrm>
            <a:custGeom>
              <a:avLst/>
              <a:gdLst/>
              <a:ahLst/>
              <a:cxnLst/>
              <a:rect l="l" t="t" r="r" b="b"/>
              <a:pathLst>
                <a:path w="5052" h="2392" extrusionOk="0">
                  <a:moveTo>
                    <a:pt x="4380" y="1"/>
                  </a:moveTo>
                  <a:cubicBezTo>
                    <a:pt x="4296" y="28"/>
                    <a:pt x="4220" y="49"/>
                    <a:pt x="4136" y="70"/>
                  </a:cubicBezTo>
                  <a:cubicBezTo>
                    <a:pt x="4054" y="97"/>
                    <a:pt x="3971" y="119"/>
                    <a:pt x="3887" y="139"/>
                  </a:cubicBezTo>
                  <a:cubicBezTo>
                    <a:pt x="3604" y="208"/>
                    <a:pt x="3318" y="264"/>
                    <a:pt x="3028" y="306"/>
                  </a:cubicBezTo>
                  <a:cubicBezTo>
                    <a:pt x="2764" y="340"/>
                    <a:pt x="2502" y="360"/>
                    <a:pt x="2245" y="375"/>
                  </a:cubicBezTo>
                  <a:cubicBezTo>
                    <a:pt x="2168" y="382"/>
                    <a:pt x="2086" y="382"/>
                    <a:pt x="2003" y="382"/>
                  </a:cubicBezTo>
                  <a:cubicBezTo>
                    <a:pt x="1916" y="385"/>
                    <a:pt x="1830" y="386"/>
                    <a:pt x="1743" y="386"/>
                  </a:cubicBezTo>
                  <a:cubicBezTo>
                    <a:pt x="1656" y="386"/>
                    <a:pt x="1569" y="385"/>
                    <a:pt x="1483" y="382"/>
                  </a:cubicBezTo>
                  <a:cubicBezTo>
                    <a:pt x="1394" y="375"/>
                    <a:pt x="1303" y="375"/>
                    <a:pt x="1214" y="368"/>
                  </a:cubicBezTo>
                  <a:cubicBezTo>
                    <a:pt x="1047" y="353"/>
                    <a:pt x="881" y="333"/>
                    <a:pt x="714" y="313"/>
                  </a:cubicBezTo>
                  <a:cubicBezTo>
                    <a:pt x="631" y="306"/>
                    <a:pt x="554" y="291"/>
                    <a:pt x="472" y="284"/>
                  </a:cubicBezTo>
                  <a:cubicBezTo>
                    <a:pt x="313" y="257"/>
                    <a:pt x="160" y="229"/>
                    <a:pt x="0" y="188"/>
                  </a:cubicBezTo>
                  <a:lnTo>
                    <a:pt x="0" y="188"/>
                  </a:lnTo>
                  <a:lnTo>
                    <a:pt x="1719" y="1463"/>
                  </a:lnTo>
                  <a:cubicBezTo>
                    <a:pt x="1768" y="1491"/>
                    <a:pt x="1824" y="1518"/>
                    <a:pt x="1879" y="1545"/>
                  </a:cubicBezTo>
                  <a:lnTo>
                    <a:pt x="2004" y="1609"/>
                  </a:lnTo>
                  <a:cubicBezTo>
                    <a:pt x="2037" y="1630"/>
                    <a:pt x="2075" y="1646"/>
                    <a:pt x="2115" y="1656"/>
                  </a:cubicBezTo>
                  <a:cubicBezTo>
                    <a:pt x="2273" y="1732"/>
                    <a:pt x="2433" y="1796"/>
                    <a:pt x="2593" y="1865"/>
                  </a:cubicBezTo>
                  <a:cubicBezTo>
                    <a:pt x="2699" y="1915"/>
                    <a:pt x="2810" y="1954"/>
                    <a:pt x="2925" y="1981"/>
                  </a:cubicBezTo>
                  <a:cubicBezTo>
                    <a:pt x="3071" y="2038"/>
                    <a:pt x="3223" y="2087"/>
                    <a:pt x="3375" y="2128"/>
                  </a:cubicBezTo>
                  <a:cubicBezTo>
                    <a:pt x="3409" y="2140"/>
                    <a:pt x="3444" y="2150"/>
                    <a:pt x="3480" y="2156"/>
                  </a:cubicBezTo>
                  <a:cubicBezTo>
                    <a:pt x="3485" y="2156"/>
                    <a:pt x="3485" y="2156"/>
                    <a:pt x="3493" y="2163"/>
                  </a:cubicBezTo>
                  <a:cubicBezTo>
                    <a:pt x="3508" y="2168"/>
                    <a:pt x="3524" y="2170"/>
                    <a:pt x="3539" y="2170"/>
                  </a:cubicBezTo>
                  <a:cubicBezTo>
                    <a:pt x="3542" y="2170"/>
                    <a:pt x="3546" y="2170"/>
                    <a:pt x="3549" y="2170"/>
                  </a:cubicBezTo>
                  <a:cubicBezTo>
                    <a:pt x="3558" y="2174"/>
                    <a:pt x="3564" y="2179"/>
                    <a:pt x="3572" y="2179"/>
                  </a:cubicBezTo>
                  <a:cubicBezTo>
                    <a:pt x="3575" y="2179"/>
                    <a:pt x="3579" y="2178"/>
                    <a:pt x="3583" y="2176"/>
                  </a:cubicBezTo>
                  <a:cubicBezTo>
                    <a:pt x="3771" y="2225"/>
                    <a:pt x="3965" y="2259"/>
                    <a:pt x="4151" y="2294"/>
                  </a:cubicBezTo>
                  <a:cubicBezTo>
                    <a:pt x="4177" y="2303"/>
                    <a:pt x="4201" y="2307"/>
                    <a:pt x="4227" y="2308"/>
                  </a:cubicBezTo>
                  <a:cubicBezTo>
                    <a:pt x="4295" y="2314"/>
                    <a:pt x="4362" y="2323"/>
                    <a:pt x="4428" y="2336"/>
                  </a:cubicBezTo>
                  <a:cubicBezTo>
                    <a:pt x="4594" y="2363"/>
                    <a:pt x="4760" y="2379"/>
                    <a:pt x="4927" y="2385"/>
                  </a:cubicBezTo>
                  <a:cubicBezTo>
                    <a:pt x="4968" y="2385"/>
                    <a:pt x="5010" y="2392"/>
                    <a:pt x="5052" y="2392"/>
                  </a:cubicBezTo>
                  <a:lnTo>
                    <a:pt x="5045" y="389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9"/>
            <p:cNvSpPr/>
            <p:nvPr/>
          </p:nvSpPr>
          <p:spPr>
            <a:xfrm>
              <a:off x="2347900" y="238125"/>
              <a:ext cx="635900" cy="784175"/>
            </a:xfrm>
            <a:custGeom>
              <a:avLst/>
              <a:gdLst/>
              <a:ahLst/>
              <a:cxnLst/>
              <a:rect l="l" t="t" r="r" b="b"/>
              <a:pathLst>
                <a:path w="25436" h="31367" extrusionOk="0">
                  <a:moveTo>
                    <a:pt x="25430" y="3444"/>
                  </a:moveTo>
                  <a:lnTo>
                    <a:pt x="25436" y="3447"/>
                  </a:lnTo>
                  <a:cubicBezTo>
                    <a:pt x="25434" y="3446"/>
                    <a:pt x="25432" y="3445"/>
                    <a:pt x="25430" y="3444"/>
                  </a:cubicBezTo>
                  <a:close/>
                  <a:moveTo>
                    <a:pt x="16040" y="1"/>
                  </a:moveTo>
                  <a:cubicBezTo>
                    <a:pt x="15792" y="1"/>
                    <a:pt x="15540" y="8"/>
                    <a:pt x="15288" y="22"/>
                  </a:cubicBezTo>
                  <a:cubicBezTo>
                    <a:pt x="15224" y="26"/>
                    <a:pt x="15161" y="30"/>
                    <a:pt x="15098" y="35"/>
                  </a:cubicBezTo>
                  <a:cubicBezTo>
                    <a:pt x="14792" y="56"/>
                    <a:pt x="14484" y="85"/>
                    <a:pt x="14173" y="130"/>
                  </a:cubicBezTo>
                  <a:cubicBezTo>
                    <a:pt x="13854" y="174"/>
                    <a:pt x="13537" y="235"/>
                    <a:pt x="13223" y="301"/>
                  </a:cubicBezTo>
                  <a:cubicBezTo>
                    <a:pt x="13141" y="318"/>
                    <a:pt x="13060" y="337"/>
                    <a:pt x="12980" y="356"/>
                  </a:cubicBezTo>
                  <a:cubicBezTo>
                    <a:pt x="12692" y="422"/>
                    <a:pt x="12405" y="495"/>
                    <a:pt x="12122" y="579"/>
                  </a:cubicBezTo>
                  <a:cubicBezTo>
                    <a:pt x="12096" y="587"/>
                    <a:pt x="12070" y="593"/>
                    <a:pt x="12044" y="600"/>
                  </a:cubicBezTo>
                  <a:cubicBezTo>
                    <a:pt x="11739" y="694"/>
                    <a:pt x="11438" y="799"/>
                    <a:pt x="11140" y="911"/>
                  </a:cubicBezTo>
                  <a:cubicBezTo>
                    <a:pt x="11062" y="940"/>
                    <a:pt x="10987" y="970"/>
                    <a:pt x="10911" y="1001"/>
                  </a:cubicBezTo>
                  <a:cubicBezTo>
                    <a:pt x="10651" y="1103"/>
                    <a:pt x="10393" y="1214"/>
                    <a:pt x="10138" y="1330"/>
                  </a:cubicBezTo>
                  <a:cubicBezTo>
                    <a:pt x="10106" y="1345"/>
                    <a:pt x="10075" y="1356"/>
                    <a:pt x="10043" y="1371"/>
                  </a:cubicBezTo>
                  <a:cubicBezTo>
                    <a:pt x="10034" y="1375"/>
                    <a:pt x="10026" y="1381"/>
                    <a:pt x="10017" y="1385"/>
                  </a:cubicBezTo>
                  <a:cubicBezTo>
                    <a:pt x="9661" y="1552"/>
                    <a:pt x="9312" y="1738"/>
                    <a:pt x="8968" y="1932"/>
                  </a:cubicBezTo>
                  <a:cubicBezTo>
                    <a:pt x="8914" y="1964"/>
                    <a:pt x="8860" y="1992"/>
                    <a:pt x="8806" y="2024"/>
                  </a:cubicBezTo>
                  <a:cubicBezTo>
                    <a:pt x="8475" y="2217"/>
                    <a:pt x="8150" y="2423"/>
                    <a:pt x="7832" y="2642"/>
                  </a:cubicBezTo>
                  <a:cubicBezTo>
                    <a:pt x="7803" y="2660"/>
                    <a:pt x="7774" y="2676"/>
                    <a:pt x="7747" y="2696"/>
                  </a:cubicBezTo>
                  <a:cubicBezTo>
                    <a:pt x="7711" y="2721"/>
                    <a:pt x="7678" y="2748"/>
                    <a:pt x="7642" y="2774"/>
                  </a:cubicBezTo>
                  <a:cubicBezTo>
                    <a:pt x="7400" y="2944"/>
                    <a:pt x="7161" y="3120"/>
                    <a:pt x="6928" y="3303"/>
                  </a:cubicBezTo>
                  <a:cubicBezTo>
                    <a:pt x="6905" y="3320"/>
                    <a:pt x="6882" y="3337"/>
                    <a:pt x="6859" y="3354"/>
                  </a:cubicBezTo>
                  <a:cubicBezTo>
                    <a:pt x="6607" y="3554"/>
                    <a:pt x="6362" y="3763"/>
                    <a:pt x="6121" y="3978"/>
                  </a:cubicBezTo>
                  <a:cubicBezTo>
                    <a:pt x="6094" y="4002"/>
                    <a:pt x="6065" y="4024"/>
                    <a:pt x="6038" y="4048"/>
                  </a:cubicBezTo>
                  <a:cubicBezTo>
                    <a:pt x="5999" y="4083"/>
                    <a:pt x="5963" y="4120"/>
                    <a:pt x="5926" y="4156"/>
                  </a:cubicBezTo>
                  <a:cubicBezTo>
                    <a:pt x="5751" y="4316"/>
                    <a:pt x="5582" y="4477"/>
                    <a:pt x="5415" y="4644"/>
                  </a:cubicBezTo>
                  <a:cubicBezTo>
                    <a:pt x="5360" y="4698"/>
                    <a:pt x="5304" y="4752"/>
                    <a:pt x="5249" y="4807"/>
                  </a:cubicBezTo>
                  <a:cubicBezTo>
                    <a:pt x="5034" y="5024"/>
                    <a:pt x="4827" y="5247"/>
                    <a:pt x="4623" y="5476"/>
                  </a:cubicBezTo>
                  <a:cubicBezTo>
                    <a:pt x="4614" y="5486"/>
                    <a:pt x="4604" y="5497"/>
                    <a:pt x="4595" y="5507"/>
                  </a:cubicBezTo>
                  <a:cubicBezTo>
                    <a:pt x="4564" y="5543"/>
                    <a:pt x="4535" y="5579"/>
                    <a:pt x="4505" y="5615"/>
                  </a:cubicBezTo>
                  <a:cubicBezTo>
                    <a:pt x="4341" y="5803"/>
                    <a:pt x="4181" y="5995"/>
                    <a:pt x="4025" y="6190"/>
                  </a:cubicBezTo>
                  <a:cubicBezTo>
                    <a:pt x="3968" y="6262"/>
                    <a:pt x="3910" y="6336"/>
                    <a:pt x="3853" y="6409"/>
                  </a:cubicBezTo>
                  <a:cubicBezTo>
                    <a:pt x="3701" y="6605"/>
                    <a:pt x="3555" y="6802"/>
                    <a:pt x="3411" y="7004"/>
                  </a:cubicBezTo>
                  <a:cubicBezTo>
                    <a:pt x="3382" y="7044"/>
                    <a:pt x="3350" y="7082"/>
                    <a:pt x="3323" y="7123"/>
                  </a:cubicBezTo>
                  <a:cubicBezTo>
                    <a:pt x="3313" y="7135"/>
                    <a:pt x="3305" y="7149"/>
                    <a:pt x="3297" y="7161"/>
                  </a:cubicBezTo>
                  <a:cubicBezTo>
                    <a:pt x="3113" y="7426"/>
                    <a:pt x="2935" y="7695"/>
                    <a:pt x="2766" y="7968"/>
                  </a:cubicBezTo>
                  <a:cubicBezTo>
                    <a:pt x="2724" y="8036"/>
                    <a:pt x="2684" y="8104"/>
                    <a:pt x="2642" y="8173"/>
                  </a:cubicBezTo>
                  <a:cubicBezTo>
                    <a:pt x="2506" y="8397"/>
                    <a:pt x="2374" y="8625"/>
                    <a:pt x="2247" y="8857"/>
                  </a:cubicBezTo>
                  <a:cubicBezTo>
                    <a:pt x="2223" y="8901"/>
                    <a:pt x="2194" y="8944"/>
                    <a:pt x="2170" y="8991"/>
                  </a:cubicBezTo>
                  <a:cubicBezTo>
                    <a:pt x="2158" y="9012"/>
                    <a:pt x="2149" y="9034"/>
                    <a:pt x="2138" y="9055"/>
                  </a:cubicBezTo>
                  <a:cubicBezTo>
                    <a:pt x="1961" y="9386"/>
                    <a:pt x="1794" y="9725"/>
                    <a:pt x="1638" y="10069"/>
                  </a:cubicBezTo>
                  <a:cubicBezTo>
                    <a:pt x="1607" y="10137"/>
                    <a:pt x="1578" y="10204"/>
                    <a:pt x="1548" y="10272"/>
                  </a:cubicBezTo>
                  <a:cubicBezTo>
                    <a:pt x="1392" y="10623"/>
                    <a:pt x="1245" y="10977"/>
                    <a:pt x="1111" y="11339"/>
                  </a:cubicBezTo>
                  <a:cubicBezTo>
                    <a:pt x="1109" y="11350"/>
                    <a:pt x="1103" y="11360"/>
                    <a:pt x="1100" y="11370"/>
                  </a:cubicBezTo>
                  <a:cubicBezTo>
                    <a:pt x="1058" y="11483"/>
                    <a:pt x="1022" y="11596"/>
                    <a:pt x="982" y="11710"/>
                  </a:cubicBezTo>
                  <a:cubicBezTo>
                    <a:pt x="943" y="11824"/>
                    <a:pt x="903" y="11935"/>
                    <a:pt x="867" y="12048"/>
                  </a:cubicBezTo>
                  <a:cubicBezTo>
                    <a:pt x="824" y="12179"/>
                    <a:pt x="786" y="12310"/>
                    <a:pt x="747" y="12443"/>
                  </a:cubicBezTo>
                  <a:cubicBezTo>
                    <a:pt x="713" y="12557"/>
                    <a:pt x="677" y="12670"/>
                    <a:pt x="645" y="12784"/>
                  </a:cubicBezTo>
                  <a:cubicBezTo>
                    <a:pt x="609" y="12918"/>
                    <a:pt x="576" y="13053"/>
                    <a:pt x="543" y="13187"/>
                  </a:cubicBezTo>
                  <a:cubicBezTo>
                    <a:pt x="514" y="13301"/>
                    <a:pt x="482" y="13415"/>
                    <a:pt x="456" y="13530"/>
                  </a:cubicBezTo>
                  <a:cubicBezTo>
                    <a:pt x="425" y="13669"/>
                    <a:pt x="397" y="13809"/>
                    <a:pt x="369" y="13950"/>
                  </a:cubicBezTo>
                  <a:cubicBezTo>
                    <a:pt x="346" y="14061"/>
                    <a:pt x="320" y="14172"/>
                    <a:pt x="300" y="14284"/>
                  </a:cubicBezTo>
                  <a:cubicBezTo>
                    <a:pt x="272" y="14428"/>
                    <a:pt x="252" y="14573"/>
                    <a:pt x="229" y="14719"/>
                  </a:cubicBezTo>
                  <a:cubicBezTo>
                    <a:pt x="210" y="14828"/>
                    <a:pt x="192" y="14938"/>
                    <a:pt x="174" y="15047"/>
                  </a:cubicBezTo>
                  <a:cubicBezTo>
                    <a:pt x="154" y="15200"/>
                    <a:pt x="138" y="15354"/>
                    <a:pt x="121" y="15505"/>
                  </a:cubicBezTo>
                  <a:cubicBezTo>
                    <a:pt x="109" y="15610"/>
                    <a:pt x="94" y="15712"/>
                    <a:pt x="85" y="15817"/>
                  </a:cubicBezTo>
                  <a:cubicBezTo>
                    <a:pt x="69" y="15984"/>
                    <a:pt x="59" y="16154"/>
                    <a:pt x="49" y="16323"/>
                  </a:cubicBezTo>
                  <a:cubicBezTo>
                    <a:pt x="43" y="16412"/>
                    <a:pt x="33" y="16503"/>
                    <a:pt x="29" y="16593"/>
                  </a:cubicBezTo>
                  <a:cubicBezTo>
                    <a:pt x="17" y="16854"/>
                    <a:pt x="10" y="17114"/>
                    <a:pt x="10" y="17375"/>
                  </a:cubicBezTo>
                  <a:cubicBezTo>
                    <a:pt x="0" y="22802"/>
                    <a:pt x="2616" y="27199"/>
                    <a:pt x="6566" y="29349"/>
                  </a:cubicBezTo>
                  <a:lnTo>
                    <a:pt x="10279" y="31367"/>
                  </a:lnTo>
                  <a:cubicBezTo>
                    <a:pt x="6329" y="29218"/>
                    <a:pt x="3713" y="24821"/>
                    <a:pt x="3723" y="19393"/>
                  </a:cubicBezTo>
                  <a:cubicBezTo>
                    <a:pt x="3723" y="19131"/>
                    <a:pt x="3729" y="18871"/>
                    <a:pt x="3742" y="18612"/>
                  </a:cubicBezTo>
                  <a:cubicBezTo>
                    <a:pt x="3746" y="18528"/>
                    <a:pt x="3755" y="18446"/>
                    <a:pt x="3760" y="18361"/>
                  </a:cubicBezTo>
                  <a:cubicBezTo>
                    <a:pt x="3770" y="18186"/>
                    <a:pt x="3781" y="18010"/>
                    <a:pt x="3798" y="17836"/>
                  </a:cubicBezTo>
                  <a:cubicBezTo>
                    <a:pt x="3806" y="17734"/>
                    <a:pt x="3821" y="17633"/>
                    <a:pt x="3834" y="17531"/>
                  </a:cubicBezTo>
                  <a:cubicBezTo>
                    <a:pt x="3851" y="17375"/>
                    <a:pt x="3867" y="17220"/>
                    <a:pt x="3889" y="17066"/>
                  </a:cubicBezTo>
                  <a:cubicBezTo>
                    <a:pt x="3903" y="16958"/>
                    <a:pt x="3923" y="16851"/>
                    <a:pt x="3940" y="16744"/>
                  </a:cubicBezTo>
                  <a:cubicBezTo>
                    <a:pt x="3963" y="16596"/>
                    <a:pt x="3985" y="16449"/>
                    <a:pt x="4012" y="16303"/>
                  </a:cubicBezTo>
                  <a:cubicBezTo>
                    <a:pt x="4032" y="16190"/>
                    <a:pt x="4058" y="16079"/>
                    <a:pt x="4081" y="15969"/>
                  </a:cubicBezTo>
                  <a:cubicBezTo>
                    <a:pt x="4110" y="15827"/>
                    <a:pt x="4136" y="15686"/>
                    <a:pt x="4169" y="15548"/>
                  </a:cubicBezTo>
                  <a:cubicBezTo>
                    <a:pt x="4195" y="15434"/>
                    <a:pt x="4225" y="15322"/>
                    <a:pt x="4254" y="15210"/>
                  </a:cubicBezTo>
                  <a:cubicBezTo>
                    <a:pt x="4287" y="15074"/>
                    <a:pt x="4320" y="14938"/>
                    <a:pt x="4358" y="14802"/>
                  </a:cubicBezTo>
                  <a:cubicBezTo>
                    <a:pt x="4390" y="14689"/>
                    <a:pt x="4426" y="14578"/>
                    <a:pt x="4459" y="14466"/>
                  </a:cubicBezTo>
                  <a:cubicBezTo>
                    <a:pt x="4497" y="14332"/>
                    <a:pt x="4536" y="14199"/>
                    <a:pt x="4578" y="14067"/>
                  </a:cubicBezTo>
                  <a:cubicBezTo>
                    <a:pt x="4614" y="13954"/>
                    <a:pt x="4656" y="13844"/>
                    <a:pt x="4693" y="13731"/>
                  </a:cubicBezTo>
                  <a:cubicBezTo>
                    <a:pt x="4736" y="13606"/>
                    <a:pt x="4778" y="13481"/>
                    <a:pt x="4824" y="13357"/>
                  </a:cubicBezTo>
                  <a:cubicBezTo>
                    <a:pt x="4958" y="12996"/>
                    <a:pt x="5105" y="12641"/>
                    <a:pt x="5261" y="12290"/>
                  </a:cubicBezTo>
                  <a:cubicBezTo>
                    <a:pt x="5291" y="12223"/>
                    <a:pt x="5320" y="12155"/>
                    <a:pt x="5350" y="12087"/>
                  </a:cubicBezTo>
                  <a:cubicBezTo>
                    <a:pt x="5507" y="11743"/>
                    <a:pt x="5674" y="11405"/>
                    <a:pt x="5851" y="11072"/>
                  </a:cubicBezTo>
                  <a:cubicBezTo>
                    <a:pt x="5887" y="11006"/>
                    <a:pt x="5923" y="10941"/>
                    <a:pt x="5959" y="10876"/>
                  </a:cubicBezTo>
                  <a:cubicBezTo>
                    <a:pt x="6087" y="10645"/>
                    <a:pt x="6218" y="10416"/>
                    <a:pt x="6355" y="10190"/>
                  </a:cubicBezTo>
                  <a:cubicBezTo>
                    <a:pt x="6396" y="10122"/>
                    <a:pt x="6437" y="10054"/>
                    <a:pt x="6478" y="9987"/>
                  </a:cubicBezTo>
                  <a:cubicBezTo>
                    <a:pt x="6648" y="9713"/>
                    <a:pt x="6825" y="9444"/>
                    <a:pt x="7010" y="9179"/>
                  </a:cubicBezTo>
                  <a:cubicBezTo>
                    <a:pt x="7047" y="9126"/>
                    <a:pt x="7086" y="9074"/>
                    <a:pt x="7123" y="9022"/>
                  </a:cubicBezTo>
                  <a:cubicBezTo>
                    <a:pt x="7267" y="8821"/>
                    <a:pt x="7414" y="8622"/>
                    <a:pt x="7565" y="8428"/>
                  </a:cubicBezTo>
                  <a:cubicBezTo>
                    <a:pt x="7623" y="8354"/>
                    <a:pt x="7679" y="8281"/>
                    <a:pt x="7738" y="8209"/>
                  </a:cubicBezTo>
                  <a:cubicBezTo>
                    <a:pt x="7894" y="8013"/>
                    <a:pt x="8053" y="7822"/>
                    <a:pt x="8218" y="7633"/>
                  </a:cubicBezTo>
                  <a:cubicBezTo>
                    <a:pt x="8258" y="7587"/>
                    <a:pt x="8295" y="7539"/>
                    <a:pt x="8336" y="7495"/>
                  </a:cubicBezTo>
                  <a:cubicBezTo>
                    <a:pt x="8539" y="7266"/>
                    <a:pt x="8747" y="7043"/>
                    <a:pt x="8962" y="6825"/>
                  </a:cubicBezTo>
                  <a:cubicBezTo>
                    <a:pt x="9015" y="6771"/>
                    <a:pt x="9071" y="6717"/>
                    <a:pt x="9127" y="6663"/>
                  </a:cubicBezTo>
                  <a:cubicBezTo>
                    <a:pt x="9294" y="6496"/>
                    <a:pt x="9466" y="6333"/>
                    <a:pt x="9638" y="6175"/>
                  </a:cubicBezTo>
                  <a:cubicBezTo>
                    <a:pt x="9703" y="6116"/>
                    <a:pt x="9768" y="6055"/>
                    <a:pt x="9834" y="5998"/>
                  </a:cubicBezTo>
                  <a:cubicBezTo>
                    <a:pt x="10076" y="5783"/>
                    <a:pt x="10321" y="5573"/>
                    <a:pt x="10573" y="5373"/>
                  </a:cubicBezTo>
                  <a:cubicBezTo>
                    <a:pt x="10596" y="5355"/>
                    <a:pt x="10619" y="5340"/>
                    <a:pt x="10640" y="5321"/>
                  </a:cubicBezTo>
                  <a:cubicBezTo>
                    <a:pt x="10875" y="5138"/>
                    <a:pt x="11113" y="4962"/>
                    <a:pt x="11354" y="4793"/>
                  </a:cubicBezTo>
                  <a:cubicBezTo>
                    <a:pt x="11418" y="4748"/>
                    <a:pt x="11481" y="4705"/>
                    <a:pt x="11545" y="4662"/>
                  </a:cubicBezTo>
                  <a:cubicBezTo>
                    <a:pt x="11863" y="4443"/>
                    <a:pt x="12188" y="4237"/>
                    <a:pt x="12521" y="4043"/>
                  </a:cubicBezTo>
                  <a:cubicBezTo>
                    <a:pt x="12575" y="4012"/>
                    <a:pt x="12629" y="3982"/>
                    <a:pt x="12682" y="3953"/>
                  </a:cubicBezTo>
                  <a:cubicBezTo>
                    <a:pt x="13024" y="3757"/>
                    <a:pt x="13374" y="3573"/>
                    <a:pt x="13731" y="3405"/>
                  </a:cubicBezTo>
                  <a:cubicBezTo>
                    <a:pt x="13770" y="3386"/>
                    <a:pt x="13812" y="3369"/>
                    <a:pt x="13852" y="3350"/>
                  </a:cubicBezTo>
                  <a:cubicBezTo>
                    <a:pt x="14107" y="3232"/>
                    <a:pt x="14363" y="3123"/>
                    <a:pt x="14624" y="3020"/>
                  </a:cubicBezTo>
                  <a:cubicBezTo>
                    <a:pt x="14700" y="2990"/>
                    <a:pt x="14777" y="2960"/>
                    <a:pt x="14853" y="2931"/>
                  </a:cubicBezTo>
                  <a:cubicBezTo>
                    <a:pt x="15152" y="2819"/>
                    <a:pt x="15453" y="2714"/>
                    <a:pt x="15758" y="2622"/>
                  </a:cubicBezTo>
                  <a:cubicBezTo>
                    <a:pt x="15784" y="2613"/>
                    <a:pt x="15810" y="2607"/>
                    <a:pt x="15836" y="2599"/>
                  </a:cubicBezTo>
                  <a:cubicBezTo>
                    <a:pt x="16118" y="2515"/>
                    <a:pt x="16405" y="2442"/>
                    <a:pt x="16694" y="2375"/>
                  </a:cubicBezTo>
                  <a:cubicBezTo>
                    <a:pt x="16775" y="2357"/>
                    <a:pt x="16855" y="2338"/>
                    <a:pt x="16936" y="2321"/>
                  </a:cubicBezTo>
                  <a:cubicBezTo>
                    <a:pt x="17251" y="2254"/>
                    <a:pt x="17568" y="2195"/>
                    <a:pt x="17888" y="2149"/>
                  </a:cubicBezTo>
                  <a:cubicBezTo>
                    <a:pt x="18199" y="2105"/>
                    <a:pt x="18505" y="2077"/>
                    <a:pt x="18812" y="2056"/>
                  </a:cubicBezTo>
                  <a:cubicBezTo>
                    <a:pt x="18875" y="2050"/>
                    <a:pt x="18937" y="2046"/>
                    <a:pt x="19000" y="2043"/>
                  </a:cubicBezTo>
                  <a:cubicBezTo>
                    <a:pt x="19255" y="2028"/>
                    <a:pt x="19506" y="2021"/>
                    <a:pt x="19755" y="2021"/>
                  </a:cubicBezTo>
                  <a:cubicBezTo>
                    <a:pt x="19797" y="2021"/>
                    <a:pt x="19839" y="2021"/>
                    <a:pt x="19880" y="2021"/>
                  </a:cubicBezTo>
                  <a:cubicBezTo>
                    <a:pt x="19932" y="2021"/>
                    <a:pt x="19984" y="2024"/>
                    <a:pt x="20036" y="2026"/>
                  </a:cubicBezTo>
                  <a:cubicBezTo>
                    <a:pt x="20305" y="2033"/>
                    <a:pt x="20573" y="2047"/>
                    <a:pt x="20837" y="2070"/>
                  </a:cubicBezTo>
                  <a:cubicBezTo>
                    <a:pt x="20876" y="2075"/>
                    <a:pt x="20915" y="2076"/>
                    <a:pt x="20954" y="2079"/>
                  </a:cubicBezTo>
                  <a:cubicBezTo>
                    <a:pt x="21239" y="2108"/>
                    <a:pt x="21520" y="2147"/>
                    <a:pt x="21798" y="2194"/>
                  </a:cubicBezTo>
                  <a:cubicBezTo>
                    <a:pt x="21858" y="2204"/>
                    <a:pt x="21919" y="2216"/>
                    <a:pt x="21978" y="2227"/>
                  </a:cubicBezTo>
                  <a:cubicBezTo>
                    <a:pt x="22253" y="2278"/>
                    <a:pt x="22525" y="2337"/>
                    <a:pt x="22792" y="2406"/>
                  </a:cubicBezTo>
                  <a:cubicBezTo>
                    <a:pt x="23147" y="2498"/>
                    <a:pt x="23494" y="2609"/>
                    <a:pt x="23833" y="2731"/>
                  </a:cubicBezTo>
                  <a:cubicBezTo>
                    <a:pt x="23931" y="2767"/>
                    <a:pt x="24028" y="2807"/>
                    <a:pt x="24124" y="2846"/>
                  </a:cubicBezTo>
                  <a:cubicBezTo>
                    <a:pt x="24367" y="2941"/>
                    <a:pt x="24606" y="3045"/>
                    <a:pt x="24842" y="3154"/>
                  </a:cubicBezTo>
                  <a:cubicBezTo>
                    <a:pt x="25039" y="3247"/>
                    <a:pt x="25239" y="3340"/>
                    <a:pt x="25430" y="3444"/>
                  </a:cubicBezTo>
                  <a:lnTo>
                    <a:pt x="25430" y="3444"/>
                  </a:lnTo>
                  <a:lnTo>
                    <a:pt x="21723" y="1427"/>
                  </a:lnTo>
                  <a:cubicBezTo>
                    <a:pt x="21580" y="1350"/>
                    <a:pt x="21438" y="1276"/>
                    <a:pt x="21292" y="1204"/>
                  </a:cubicBezTo>
                  <a:cubicBezTo>
                    <a:pt x="21238" y="1178"/>
                    <a:pt x="21181" y="1159"/>
                    <a:pt x="21128" y="1134"/>
                  </a:cubicBezTo>
                  <a:cubicBezTo>
                    <a:pt x="20894" y="1024"/>
                    <a:pt x="20655" y="921"/>
                    <a:pt x="20411" y="826"/>
                  </a:cubicBezTo>
                  <a:cubicBezTo>
                    <a:pt x="20313" y="787"/>
                    <a:pt x="20218" y="747"/>
                    <a:pt x="20120" y="711"/>
                  </a:cubicBezTo>
                  <a:cubicBezTo>
                    <a:pt x="19779" y="587"/>
                    <a:pt x="19434" y="477"/>
                    <a:pt x="19080" y="386"/>
                  </a:cubicBezTo>
                  <a:cubicBezTo>
                    <a:pt x="19071" y="383"/>
                    <a:pt x="19065" y="380"/>
                    <a:pt x="19057" y="379"/>
                  </a:cubicBezTo>
                  <a:cubicBezTo>
                    <a:pt x="18797" y="312"/>
                    <a:pt x="18531" y="256"/>
                    <a:pt x="18265" y="207"/>
                  </a:cubicBezTo>
                  <a:cubicBezTo>
                    <a:pt x="18204" y="196"/>
                    <a:pt x="18144" y="184"/>
                    <a:pt x="18085" y="174"/>
                  </a:cubicBezTo>
                  <a:cubicBezTo>
                    <a:pt x="17806" y="127"/>
                    <a:pt x="17526" y="88"/>
                    <a:pt x="17241" y="59"/>
                  </a:cubicBezTo>
                  <a:cubicBezTo>
                    <a:pt x="17202" y="56"/>
                    <a:pt x="17162" y="55"/>
                    <a:pt x="17123" y="50"/>
                  </a:cubicBezTo>
                  <a:cubicBezTo>
                    <a:pt x="16860" y="27"/>
                    <a:pt x="16592" y="13"/>
                    <a:pt x="16321" y="6"/>
                  </a:cubicBezTo>
                  <a:cubicBezTo>
                    <a:pt x="16269" y="4"/>
                    <a:pt x="16218" y="1"/>
                    <a:pt x="16166" y="1"/>
                  </a:cubicBezTo>
                  <a:cubicBezTo>
                    <a:pt x="16124" y="1"/>
                    <a:pt x="16082" y="1"/>
                    <a:pt x="16040" y="1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9"/>
            <p:cNvSpPr/>
            <p:nvPr/>
          </p:nvSpPr>
          <p:spPr>
            <a:xfrm>
              <a:off x="2440925" y="288600"/>
              <a:ext cx="707325" cy="769475"/>
            </a:xfrm>
            <a:custGeom>
              <a:avLst/>
              <a:gdLst/>
              <a:ahLst/>
              <a:cxnLst/>
              <a:rect l="l" t="t" r="r" b="b"/>
              <a:pathLst>
                <a:path w="28293" h="30779" extrusionOk="0">
                  <a:moveTo>
                    <a:pt x="16005" y="0"/>
                  </a:moveTo>
                  <a:cubicBezTo>
                    <a:pt x="15403" y="0"/>
                    <a:pt x="14789" y="43"/>
                    <a:pt x="14165" y="130"/>
                  </a:cubicBezTo>
                  <a:cubicBezTo>
                    <a:pt x="10284" y="677"/>
                    <a:pt x="6758" y="2860"/>
                    <a:pt x="4194" y="5964"/>
                  </a:cubicBezTo>
                  <a:cubicBezTo>
                    <a:pt x="3287" y="7059"/>
                    <a:pt x="2513" y="8257"/>
                    <a:pt x="1886" y="9533"/>
                  </a:cubicBezTo>
                  <a:cubicBezTo>
                    <a:pt x="687" y="11930"/>
                    <a:pt x="8" y="14619"/>
                    <a:pt x="1" y="17376"/>
                  </a:cubicBezTo>
                  <a:cubicBezTo>
                    <a:pt x="1" y="19255"/>
                    <a:pt x="313" y="21014"/>
                    <a:pt x="887" y="22595"/>
                  </a:cubicBezTo>
                  <a:cubicBezTo>
                    <a:pt x="2676" y="27533"/>
                    <a:pt x="7016" y="30779"/>
                    <a:pt x="12269" y="30779"/>
                  </a:cubicBezTo>
                  <a:cubicBezTo>
                    <a:pt x="12330" y="30779"/>
                    <a:pt x="12391" y="30778"/>
                    <a:pt x="12452" y="30777"/>
                  </a:cubicBezTo>
                  <a:lnTo>
                    <a:pt x="12432" y="25601"/>
                  </a:lnTo>
                  <a:cubicBezTo>
                    <a:pt x="8863" y="25413"/>
                    <a:pt x="5995" y="22927"/>
                    <a:pt x="5067" y="19316"/>
                  </a:cubicBezTo>
                  <a:cubicBezTo>
                    <a:pt x="4852" y="18499"/>
                    <a:pt x="4740" y="17625"/>
                    <a:pt x="4740" y="16711"/>
                  </a:cubicBezTo>
                  <a:cubicBezTo>
                    <a:pt x="4747" y="14999"/>
                    <a:pt x="5143" y="13336"/>
                    <a:pt x="5835" y="11826"/>
                  </a:cubicBezTo>
                  <a:cubicBezTo>
                    <a:pt x="6433" y="10525"/>
                    <a:pt x="7253" y="9338"/>
                    <a:pt x="8261" y="8321"/>
                  </a:cubicBezTo>
                  <a:cubicBezTo>
                    <a:pt x="9876" y="6691"/>
                    <a:pt x="11934" y="5562"/>
                    <a:pt x="14159" y="5251"/>
                  </a:cubicBezTo>
                  <a:cubicBezTo>
                    <a:pt x="14573" y="5193"/>
                    <a:pt x="14980" y="5165"/>
                    <a:pt x="15380" y="5165"/>
                  </a:cubicBezTo>
                  <a:cubicBezTo>
                    <a:pt x="19986" y="5165"/>
                    <a:pt x="23546" y="8919"/>
                    <a:pt x="23534" y="14065"/>
                  </a:cubicBezTo>
                  <a:cubicBezTo>
                    <a:pt x="23534" y="15041"/>
                    <a:pt x="23406" y="16013"/>
                    <a:pt x="23153" y="16954"/>
                  </a:cubicBezTo>
                  <a:lnTo>
                    <a:pt x="27220" y="19311"/>
                  </a:lnTo>
                  <a:cubicBezTo>
                    <a:pt x="27899" y="17439"/>
                    <a:pt x="28274" y="15437"/>
                    <a:pt x="28274" y="13400"/>
                  </a:cubicBezTo>
                  <a:cubicBezTo>
                    <a:pt x="28292" y="5653"/>
                    <a:pt x="22943" y="0"/>
                    <a:pt x="16005" y="0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9"/>
            <p:cNvSpPr/>
            <p:nvPr/>
          </p:nvSpPr>
          <p:spPr>
            <a:xfrm>
              <a:off x="2625450" y="873350"/>
              <a:ext cx="88700" cy="49600"/>
            </a:xfrm>
            <a:custGeom>
              <a:avLst/>
              <a:gdLst/>
              <a:ahLst/>
              <a:cxnLst/>
              <a:rect l="l" t="t" r="r" b="b"/>
              <a:pathLst>
                <a:path w="3548" h="1984" extrusionOk="0">
                  <a:moveTo>
                    <a:pt x="1" y="1"/>
                  </a:moveTo>
                  <a:lnTo>
                    <a:pt x="1" y="1"/>
                  </a:lnTo>
                  <a:cubicBezTo>
                    <a:pt x="509" y="505"/>
                    <a:pt x="1087" y="935"/>
                    <a:pt x="1718" y="1276"/>
                  </a:cubicBezTo>
                  <a:lnTo>
                    <a:pt x="1" y="1"/>
                  </a:lnTo>
                  <a:close/>
                  <a:moveTo>
                    <a:pt x="3479" y="1969"/>
                  </a:moveTo>
                  <a:cubicBezTo>
                    <a:pt x="3482" y="1970"/>
                    <a:pt x="3485" y="1971"/>
                    <a:pt x="3488" y="1972"/>
                  </a:cubicBezTo>
                  <a:lnTo>
                    <a:pt x="3488" y="1972"/>
                  </a:lnTo>
                  <a:cubicBezTo>
                    <a:pt x="3485" y="1970"/>
                    <a:pt x="3482" y="1969"/>
                    <a:pt x="3479" y="1969"/>
                  </a:cubicBezTo>
                  <a:close/>
                  <a:moveTo>
                    <a:pt x="3488" y="1972"/>
                  </a:moveTo>
                  <a:cubicBezTo>
                    <a:pt x="3490" y="1973"/>
                    <a:pt x="3491" y="1974"/>
                    <a:pt x="3493" y="1976"/>
                  </a:cubicBezTo>
                  <a:cubicBezTo>
                    <a:pt x="3507" y="1981"/>
                    <a:pt x="3523" y="1983"/>
                    <a:pt x="3538" y="1983"/>
                  </a:cubicBezTo>
                  <a:cubicBezTo>
                    <a:pt x="3541" y="1983"/>
                    <a:pt x="3545" y="1983"/>
                    <a:pt x="3548" y="1983"/>
                  </a:cubicBezTo>
                  <a:cubicBezTo>
                    <a:pt x="3528" y="1982"/>
                    <a:pt x="3507" y="1977"/>
                    <a:pt x="3488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9"/>
            <p:cNvSpPr/>
            <p:nvPr/>
          </p:nvSpPr>
          <p:spPr>
            <a:xfrm>
              <a:off x="4795625" y="2287375"/>
              <a:ext cx="1559100" cy="3189550"/>
            </a:xfrm>
            <a:custGeom>
              <a:avLst/>
              <a:gdLst/>
              <a:ahLst/>
              <a:cxnLst/>
              <a:rect l="l" t="t" r="r" b="b"/>
              <a:pathLst>
                <a:path w="62364" h="127582" extrusionOk="0">
                  <a:moveTo>
                    <a:pt x="37701" y="0"/>
                  </a:moveTo>
                  <a:lnTo>
                    <a:pt x="37676" y="113"/>
                  </a:lnTo>
                  <a:lnTo>
                    <a:pt x="37676" y="56"/>
                  </a:lnTo>
                  <a:lnTo>
                    <a:pt x="37674" y="58"/>
                  </a:lnTo>
                  <a:lnTo>
                    <a:pt x="37674" y="55"/>
                  </a:lnTo>
                  <a:lnTo>
                    <a:pt x="35399" y="1227"/>
                  </a:lnTo>
                  <a:lnTo>
                    <a:pt x="33169" y="2374"/>
                  </a:lnTo>
                  <a:lnTo>
                    <a:pt x="33170" y="2380"/>
                  </a:lnTo>
                  <a:lnTo>
                    <a:pt x="1" y="127581"/>
                  </a:lnTo>
                  <a:lnTo>
                    <a:pt x="5880" y="124092"/>
                  </a:lnTo>
                  <a:lnTo>
                    <a:pt x="35179" y="9786"/>
                  </a:lnTo>
                  <a:lnTo>
                    <a:pt x="57818" y="93270"/>
                  </a:lnTo>
                  <a:lnTo>
                    <a:pt x="62363" y="91022"/>
                  </a:lnTo>
                  <a:lnTo>
                    <a:pt x="37701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9"/>
            <p:cNvSpPr/>
            <p:nvPr/>
          </p:nvSpPr>
          <p:spPr>
            <a:xfrm>
              <a:off x="2638950" y="1856575"/>
              <a:ext cx="550900" cy="649300"/>
            </a:xfrm>
            <a:custGeom>
              <a:avLst/>
              <a:gdLst/>
              <a:ahLst/>
              <a:cxnLst/>
              <a:rect l="l" t="t" r="r" b="b"/>
              <a:pathLst>
                <a:path w="22036" h="25972" extrusionOk="0">
                  <a:moveTo>
                    <a:pt x="6347" y="1"/>
                  </a:moveTo>
                  <a:cubicBezTo>
                    <a:pt x="5192" y="1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6"/>
                  </a:cubicBezTo>
                  <a:lnTo>
                    <a:pt x="14375" y="25618"/>
                  </a:lnTo>
                  <a:cubicBezTo>
                    <a:pt x="14796" y="25860"/>
                    <a:pt x="15248" y="25972"/>
                    <a:pt x="15691" y="25972"/>
                  </a:cubicBezTo>
                  <a:cubicBezTo>
                    <a:pt x="16845" y="25972"/>
                    <a:pt x="17939" y="25212"/>
                    <a:pt x="18258" y="23991"/>
                  </a:cubicBezTo>
                  <a:lnTo>
                    <a:pt x="21735" y="10693"/>
                  </a:lnTo>
                  <a:cubicBezTo>
                    <a:pt x="22036" y="9537"/>
                    <a:pt x="21527" y="8321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9"/>
            <p:cNvSpPr/>
            <p:nvPr/>
          </p:nvSpPr>
          <p:spPr>
            <a:xfrm>
              <a:off x="3231025" y="2196375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6" y="1"/>
                  </a:moveTo>
                  <a:cubicBezTo>
                    <a:pt x="5193" y="1"/>
                    <a:pt x="4099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1" y="17651"/>
                    <a:pt x="1547" y="18247"/>
                  </a:cubicBezTo>
                  <a:lnTo>
                    <a:pt x="14376" y="25619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39" y="25213"/>
                    <a:pt x="18258" y="23993"/>
                  </a:cubicBezTo>
                  <a:lnTo>
                    <a:pt x="21735" y="10693"/>
                  </a:lnTo>
                  <a:cubicBezTo>
                    <a:pt x="22038" y="9537"/>
                    <a:pt x="21528" y="8322"/>
                    <a:pt x="20491" y="7726"/>
                  </a:cubicBezTo>
                  <a:lnTo>
                    <a:pt x="7663" y="355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9"/>
            <p:cNvSpPr/>
            <p:nvPr/>
          </p:nvSpPr>
          <p:spPr>
            <a:xfrm>
              <a:off x="3823125" y="2534900"/>
              <a:ext cx="550950" cy="649325"/>
            </a:xfrm>
            <a:custGeom>
              <a:avLst/>
              <a:gdLst/>
              <a:ahLst/>
              <a:cxnLst/>
              <a:rect l="l" t="t" r="r" b="b"/>
              <a:pathLst>
                <a:path w="22038" h="25973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7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2" y="25973"/>
                  </a:cubicBezTo>
                  <a:cubicBezTo>
                    <a:pt x="16846" y="25973"/>
                    <a:pt x="17940" y="25212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7" y="8321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9"/>
            <p:cNvSpPr/>
            <p:nvPr/>
          </p:nvSpPr>
          <p:spPr>
            <a:xfrm>
              <a:off x="1861875" y="2174300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6" y="1"/>
                  </a:moveTo>
                  <a:cubicBezTo>
                    <a:pt x="5192" y="1"/>
                    <a:pt x="4097" y="761"/>
                    <a:pt x="3779" y="1981"/>
                  </a:cubicBezTo>
                  <a:lnTo>
                    <a:pt x="302" y="15280"/>
                  </a:lnTo>
                  <a:cubicBezTo>
                    <a:pt x="0" y="16436"/>
                    <a:pt x="510" y="17651"/>
                    <a:pt x="1546" y="18246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1" y="25973"/>
                  </a:cubicBezTo>
                  <a:cubicBezTo>
                    <a:pt x="16845" y="25973"/>
                    <a:pt x="17938" y="25212"/>
                    <a:pt x="18258" y="23992"/>
                  </a:cubicBezTo>
                  <a:lnTo>
                    <a:pt x="21734" y="10692"/>
                  </a:lnTo>
                  <a:cubicBezTo>
                    <a:pt x="22037" y="9536"/>
                    <a:pt x="21527" y="8321"/>
                    <a:pt x="20491" y="7727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9"/>
            <p:cNvSpPr/>
            <p:nvPr/>
          </p:nvSpPr>
          <p:spPr>
            <a:xfrm>
              <a:off x="2453600" y="2515575"/>
              <a:ext cx="550925" cy="649325"/>
            </a:xfrm>
            <a:custGeom>
              <a:avLst/>
              <a:gdLst/>
              <a:ahLst/>
              <a:cxnLst/>
              <a:rect l="l" t="t" r="r" b="b"/>
              <a:pathLst>
                <a:path w="22037" h="25973" extrusionOk="0">
                  <a:moveTo>
                    <a:pt x="6345" y="1"/>
                  </a:moveTo>
                  <a:cubicBezTo>
                    <a:pt x="5192" y="1"/>
                    <a:pt x="4098" y="761"/>
                    <a:pt x="3779" y="1982"/>
                  </a:cubicBezTo>
                  <a:lnTo>
                    <a:pt x="303" y="15280"/>
                  </a:lnTo>
                  <a:cubicBezTo>
                    <a:pt x="0" y="16436"/>
                    <a:pt x="510" y="17653"/>
                    <a:pt x="1546" y="18247"/>
                  </a:cubicBezTo>
                  <a:lnTo>
                    <a:pt x="14375" y="25620"/>
                  </a:lnTo>
                  <a:cubicBezTo>
                    <a:pt x="14795" y="25861"/>
                    <a:pt x="15247" y="25973"/>
                    <a:pt x="15691" y="25973"/>
                  </a:cubicBezTo>
                  <a:cubicBezTo>
                    <a:pt x="16844" y="25973"/>
                    <a:pt x="17938" y="25213"/>
                    <a:pt x="18258" y="23993"/>
                  </a:cubicBezTo>
                  <a:lnTo>
                    <a:pt x="21735" y="10693"/>
                  </a:lnTo>
                  <a:cubicBezTo>
                    <a:pt x="22037" y="9537"/>
                    <a:pt x="21527" y="8322"/>
                    <a:pt x="20491" y="7728"/>
                  </a:cubicBezTo>
                  <a:lnTo>
                    <a:pt x="7662" y="355"/>
                  </a:lnTo>
                  <a:cubicBezTo>
                    <a:pt x="7241" y="113"/>
                    <a:pt x="6789" y="1"/>
                    <a:pt x="63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9"/>
            <p:cNvSpPr/>
            <p:nvPr/>
          </p:nvSpPr>
          <p:spPr>
            <a:xfrm>
              <a:off x="3045675" y="2855400"/>
              <a:ext cx="550950" cy="649350"/>
            </a:xfrm>
            <a:custGeom>
              <a:avLst/>
              <a:gdLst/>
              <a:ahLst/>
              <a:cxnLst/>
              <a:rect l="l" t="t" r="r" b="b"/>
              <a:pathLst>
                <a:path w="22038" h="25974" extrusionOk="0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7" y="18247"/>
                  </a:cubicBezTo>
                  <a:lnTo>
                    <a:pt x="14376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40" y="25213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8" y="8322"/>
                    <a:pt x="20491" y="7726"/>
                  </a:cubicBezTo>
                  <a:lnTo>
                    <a:pt x="7663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9"/>
            <p:cNvSpPr/>
            <p:nvPr/>
          </p:nvSpPr>
          <p:spPr>
            <a:xfrm>
              <a:off x="3637775" y="3193900"/>
              <a:ext cx="550925" cy="649350"/>
            </a:xfrm>
            <a:custGeom>
              <a:avLst/>
              <a:gdLst/>
              <a:ahLst/>
              <a:cxnLst/>
              <a:rect l="l" t="t" r="r" b="b"/>
              <a:pathLst>
                <a:path w="22037" h="25974" extrusionOk="0">
                  <a:moveTo>
                    <a:pt x="6346" y="1"/>
                  </a:moveTo>
                  <a:cubicBezTo>
                    <a:pt x="5192" y="1"/>
                    <a:pt x="4099" y="761"/>
                    <a:pt x="3779" y="1982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7"/>
                  </a:cubicBezTo>
                  <a:lnTo>
                    <a:pt x="14375" y="25619"/>
                  </a:lnTo>
                  <a:cubicBezTo>
                    <a:pt x="14796" y="25861"/>
                    <a:pt x="15248" y="25974"/>
                    <a:pt x="15692" y="25974"/>
                  </a:cubicBezTo>
                  <a:cubicBezTo>
                    <a:pt x="16846" y="25974"/>
                    <a:pt x="17940" y="25213"/>
                    <a:pt x="18258" y="23993"/>
                  </a:cubicBezTo>
                  <a:lnTo>
                    <a:pt x="21735" y="10693"/>
                  </a:lnTo>
                  <a:cubicBezTo>
                    <a:pt x="22037" y="9537"/>
                    <a:pt x="21527" y="8322"/>
                    <a:pt x="20492" y="7728"/>
                  </a:cubicBezTo>
                  <a:lnTo>
                    <a:pt x="7662" y="355"/>
                  </a:lnTo>
                  <a:cubicBezTo>
                    <a:pt x="7241" y="113"/>
                    <a:pt x="6789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9"/>
            <p:cNvSpPr/>
            <p:nvPr/>
          </p:nvSpPr>
          <p:spPr>
            <a:xfrm>
              <a:off x="1655925" y="2843625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7" y="1"/>
                  </a:moveTo>
                  <a:cubicBezTo>
                    <a:pt x="5192" y="1"/>
                    <a:pt x="4098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5" y="18246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2" y="25973"/>
                  </a:cubicBezTo>
                  <a:cubicBezTo>
                    <a:pt x="16845" y="25973"/>
                    <a:pt x="17939" y="25212"/>
                    <a:pt x="18258" y="23992"/>
                  </a:cubicBezTo>
                  <a:lnTo>
                    <a:pt x="21735" y="10692"/>
                  </a:lnTo>
                  <a:cubicBezTo>
                    <a:pt x="22036" y="9536"/>
                    <a:pt x="21527" y="8321"/>
                    <a:pt x="20491" y="7725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9"/>
            <p:cNvSpPr/>
            <p:nvPr/>
          </p:nvSpPr>
          <p:spPr>
            <a:xfrm>
              <a:off x="2247650" y="3184900"/>
              <a:ext cx="550900" cy="649350"/>
            </a:xfrm>
            <a:custGeom>
              <a:avLst/>
              <a:gdLst/>
              <a:ahLst/>
              <a:cxnLst/>
              <a:rect l="l" t="t" r="r" b="b"/>
              <a:pathLst>
                <a:path w="22036" h="25974" extrusionOk="0">
                  <a:moveTo>
                    <a:pt x="6346" y="1"/>
                  </a:moveTo>
                  <a:cubicBezTo>
                    <a:pt x="5192" y="1"/>
                    <a:pt x="4098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5" y="18247"/>
                  </a:cubicBezTo>
                  <a:lnTo>
                    <a:pt x="14375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39" y="25213"/>
                    <a:pt x="18258" y="23993"/>
                  </a:cubicBezTo>
                  <a:lnTo>
                    <a:pt x="21735" y="10693"/>
                  </a:lnTo>
                  <a:cubicBezTo>
                    <a:pt x="22036" y="9537"/>
                    <a:pt x="21528" y="8322"/>
                    <a:pt x="20491" y="7728"/>
                  </a:cubicBezTo>
                  <a:lnTo>
                    <a:pt x="7662" y="355"/>
                  </a:lnTo>
                  <a:cubicBezTo>
                    <a:pt x="7242" y="113"/>
                    <a:pt x="6789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9"/>
            <p:cNvSpPr/>
            <p:nvPr/>
          </p:nvSpPr>
          <p:spPr>
            <a:xfrm>
              <a:off x="2839750" y="3524725"/>
              <a:ext cx="550925" cy="649350"/>
            </a:xfrm>
            <a:custGeom>
              <a:avLst/>
              <a:gdLst/>
              <a:ahLst/>
              <a:cxnLst/>
              <a:rect l="l" t="t" r="r" b="b"/>
              <a:pathLst>
                <a:path w="22037" h="25974" extrusionOk="0">
                  <a:moveTo>
                    <a:pt x="6346" y="1"/>
                  </a:moveTo>
                  <a:cubicBezTo>
                    <a:pt x="5192" y="1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6" y="18247"/>
                  </a:cubicBezTo>
                  <a:lnTo>
                    <a:pt x="14375" y="25620"/>
                  </a:lnTo>
                  <a:cubicBezTo>
                    <a:pt x="14795" y="25861"/>
                    <a:pt x="15247" y="25973"/>
                    <a:pt x="15690" y="25973"/>
                  </a:cubicBezTo>
                  <a:cubicBezTo>
                    <a:pt x="16844" y="25973"/>
                    <a:pt x="17938" y="25213"/>
                    <a:pt x="18258" y="23991"/>
                  </a:cubicBezTo>
                  <a:lnTo>
                    <a:pt x="21734" y="10693"/>
                  </a:lnTo>
                  <a:cubicBezTo>
                    <a:pt x="22037" y="9537"/>
                    <a:pt x="21527" y="8322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9"/>
            <p:cNvSpPr/>
            <p:nvPr/>
          </p:nvSpPr>
          <p:spPr>
            <a:xfrm>
              <a:off x="3431825" y="3863250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6" y="1"/>
                  </a:moveTo>
                  <a:cubicBezTo>
                    <a:pt x="5193" y="1"/>
                    <a:pt x="4099" y="760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2"/>
                    <a:pt x="1547" y="18246"/>
                  </a:cubicBezTo>
                  <a:lnTo>
                    <a:pt x="14376" y="25619"/>
                  </a:lnTo>
                  <a:cubicBezTo>
                    <a:pt x="14796" y="25860"/>
                    <a:pt x="15248" y="25972"/>
                    <a:pt x="15692" y="25972"/>
                  </a:cubicBezTo>
                  <a:cubicBezTo>
                    <a:pt x="16845" y="25972"/>
                    <a:pt x="17939" y="25213"/>
                    <a:pt x="18258" y="23992"/>
                  </a:cubicBezTo>
                  <a:lnTo>
                    <a:pt x="21735" y="10692"/>
                  </a:lnTo>
                  <a:cubicBezTo>
                    <a:pt x="22036" y="9536"/>
                    <a:pt x="21528" y="8321"/>
                    <a:pt x="20491" y="7727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9"/>
            <p:cNvSpPr/>
            <p:nvPr/>
          </p:nvSpPr>
          <p:spPr>
            <a:xfrm>
              <a:off x="2047225" y="1515275"/>
              <a:ext cx="550900" cy="649325"/>
            </a:xfrm>
            <a:custGeom>
              <a:avLst/>
              <a:gdLst/>
              <a:ahLst/>
              <a:cxnLst/>
              <a:rect l="l" t="t" r="r" b="b"/>
              <a:pathLst>
                <a:path w="22036" h="25973" extrusionOk="0">
                  <a:moveTo>
                    <a:pt x="6346" y="0"/>
                  </a:moveTo>
                  <a:cubicBezTo>
                    <a:pt x="5192" y="0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6" y="18247"/>
                  </a:cubicBezTo>
                  <a:lnTo>
                    <a:pt x="14375" y="25618"/>
                  </a:lnTo>
                  <a:cubicBezTo>
                    <a:pt x="14796" y="25860"/>
                    <a:pt x="15248" y="25972"/>
                    <a:pt x="15692" y="25972"/>
                  </a:cubicBezTo>
                  <a:cubicBezTo>
                    <a:pt x="16845" y="25972"/>
                    <a:pt x="17939" y="25212"/>
                    <a:pt x="18258" y="23991"/>
                  </a:cubicBezTo>
                  <a:lnTo>
                    <a:pt x="21735" y="10693"/>
                  </a:lnTo>
                  <a:cubicBezTo>
                    <a:pt x="22035" y="9537"/>
                    <a:pt x="21527" y="8322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0"/>
                    <a:pt x="6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9"/>
            <p:cNvSpPr/>
            <p:nvPr/>
          </p:nvSpPr>
          <p:spPr>
            <a:xfrm>
              <a:off x="2237600" y="1681575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5" y="1"/>
                  </a:moveTo>
                  <a:cubicBezTo>
                    <a:pt x="625" y="1"/>
                    <a:pt x="235" y="271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4"/>
                    <a:pt x="182" y="1528"/>
                    <a:pt x="551" y="1739"/>
                  </a:cubicBezTo>
                  <a:lnTo>
                    <a:pt x="7628" y="5619"/>
                  </a:lnTo>
                  <a:cubicBezTo>
                    <a:pt x="7778" y="5705"/>
                    <a:pt x="7940" y="5745"/>
                    <a:pt x="8098" y="5745"/>
                  </a:cubicBezTo>
                  <a:cubicBezTo>
                    <a:pt x="8509" y="5745"/>
                    <a:pt x="8898" y="5475"/>
                    <a:pt x="9012" y="5040"/>
                  </a:cubicBezTo>
                  <a:lnTo>
                    <a:pt x="9025" y="5064"/>
                  </a:lnTo>
                  <a:cubicBezTo>
                    <a:pt x="9133" y="4652"/>
                    <a:pt x="8951" y="4218"/>
                    <a:pt x="8583" y="4007"/>
                  </a:cubicBezTo>
                  <a:lnTo>
                    <a:pt x="1504" y="127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9"/>
            <p:cNvSpPr/>
            <p:nvPr/>
          </p:nvSpPr>
          <p:spPr>
            <a:xfrm>
              <a:off x="2201800" y="1786100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6" y="1"/>
                  </a:moveTo>
                  <a:cubicBezTo>
                    <a:pt x="625" y="1"/>
                    <a:pt x="235" y="272"/>
                    <a:pt x="121" y="707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2" y="1739"/>
                  </a:cubicBezTo>
                  <a:lnTo>
                    <a:pt x="7629" y="5619"/>
                  </a:lnTo>
                  <a:cubicBezTo>
                    <a:pt x="7779" y="5705"/>
                    <a:pt x="7940" y="5746"/>
                    <a:pt x="8098" y="5746"/>
                  </a:cubicBezTo>
                  <a:cubicBezTo>
                    <a:pt x="8509" y="5746"/>
                    <a:pt x="8898" y="5475"/>
                    <a:pt x="9011" y="5040"/>
                  </a:cubicBezTo>
                  <a:lnTo>
                    <a:pt x="9026" y="5063"/>
                  </a:lnTo>
                  <a:cubicBezTo>
                    <a:pt x="9132" y="4651"/>
                    <a:pt x="8951" y="4218"/>
                    <a:pt x="8582" y="4007"/>
                  </a:cubicBezTo>
                  <a:lnTo>
                    <a:pt x="1505" y="127"/>
                  </a:lnTo>
                  <a:cubicBezTo>
                    <a:pt x="1355" y="41"/>
                    <a:pt x="1194" y="1"/>
                    <a:pt x="1036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9"/>
            <p:cNvSpPr/>
            <p:nvPr/>
          </p:nvSpPr>
          <p:spPr>
            <a:xfrm>
              <a:off x="2204675" y="1913550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5" y="0"/>
                  </a:moveTo>
                  <a:cubicBezTo>
                    <a:pt x="625" y="0"/>
                    <a:pt x="235" y="271"/>
                    <a:pt x="122" y="705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1" y="1739"/>
                  </a:cubicBezTo>
                  <a:lnTo>
                    <a:pt x="4016" y="3655"/>
                  </a:lnTo>
                  <a:cubicBezTo>
                    <a:pt x="4165" y="3741"/>
                    <a:pt x="4327" y="3781"/>
                    <a:pt x="4484" y="3781"/>
                  </a:cubicBezTo>
                  <a:cubicBezTo>
                    <a:pt x="4895" y="3781"/>
                    <a:pt x="5285" y="3511"/>
                    <a:pt x="5398" y="3076"/>
                  </a:cubicBezTo>
                  <a:lnTo>
                    <a:pt x="5411" y="3099"/>
                  </a:lnTo>
                  <a:cubicBezTo>
                    <a:pt x="5519" y="2688"/>
                    <a:pt x="5337" y="2254"/>
                    <a:pt x="4969" y="2043"/>
                  </a:cubicBezTo>
                  <a:lnTo>
                    <a:pt x="1504" y="126"/>
                  </a:lnTo>
                  <a:cubicBezTo>
                    <a:pt x="1354" y="40"/>
                    <a:pt x="1193" y="0"/>
                    <a:pt x="1035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9"/>
            <p:cNvSpPr/>
            <p:nvPr/>
          </p:nvSpPr>
          <p:spPr>
            <a:xfrm>
              <a:off x="2647150" y="2668225"/>
              <a:ext cx="228325" cy="143650"/>
            </a:xfrm>
            <a:custGeom>
              <a:avLst/>
              <a:gdLst/>
              <a:ahLst/>
              <a:cxnLst/>
              <a:rect l="l" t="t" r="r" b="b"/>
              <a:pathLst>
                <a:path w="9133" h="5746" extrusionOk="0">
                  <a:moveTo>
                    <a:pt x="1035" y="1"/>
                  </a:moveTo>
                  <a:cubicBezTo>
                    <a:pt x="624" y="1"/>
                    <a:pt x="235" y="272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5"/>
                    <a:pt x="182" y="1527"/>
                    <a:pt x="551" y="1740"/>
                  </a:cubicBezTo>
                  <a:lnTo>
                    <a:pt x="7629" y="5620"/>
                  </a:lnTo>
                  <a:cubicBezTo>
                    <a:pt x="7779" y="5705"/>
                    <a:pt x="7939" y="5745"/>
                    <a:pt x="8097" y="5745"/>
                  </a:cubicBezTo>
                  <a:cubicBezTo>
                    <a:pt x="8508" y="5745"/>
                    <a:pt x="8898" y="5474"/>
                    <a:pt x="9011" y="5039"/>
                  </a:cubicBezTo>
                  <a:lnTo>
                    <a:pt x="9024" y="5064"/>
                  </a:lnTo>
                  <a:cubicBezTo>
                    <a:pt x="9132" y="4651"/>
                    <a:pt x="8951" y="4219"/>
                    <a:pt x="8582" y="4007"/>
                  </a:cubicBezTo>
                  <a:lnTo>
                    <a:pt x="1505" y="127"/>
                  </a:lnTo>
                  <a:cubicBezTo>
                    <a:pt x="1355" y="41"/>
                    <a:pt x="1194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9"/>
            <p:cNvSpPr/>
            <p:nvPr/>
          </p:nvSpPr>
          <p:spPr>
            <a:xfrm>
              <a:off x="2611375" y="2772750"/>
              <a:ext cx="228325" cy="143625"/>
            </a:xfrm>
            <a:custGeom>
              <a:avLst/>
              <a:gdLst/>
              <a:ahLst/>
              <a:cxnLst/>
              <a:rect l="l" t="t" r="r" b="b"/>
              <a:pathLst>
                <a:path w="9133" h="5745" extrusionOk="0">
                  <a:moveTo>
                    <a:pt x="1035" y="0"/>
                  </a:moveTo>
                  <a:cubicBezTo>
                    <a:pt x="624" y="0"/>
                    <a:pt x="235" y="271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4"/>
                    <a:pt x="182" y="1528"/>
                    <a:pt x="551" y="1739"/>
                  </a:cubicBezTo>
                  <a:lnTo>
                    <a:pt x="7629" y="5619"/>
                  </a:lnTo>
                  <a:cubicBezTo>
                    <a:pt x="7779" y="5705"/>
                    <a:pt x="7939" y="5745"/>
                    <a:pt x="8097" y="5745"/>
                  </a:cubicBezTo>
                  <a:cubicBezTo>
                    <a:pt x="8508" y="5745"/>
                    <a:pt x="8898" y="5474"/>
                    <a:pt x="9011" y="5039"/>
                  </a:cubicBezTo>
                  <a:lnTo>
                    <a:pt x="9024" y="5064"/>
                  </a:lnTo>
                  <a:cubicBezTo>
                    <a:pt x="9132" y="4652"/>
                    <a:pt x="8951" y="4219"/>
                    <a:pt x="8582" y="4007"/>
                  </a:cubicBezTo>
                  <a:lnTo>
                    <a:pt x="1504" y="127"/>
                  </a:lnTo>
                  <a:cubicBezTo>
                    <a:pt x="1354" y="41"/>
                    <a:pt x="1193" y="0"/>
                    <a:pt x="1035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9"/>
            <p:cNvSpPr/>
            <p:nvPr/>
          </p:nvSpPr>
          <p:spPr>
            <a:xfrm>
              <a:off x="2614225" y="2900175"/>
              <a:ext cx="137975" cy="94575"/>
            </a:xfrm>
            <a:custGeom>
              <a:avLst/>
              <a:gdLst/>
              <a:ahLst/>
              <a:cxnLst/>
              <a:rect l="l" t="t" r="r" b="b"/>
              <a:pathLst>
                <a:path w="5519" h="3783" extrusionOk="0">
                  <a:moveTo>
                    <a:pt x="1036" y="1"/>
                  </a:moveTo>
                  <a:cubicBezTo>
                    <a:pt x="625" y="1"/>
                    <a:pt x="235" y="272"/>
                    <a:pt x="121" y="707"/>
                  </a:cubicBezTo>
                  <a:lnTo>
                    <a:pt x="107" y="684"/>
                  </a:lnTo>
                  <a:lnTo>
                    <a:pt x="107" y="684"/>
                  </a:lnTo>
                  <a:cubicBezTo>
                    <a:pt x="0" y="1095"/>
                    <a:pt x="182" y="1527"/>
                    <a:pt x="550" y="1740"/>
                  </a:cubicBezTo>
                  <a:lnTo>
                    <a:pt x="4016" y="3656"/>
                  </a:lnTo>
                  <a:cubicBezTo>
                    <a:pt x="4165" y="3742"/>
                    <a:pt x="4326" y="3782"/>
                    <a:pt x="4483" y="3782"/>
                  </a:cubicBezTo>
                  <a:cubicBezTo>
                    <a:pt x="4894" y="3782"/>
                    <a:pt x="5284" y="3511"/>
                    <a:pt x="5398" y="3076"/>
                  </a:cubicBezTo>
                  <a:lnTo>
                    <a:pt x="5411" y="3101"/>
                  </a:lnTo>
                  <a:cubicBezTo>
                    <a:pt x="5519" y="2688"/>
                    <a:pt x="5337" y="2256"/>
                    <a:pt x="4969" y="2044"/>
                  </a:cubicBezTo>
                  <a:lnTo>
                    <a:pt x="1503" y="126"/>
                  </a:lnTo>
                  <a:cubicBezTo>
                    <a:pt x="1354" y="41"/>
                    <a:pt x="1193" y="1"/>
                    <a:pt x="1036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9"/>
            <p:cNvSpPr/>
            <p:nvPr/>
          </p:nvSpPr>
          <p:spPr>
            <a:xfrm>
              <a:off x="3838575" y="3357025"/>
              <a:ext cx="228300" cy="143625"/>
            </a:xfrm>
            <a:custGeom>
              <a:avLst/>
              <a:gdLst/>
              <a:ahLst/>
              <a:cxnLst/>
              <a:rect l="l" t="t" r="r" b="b"/>
              <a:pathLst>
                <a:path w="9132" h="5745" extrusionOk="0">
                  <a:moveTo>
                    <a:pt x="1036" y="0"/>
                  </a:moveTo>
                  <a:cubicBezTo>
                    <a:pt x="625" y="0"/>
                    <a:pt x="234" y="271"/>
                    <a:pt x="121" y="706"/>
                  </a:cubicBezTo>
                  <a:lnTo>
                    <a:pt x="108" y="683"/>
                  </a:lnTo>
                  <a:lnTo>
                    <a:pt x="108" y="683"/>
                  </a:lnTo>
                  <a:cubicBezTo>
                    <a:pt x="0" y="1095"/>
                    <a:pt x="181" y="1527"/>
                    <a:pt x="551" y="1738"/>
                  </a:cubicBezTo>
                  <a:lnTo>
                    <a:pt x="7629" y="5618"/>
                  </a:lnTo>
                  <a:cubicBezTo>
                    <a:pt x="7778" y="5704"/>
                    <a:pt x="7940" y="5745"/>
                    <a:pt x="8098" y="5745"/>
                  </a:cubicBezTo>
                  <a:cubicBezTo>
                    <a:pt x="8508" y="5745"/>
                    <a:pt x="8897" y="5474"/>
                    <a:pt x="9011" y="5039"/>
                  </a:cubicBezTo>
                  <a:lnTo>
                    <a:pt x="9025" y="5062"/>
                  </a:lnTo>
                  <a:cubicBezTo>
                    <a:pt x="9132" y="4651"/>
                    <a:pt x="8950" y="4219"/>
                    <a:pt x="8582" y="4006"/>
                  </a:cubicBezTo>
                  <a:lnTo>
                    <a:pt x="1505" y="126"/>
                  </a:lnTo>
                  <a:cubicBezTo>
                    <a:pt x="1355" y="40"/>
                    <a:pt x="1194" y="0"/>
                    <a:pt x="1036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9"/>
            <p:cNvSpPr/>
            <p:nvPr/>
          </p:nvSpPr>
          <p:spPr>
            <a:xfrm>
              <a:off x="3802800" y="3461525"/>
              <a:ext cx="228300" cy="143650"/>
            </a:xfrm>
            <a:custGeom>
              <a:avLst/>
              <a:gdLst/>
              <a:ahLst/>
              <a:cxnLst/>
              <a:rect l="l" t="t" r="r" b="b"/>
              <a:pathLst>
                <a:path w="9132" h="5746" extrusionOk="0">
                  <a:moveTo>
                    <a:pt x="1035" y="1"/>
                  </a:moveTo>
                  <a:cubicBezTo>
                    <a:pt x="624" y="1"/>
                    <a:pt x="234" y="272"/>
                    <a:pt x="120" y="707"/>
                  </a:cubicBezTo>
                  <a:lnTo>
                    <a:pt x="107" y="684"/>
                  </a:lnTo>
                  <a:lnTo>
                    <a:pt x="107" y="684"/>
                  </a:lnTo>
                  <a:cubicBezTo>
                    <a:pt x="0" y="1095"/>
                    <a:pt x="181" y="1527"/>
                    <a:pt x="550" y="1740"/>
                  </a:cubicBezTo>
                  <a:lnTo>
                    <a:pt x="7627" y="5620"/>
                  </a:lnTo>
                  <a:cubicBezTo>
                    <a:pt x="7777" y="5706"/>
                    <a:pt x="7938" y="5746"/>
                    <a:pt x="8096" y="5746"/>
                  </a:cubicBezTo>
                  <a:cubicBezTo>
                    <a:pt x="8507" y="5746"/>
                    <a:pt x="8896" y="5475"/>
                    <a:pt x="9011" y="5040"/>
                  </a:cubicBezTo>
                  <a:lnTo>
                    <a:pt x="9024" y="5063"/>
                  </a:lnTo>
                  <a:cubicBezTo>
                    <a:pt x="9132" y="4651"/>
                    <a:pt x="8950" y="4219"/>
                    <a:pt x="8580" y="4008"/>
                  </a:cubicBezTo>
                  <a:lnTo>
                    <a:pt x="1503" y="126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9"/>
            <p:cNvSpPr/>
            <p:nvPr/>
          </p:nvSpPr>
          <p:spPr>
            <a:xfrm>
              <a:off x="3805625" y="3588975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7" y="1"/>
                  </a:moveTo>
                  <a:cubicBezTo>
                    <a:pt x="625" y="1"/>
                    <a:pt x="235" y="272"/>
                    <a:pt x="122" y="706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2" y="1739"/>
                  </a:cubicBezTo>
                  <a:lnTo>
                    <a:pt x="4016" y="3655"/>
                  </a:lnTo>
                  <a:cubicBezTo>
                    <a:pt x="4166" y="3741"/>
                    <a:pt x="4327" y="3781"/>
                    <a:pt x="4485" y="3781"/>
                  </a:cubicBezTo>
                  <a:cubicBezTo>
                    <a:pt x="4895" y="3781"/>
                    <a:pt x="5285" y="3511"/>
                    <a:pt x="5399" y="3076"/>
                  </a:cubicBezTo>
                  <a:lnTo>
                    <a:pt x="5412" y="3099"/>
                  </a:lnTo>
                  <a:cubicBezTo>
                    <a:pt x="5519" y="2687"/>
                    <a:pt x="5338" y="2255"/>
                    <a:pt x="4969" y="2042"/>
                  </a:cubicBezTo>
                  <a:lnTo>
                    <a:pt x="1505" y="126"/>
                  </a:lnTo>
                  <a:cubicBezTo>
                    <a:pt x="1356" y="40"/>
                    <a:pt x="1195" y="1"/>
                    <a:pt x="1037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9"/>
            <p:cNvSpPr/>
            <p:nvPr/>
          </p:nvSpPr>
          <p:spPr>
            <a:xfrm>
              <a:off x="3038100" y="3673475"/>
              <a:ext cx="228300" cy="143650"/>
            </a:xfrm>
            <a:custGeom>
              <a:avLst/>
              <a:gdLst/>
              <a:ahLst/>
              <a:cxnLst/>
              <a:rect l="l" t="t" r="r" b="b"/>
              <a:pathLst>
                <a:path w="9132" h="5746" extrusionOk="0">
                  <a:moveTo>
                    <a:pt x="1035" y="1"/>
                  </a:moveTo>
                  <a:cubicBezTo>
                    <a:pt x="625" y="1"/>
                    <a:pt x="234" y="272"/>
                    <a:pt x="121" y="707"/>
                  </a:cubicBezTo>
                  <a:lnTo>
                    <a:pt x="108" y="684"/>
                  </a:lnTo>
                  <a:lnTo>
                    <a:pt x="108" y="684"/>
                  </a:lnTo>
                  <a:cubicBezTo>
                    <a:pt x="0" y="1095"/>
                    <a:pt x="181" y="1527"/>
                    <a:pt x="550" y="1740"/>
                  </a:cubicBezTo>
                  <a:lnTo>
                    <a:pt x="7629" y="5619"/>
                  </a:lnTo>
                  <a:cubicBezTo>
                    <a:pt x="7778" y="5705"/>
                    <a:pt x="7940" y="5745"/>
                    <a:pt x="8098" y="5745"/>
                  </a:cubicBezTo>
                  <a:cubicBezTo>
                    <a:pt x="8508" y="5745"/>
                    <a:pt x="8897" y="5475"/>
                    <a:pt x="9011" y="5040"/>
                  </a:cubicBezTo>
                  <a:lnTo>
                    <a:pt x="9024" y="5063"/>
                  </a:lnTo>
                  <a:cubicBezTo>
                    <a:pt x="9132" y="4651"/>
                    <a:pt x="8950" y="4219"/>
                    <a:pt x="8582" y="4006"/>
                  </a:cubicBezTo>
                  <a:lnTo>
                    <a:pt x="1503" y="127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9"/>
            <p:cNvSpPr/>
            <p:nvPr/>
          </p:nvSpPr>
          <p:spPr>
            <a:xfrm>
              <a:off x="3002275" y="3778000"/>
              <a:ext cx="228350" cy="143650"/>
            </a:xfrm>
            <a:custGeom>
              <a:avLst/>
              <a:gdLst/>
              <a:ahLst/>
              <a:cxnLst/>
              <a:rect l="l" t="t" r="r" b="b"/>
              <a:pathLst>
                <a:path w="9134" h="5746" extrusionOk="0">
                  <a:moveTo>
                    <a:pt x="1037" y="1"/>
                  </a:moveTo>
                  <a:cubicBezTo>
                    <a:pt x="626" y="1"/>
                    <a:pt x="236" y="272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5"/>
                    <a:pt x="182" y="1527"/>
                    <a:pt x="552" y="1740"/>
                  </a:cubicBezTo>
                  <a:lnTo>
                    <a:pt x="7629" y="5620"/>
                  </a:lnTo>
                  <a:cubicBezTo>
                    <a:pt x="7779" y="5706"/>
                    <a:pt x="7940" y="5746"/>
                    <a:pt x="8098" y="5746"/>
                  </a:cubicBezTo>
                  <a:cubicBezTo>
                    <a:pt x="8509" y="5746"/>
                    <a:pt x="8898" y="5475"/>
                    <a:pt x="9013" y="5040"/>
                  </a:cubicBezTo>
                  <a:lnTo>
                    <a:pt x="9026" y="5063"/>
                  </a:lnTo>
                  <a:cubicBezTo>
                    <a:pt x="9134" y="4651"/>
                    <a:pt x="8952" y="4219"/>
                    <a:pt x="8582" y="4008"/>
                  </a:cubicBezTo>
                  <a:lnTo>
                    <a:pt x="1505" y="126"/>
                  </a:lnTo>
                  <a:cubicBezTo>
                    <a:pt x="1355" y="40"/>
                    <a:pt x="1194" y="1"/>
                    <a:pt x="1037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9"/>
            <p:cNvSpPr/>
            <p:nvPr/>
          </p:nvSpPr>
          <p:spPr>
            <a:xfrm>
              <a:off x="3005150" y="3905450"/>
              <a:ext cx="137975" cy="94550"/>
            </a:xfrm>
            <a:custGeom>
              <a:avLst/>
              <a:gdLst/>
              <a:ahLst/>
              <a:cxnLst/>
              <a:rect l="l" t="t" r="r" b="b"/>
              <a:pathLst>
                <a:path w="5519" h="3782" extrusionOk="0">
                  <a:moveTo>
                    <a:pt x="1037" y="0"/>
                  </a:moveTo>
                  <a:cubicBezTo>
                    <a:pt x="625" y="0"/>
                    <a:pt x="235" y="271"/>
                    <a:pt x="122" y="706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3"/>
                    <a:pt x="182" y="1527"/>
                    <a:pt x="552" y="1738"/>
                  </a:cubicBezTo>
                  <a:lnTo>
                    <a:pt x="4016" y="3655"/>
                  </a:lnTo>
                  <a:cubicBezTo>
                    <a:pt x="4166" y="3741"/>
                    <a:pt x="4327" y="3781"/>
                    <a:pt x="4485" y="3781"/>
                  </a:cubicBezTo>
                  <a:cubicBezTo>
                    <a:pt x="4895" y="3781"/>
                    <a:pt x="5285" y="3510"/>
                    <a:pt x="5399" y="3076"/>
                  </a:cubicBezTo>
                  <a:lnTo>
                    <a:pt x="5412" y="3099"/>
                  </a:lnTo>
                  <a:cubicBezTo>
                    <a:pt x="5519" y="2687"/>
                    <a:pt x="5339" y="2255"/>
                    <a:pt x="4969" y="2042"/>
                  </a:cubicBezTo>
                  <a:lnTo>
                    <a:pt x="1505" y="126"/>
                  </a:lnTo>
                  <a:cubicBezTo>
                    <a:pt x="1355" y="40"/>
                    <a:pt x="1195" y="0"/>
                    <a:pt x="1037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9"/>
            <p:cNvSpPr/>
            <p:nvPr/>
          </p:nvSpPr>
          <p:spPr>
            <a:xfrm>
              <a:off x="1972550" y="2418525"/>
              <a:ext cx="319425" cy="190225"/>
            </a:xfrm>
            <a:custGeom>
              <a:avLst/>
              <a:gdLst/>
              <a:ahLst/>
              <a:cxnLst/>
              <a:rect l="l" t="t" r="r" b="b"/>
              <a:pathLst>
                <a:path w="12777" h="7609" extrusionOk="0">
                  <a:moveTo>
                    <a:pt x="11720" y="0"/>
                  </a:moveTo>
                  <a:lnTo>
                    <a:pt x="3179" y="4793"/>
                  </a:lnTo>
                  <a:lnTo>
                    <a:pt x="1826" y="2433"/>
                  </a:lnTo>
                  <a:lnTo>
                    <a:pt x="0" y="3418"/>
                  </a:lnTo>
                  <a:lnTo>
                    <a:pt x="2411" y="7609"/>
                  </a:lnTo>
                  <a:lnTo>
                    <a:pt x="12777" y="1832"/>
                  </a:lnTo>
                  <a:lnTo>
                    <a:pt x="11720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9"/>
            <p:cNvSpPr/>
            <p:nvPr/>
          </p:nvSpPr>
          <p:spPr>
            <a:xfrm>
              <a:off x="2382075" y="3414475"/>
              <a:ext cx="319450" cy="190225"/>
            </a:xfrm>
            <a:custGeom>
              <a:avLst/>
              <a:gdLst/>
              <a:ahLst/>
              <a:cxnLst/>
              <a:rect l="l" t="t" r="r" b="b"/>
              <a:pathLst>
                <a:path w="12778" h="7609" extrusionOk="0">
                  <a:moveTo>
                    <a:pt x="11721" y="0"/>
                  </a:moveTo>
                  <a:lnTo>
                    <a:pt x="3179" y="4793"/>
                  </a:lnTo>
                  <a:lnTo>
                    <a:pt x="1826" y="2433"/>
                  </a:lnTo>
                  <a:lnTo>
                    <a:pt x="1" y="3418"/>
                  </a:lnTo>
                  <a:lnTo>
                    <a:pt x="2412" y="7609"/>
                  </a:lnTo>
                  <a:lnTo>
                    <a:pt x="12778" y="1833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9"/>
            <p:cNvSpPr/>
            <p:nvPr/>
          </p:nvSpPr>
          <p:spPr>
            <a:xfrm>
              <a:off x="3350125" y="2427850"/>
              <a:ext cx="319425" cy="190200"/>
            </a:xfrm>
            <a:custGeom>
              <a:avLst/>
              <a:gdLst/>
              <a:ahLst/>
              <a:cxnLst/>
              <a:rect l="l" t="t" r="r" b="b"/>
              <a:pathLst>
                <a:path w="12777" h="7608" extrusionOk="0">
                  <a:moveTo>
                    <a:pt x="11721" y="0"/>
                  </a:moveTo>
                  <a:lnTo>
                    <a:pt x="3178" y="4793"/>
                  </a:lnTo>
                  <a:lnTo>
                    <a:pt x="1826" y="2433"/>
                  </a:lnTo>
                  <a:lnTo>
                    <a:pt x="1" y="3418"/>
                  </a:lnTo>
                  <a:lnTo>
                    <a:pt x="2411" y="7607"/>
                  </a:lnTo>
                  <a:lnTo>
                    <a:pt x="12776" y="1832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31631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">
            <a:extLst>
              <a:ext uri="{FF2B5EF4-FFF2-40B4-BE49-F238E27FC236}">
                <a16:creationId xmlns:a16="http://schemas.microsoft.com/office/drawing/2014/main" id="{F6165735-06C3-42E5-A0D6-4384529BB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00" y="1110745"/>
            <a:ext cx="8348600" cy="2922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Google Shape;327;p30">
            <a:extLst>
              <a:ext uri="{FF2B5EF4-FFF2-40B4-BE49-F238E27FC236}">
                <a16:creationId xmlns:a16="http://schemas.microsoft.com/office/drawing/2014/main" id="{D4F2DE70-AEE0-4CE7-912A-EC2EBA840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500" y="347464"/>
            <a:ext cx="475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JADWAL PENELITIAN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8849FC-236D-48DE-ACFB-19FB436B1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825" y="-19050"/>
            <a:ext cx="1007899" cy="110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92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1846;p49">
            <a:extLst>
              <a:ext uri="{FF2B5EF4-FFF2-40B4-BE49-F238E27FC236}">
                <a16:creationId xmlns:a16="http://schemas.microsoft.com/office/drawing/2014/main" id="{1B558A57-509B-4262-B27A-827647838E30}"/>
              </a:ext>
            </a:extLst>
          </p:cNvPr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2"/>
          <p:cNvSpPr txBox="1">
            <a:spLocks noGrp="1"/>
          </p:cNvSpPr>
          <p:nvPr>
            <p:ph type="title"/>
          </p:nvPr>
        </p:nvSpPr>
        <p:spPr>
          <a:xfrm>
            <a:off x="1332568" y="1972200"/>
            <a:ext cx="3817500" cy="11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324788"/>
                </a:solidFill>
              </a:rPr>
              <a:t>JAZAKUMULLAH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800" dirty="0">
                <a:solidFill>
                  <a:schemeClr val="bg1"/>
                </a:solidFill>
              </a:rPr>
              <a:t>KHAIRAN KATSIRAN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6971274" y="2712786"/>
            <a:ext cx="2642893" cy="1610652"/>
          </a:xfrm>
          <a:custGeom>
            <a:avLst/>
            <a:gdLst/>
            <a:ahLst/>
            <a:cxnLst/>
            <a:rect l="l" t="t" r="r" b="b"/>
            <a:pathLst>
              <a:path w="162290" h="98904" extrusionOk="0">
                <a:moveTo>
                  <a:pt x="162290" y="0"/>
                </a:moveTo>
                <a:lnTo>
                  <a:pt x="1" y="93697"/>
                </a:lnTo>
                <a:lnTo>
                  <a:pt x="1" y="98903"/>
                </a:lnTo>
                <a:lnTo>
                  <a:pt x="162290" y="5217"/>
                </a:lnTo>
                <a:lnTo>
                  <a:pt x="162290" y="0"/>
                </a:lnTo>
                <a:close/>
              </a:path>
            </a:pathLst>
          </a:custGeom>
          <a:solidFill>
            <a:srgbClr val="C3D4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2"/>
          <p:cNvSpPr/>
          <p:nvPr/>
        </p:nvSpPr>
        <p:spPr>
          <a:xfrm>
            <a:off x="5007791" y="2658492"/>
            <a:ext cx="4667200" cy="1589074"/>
          </a:xfrm>
          <a:custGeom>
            <a:avLst/>
            <a:gdLst/>
            <a:ahLst/>
            <a:cxnLst/>
            <a:rect l="l" t="t" r="r" b="b"/>
            <a:pathLst>
              <a:path w="286595" h="97579" extrusionOk="0">
                <a:moveTo>
                  <a:pt x="282866" y="1"/>
                </a:moveTo>
                <a:lnTo>
                  <a:pt x="272101" y="1000"/>
                </a:lnTo>
                <a:lnTo>
                  <a:pt x="23749" y="24106"/>
                </a:lnTo>
                <a:lnTo>
                  <a:pt x="21773" y="24306"/>
                </a:lnTo>
                <a:lnTo>
                  <a:pt x="11142" y="25281"/>
                </a:lnTo>
                <a:lnTo>
                  <a:pt x="3639" y="25992"/>
                </a:lnTo>
                <a:lnTo>
                  <a:pt x="3351" y="26013"/>
                </a:lnTo>
                <a:cubicBezTo>
                  <a:pt x="3351" y="26013"/>
                  <a:pt x="2774" y="26370"/>
                  <a:pt x="1953" y="26879"/>
                </a:cubicBezTo>
                <a:cubicBezTo>
                  <a:pt x="1708" y="27036"/>
                  <a:pt x="1466" y="27190"/>
                  <a:pt x="1199" y="27368"/>
                </a:cubicBezTo>
                <a:cubicBezTo>
                  <a:pt x="1" y="28101"/>
                  <a:pt x="755" y="29720"/>
                  <a:pt x="2885" y="30942"/>
                </a:cubicBezTo>
                <a:lnTo>
                  <a:pt x="4571" y="31918"/>
                </a:lnTo>
                <a:lnTo>
                  <a:pt x="8901" y="34405"/>
                </a:lnTo>
                <a:lnTo>
                  <a:pt x="17669" y="39465"/>
                </a:lnTo>
                <a:lnTo>
                  <a:pt x="20332" y="41018"/>
                </a:lnTo>
                <a:lnTo>
                  <a:pt x="116730" y="96663"/>
                </a:lnTo>
                <a:cubicBezTo>
                  <a:pt x="117795" y="97273"/>
                  <a:pt x="119187" y="97578"/>
                  <a:pt x="120577" y="97578"/>
                </a:cubicBezTo>
                <a:cubicBezTo>
                  <a:pt x="121967" y="97578"/>
                  <a:pt x="123354" y="97273"/>
                  <a:pt x="124409" y="96663"/>
                </a:cubicBezTo>
                <a:lnTo>
                  <a:pt x="283820" y="4640"/>
                </a:lnTo>
                <a:cubicBezTo>
                  <a:pt x="285951" y="3418"/>
                  <a:pt x="286595" y="1865"/>
                  <a:pt x="285263" y="1199"/>
                </a:cubicBezTo>
                <a:lnTo>
                  <a:pt x="282866" y="1"/>
                </a:lnTo>
                <a:close/>
              </a:path>
            </a:pathLst>
          </a:custGeom>
          <a:solidFill>
            <a:srgbClr val="FF66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2"/>
          <p:cNvSpPr/>
          <p:nvPr/>
        </p:nvSpPr>
        <p:spPr>
          <a:xfrm>
            <a:off x="5062541" y="1471414"/>
            <a:ext cx="4551625" cy="2627910"/>
          </a:xfrm>
          <a:custGeom>
            <a:avLst/>
            <a:gdLst/>
            <a:ahLst/>
            <a:cxnLst/>
            <a:rect l="l" t="t" r="r" b="b"/>
            <a:pathLst>
              <a:path w="279498" h="161370" extrusionOk="0">
                <a:moveTo>
                  <a:pt x="162289" y="0"/>
                </a:moveTo>
                <a:lnTo>
                  <a:pt x="0" y="93699"/>
                </a:lnTo>
                <a:lnTo>
                  <a:pt x="117209" y="161370"/>
                </a:lnTo>
                <a:lnTo>
                  <a:pt x="279498" y="67671"/>
                </a:lnTo>
                <a:lnTo>
                  <a:pt x="162289" y="0"/>
                </a:lnTo>
                <a:close/>
              </a:path>
            </a:pathLst>
          </a:custGeom>
          <a:solidFill>
            <a:srgbClr val="F5FB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2"/>
          <p:cNvSpPr/>
          <p:nvPr/>
        </p:nvSpPr>
        <p:spPr>
          <a:xfrm>
            <a:off x="6971274" y="2573436"/>
            <a:ext cx="2642893" cy="1610652"/>
          </a:xfrm>
          <a:custGeom>
            <a:avLst/>
            <a:gdLst/>
            <a:ahLst/>
            <a:cxnLst/>
            <a:rect l="l" t="t" r="r" b="b"/>
            <a:pathLst>
              <a:path w="162290" h="98904" extrusionOk="0">
                <a:moveTo>
                  <a:pt x="162290" y="0"/>
                </a:moveTo>
                <a:lnTo>
                  <a:pt x="1" y="93699"/>
                </a:lnTo>
                <a:lnTo>
                  <a:pt x="1" y="98903"/>
                </a:lnTo>
                <a:lnTo>
                  <a:pt x="162290" y="5220"/>
                </a:lnTo>
                <a:lnTo>
                  <a:pt x="162290" y="0"/>
                </a:lnTo>
                <a:close/>
              </a:path>
            </a:pathLst>
          </a:custGeom>
          <a:solidFill>
            <a:srgbClr val="C3D4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2"/>
          <p:cNvSpPr/>
          <p:nvPr/>
        </p:nvSpPr>
        <p:spPr>
          <a:xfrm>
            <a:off x="5545049" y="1919577"/>
            <a:ext cx="3439816" cy="1986395"/>
          </a:xfrm>
          <a:custGeom>
            <a:avLst/>
            <a:gdLst/>
            <a:ahLst/>
            <a:cxnLst/>
            <a:rect l="l" t="t" r="r" b="b"/>
            <a:pathLst>
              <a:path w="211226" h="121977" fill="none" extrusionOk="0">
                <a:moveTo>
                  <a:pt x="117879" y="1839"/>
                </a:moveTo>
                <a:lnTo>
                  <a:pt x="3185" y="68056"/>
                </a:lnTo>
                <a:cubicBezTo>
                  <a:pt x="0" y="69894"/>
                  <a:pt x="0" y="72878"/>
                  <a:pt x="3185" y="74718"/>
                </a:cubicBezTo>
                <a:lnTo>
                  <a:pt x="81768" y="120136"/>
                </a:lnTo>
                <a:cubicBezTo>
                  <a:pt x="84951" y="121977"/>
                  <a:pt x="90114" y="121977"/>
                  <a:pt x="93299" y="120138"/>
                </a:cubicBezTo>
                <a:lnTo>
                  <a:pt x="208040" y="53893"/>
                </a:lnTo>
                <a:cubicBezTo>
                  <a:pt x="211225" y="52055"/>
                  <a:pt x="211225" y="49073"/>
                  <a:pt x="208040" y="47235"/>
                </a:cubicBezTo>
                <a:lnTo>
                  <a:pt x="129413" y="1839"/>
                </a:lnTo>
                <a:cubicBezTo>
                  <a:pt x="126228" y="0"/>
                  <a:pt x="121064" y="0"/>
                  <a:pt x="117879" y="1839"/>
                </a:cubicBezTo>
                <a:close/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2"/>
          <p:cNvSpPr/>
          <p:nvPr/>
        </p:nvSpPr>
        <p:spPr>
          <a:xfrm>
            <a:off x="7411815" y="1980043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0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7264974" y="2064839"/>
            <a:ext cx="1468256" cy="847716"/>
          </a:xfrm>
          <a:custGeom>
            <a:avLst/>
            <a:gdLst/>
            <a:ahLst/>
            <a:cxnLst/>
            <a:rect l="l" t="t" r="r" b="b"/>
            <a:pathLst>
              <a:path w="90160" h="52055" fill="none" extrusionOk="0">
                <a:moveTo>
                  <a:pt x="1" y="0"/>
                </a:moveTo>
                <a:lnTo>
                  <a:pt x="90160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"/>
          <p:cNvSpPr/>
          <p:nvPr/>
        </p:nvSpPr>
        <p:spPr>
          <a:xfrm>
            <a:off x="7118115" y="2149619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2"/>
          <p:cNvSpPr/>
          <p:nvPr/>
        </p:nvSpPr>
        <p:spPr>
          <a:xfrm>
            <a:off x="6971241" y="2234431"/>
            <a:ext cx="1468288" cy="847699"/>
          </a:xfrm>
          <a:custGeom>
            <a:avLst/>
            <a:gdLst/>
            <a:ahLst/>
            <a:cxnLst/>
            <a:rect l="l" t="t" r="r" b="b"/>
            <a:pathLst>
              <a:path w="90162" h="52054" fill="none" extrusionOk="0">
                <a:moveTo>
                  <a:pt x="1" y="1"/>
                </a:moveTo>
                <a:lnTo>
                  <a:pt x="90162" y="52053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2"/>
          <p:cNvSpPr/>
          <p:nvPr/>
        </p:nvSpPr>
        <p:spPr>
          <a:xfrm>
            <a:off x="6824415" y="2319227"/>
            <a:ext cx="1468239" cy="847716"/>
          </a:xfrm>
          <a:custGeom>
            <a:avLst/>
            <a:gdLst/>
            <a:ahLst/>
            <a:cxnLst/>
            <a:rect l="l" t="t" r="r" b="b"/>
            <a:pathLst>
              <a:path w="90159" h="52055" fill="none" extrusionOk="0">
                <a:moveTo>
                  <a:pt x="0" y="0"/>
                </a:moveTo>
                <a:lnTo>
                  <a:pt x="90159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2"/>
          <p:cNvSpPr/>
          <p:nvPr/>
        </p:nvSpPr>
        <p:spPr>
          <a:xfrm>
            <a:off x="6677541" y="2404007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2"/>
          <p:cNvSpPr/>
          <p:nvPr/>
        </p:nvSpPr>
        <p:spPr>
          <a:xfrm>
            <a:off x="6530667" y="2488786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1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2"/>
          <p:cNvSpPr/>
          <p:nvPr/>
        </p:nvSpPr>
        <p:spPr>
          <a:xfrm>
            <a:off x="6383841" y="2573582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2"/>
          <p:cNvSpPr/>
          <p:nvPr/>
        </p:nvSpPr>
        <p:spPr>
          <a:xfrm>
            <a:off x="6236967" y="2658362"/>
            <a:ext cx="1468288" cy="847716"/>
          </a:xfrm>
          <a:custGeom>
            <a:avLst/>
            <a:gdLst/>
            <a:ahLst/>
            <a:cxnLst/>
            <a:rect l="l" t="t" r="r" b="b"/>
            <a:pathLst>
              <a:path w="90162" h="52055" fill="none" extrusionOk="0">
                <a:moveTo>
                  <a:pt x="0" y="0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6090092" y="2743142"/>
            <a:ext cx="1468288" cy="847732"/>
          </a:xfrm>
          <a:custGeom>
            <a:avLst/>
            <a:gdLst/>
            <a:ahLst/>
            <a:cxnLst/>
            <a:rect l="l" t="t" r="r" b="b"/>
            <a:pathLst>
              <a:path w="90162" h="52056" fill="none" extrusionOk="0">
                <a:moveTo>
                  <a:pt x="1" y="1"/>
                </a:moveTo>
                <a:lnTo>
                  <a:pt x="90162" y="52055"/>
                </a:lnTo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2"/>
          <p:cNvSpPr/>
          <p:nvPr/>
        </p:nvSpPr>
        <p:spPr>
          <a:xfrm>
            <a:off x="7738639" y="1744757"/>
            <a:ext cx="1548150" cy="894730"/>
          </a:xfrm>
          <a:custGeom>
            <a:avLst/>
            <a:gdLst/>
            <a:ahLst/>
            <a:cxnLst/>
            <a:rect l="l" t="t" r="r" b="b"/>
            <a:pathLst>
              <a:path w="95066" h="54942" fill="none" extrusionOk="0">
                <a:moveTo>
                  <a:pt x="2486" y="1442"/>
                </a:moveTo>
                <a:cubicBezTo>
                  <a:pt x="4973" y="0"/>
                  <a:pt x="9142" y="76"/>
                  <a:pt x="11796" y="1607"/>
                </a:cubicBezTo>
                <a:lnTo>
                  <a:pt x="92333" y="48120"/>
                </a:lnTo>
                <a:cubicBezTo>
                  <a:pt x="94988" y="49654"/>
                  <a:pt x="95065" y="52063"/>
                  <a:pt x="92505" y="53502"/>
                </a:cubicBezTo>
                <a:cubicBezTo>
                  <a:pt x="89945" y="54942"/>
                  <a:pt x="85720" y="54864"/>
                  <a:pt x="83070" y="53329"/>
                </a:cubicBezTo>
                <a:lnTo>
                  <a:pt x="2784" y="6833"/>
                </a:lnTo>
                <a:cubicBezTo>
                  <a:pt x="132" y="5295"/>
                  <a:pt x="1" y="2883"/>
                  <a:pt x="2486" y="1442"/>
                </a:cubicBezTo>
                <a:close/>
              </a:path>
            </a:pathLst>
          </a:custGeom>
          <a:noFill/>
          <a:ln w="700" cap="flat" cmpd="sng">
            <a:solidFill>
              <a:srgbClr val="AACAF9"/>
            </a:solidFill>
            <a:prstDash val="solid"/>
            <a:miter lim="21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682EAAE-2029-4892-9416-0889BCEF9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llege Newsletter by Slidesgo">
  <a:themeElements>
    <a:clrScheme name="Simple Light">
      <a:dk1>
        <a:srgbClr val="324788"/>
      </a:dk1>
      <a:lt1>
        <a:srgbClr val="F5FBFB"/>
      </a:lt1>
      <a:dk2>
        <a:srgbClr val="595959"/>
      </a:dk2>
      <a:lt2>
        <a:srgbClr val="E2ECFF"/>
      </a:lt2>
      <a:accent1>
        <a:srgbClr val="FF66A7"/>
      </a:accent1>
      <a:accent2>
        <a:srgbClr val="90C4FE"/>
      </a:accent2>
      <a:accent3>
        <a:srgbClr val="706EDC"/>
      </a:accent3>
      <a:accent4>
        <a:srgbClr val="FFDB4C"/>
      </a:accent4>
      <a:accent5>
        <a:srgbClr val="FF66A7"/>
      </a:accent5>
      <a:accent6>
        <a:srgbClr val="90C4FE"/>
      </a:accent6>
      <a:hlink>
        <a:srgbClr val="32478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522</Words>
  <Application>Microsoft Office PowerPoint</Application>
  <PresentationFormat>On-screen Show (16:9)</PresentationFormat>
  <Paragraphs>128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Fira Sans Extra Condensed Medium</vt:lpstr>
      <vt:lpstr>Raleway Light</vt:lpstr>
      <vt:lpstr>Dosis ExtraLight</vt:lpstr>
      <vt:lpstr>Raleway</vt:lpstr>
      <vt:lpstr>Arial</vt:lpstr>
      <vt:lpstr>Nunito Light</vt:lpstr>
      <vt:lpstr>College Newsletter by Slidesgo</vt:lpstr>
      <vt:lpstr>RANCANG BANGUN APLIKASI LINK-MATCH KAMPUS STT-NF MODUL DOSEN BERBASIS MOBILE MENGGUNAKAN FLUTTER</vt:lpstr>
      <vt:lpstr>TABLE OF CONTENTS</vt:lpstr>
      <vt:lpstr>TABLE OF CONTENTS</vt:lpstr>
      <vt:lpstr>LATAR BELAKANG</vt:lpstr>
      <vt:lpstr>LATAR BELAKANG</vt:lpstr>
      <vt:lpstr>LATAR BELAKANG</vt:lpstr>
      <vt:lpstr>IDENTIFIKASI MASALAH</vt:lpstr>
      <vt:lpstr>03</vt:lpstr>
      <vt:lpstr>TUJUAN PENELITIAN</vt:lpstr>
      <vt:lpstr>TUJUAN PENELITIAN</vt:lpstr>
      <vt:lpstr>BATASAN PENELITIAN</vt:lpstr>
      <vt:lpstr>BATASAN PENELITIAN</vt:lpstr>
      <vt:lpstr>PENELITIAN TERKAIT</vt:lpstr>
      <vt:lpstr>PENELITIAN TERKAIT</vt:lpstr>
      <vt:lpstr>PowerPoint Presentation</vt:lpstr>
      <vt:lpstr>ALAT DAN BAHAN</vt:lpstr>
      <vt:lpstr>PowerPoint Presentation</vt:lpstr>
      <vt:lpstr>TAHAPAN PENELITIAN</vt:lpstr>
      <vt:lpstr>TAHAPAN PENELITIAN</vt:lpstr>
      <vt:lpstr>JADWAL PENELITIAN</vt:lpstr>
      <vt:lpstr>JADWAL PENELITIAN</vt:lpstr>
      <vt:lpstr>JAZAKUMULLAH KHAIRAN KATSIRAN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NEWSLETTER</dc:title>
  <dc:creator>Ardith Lutfiawan</dc:creator>
  <cp:lastModifiedBy>Ardith Lutfiawan</cp:lastModifiedBy>
  <cp:revision>40</cp:revision>
  <dcterms:modified xsi:type="dcterms:W3CDTF">2020-07-20T13:03:24Z</dcterms:modified>
</cp:coreProperties>
</file>