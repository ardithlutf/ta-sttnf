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 bookmarkIdSeed="3">
  <p:sldMasterIdLst>
    <p:sldMasterId id="2147483673" r:id="rId1"/>
  </p:sldMasterIdLst>
  <p:notesMasterIdLst>
    <p:notesMasterId r:id="rId44"/>
  </p:notesMasterIdLst>
  <p:sldIdLst>
    <p:sldId id="256" r:id="rId2"/>
    <p:sldId id="342" r:id="rId3"/>
    <p:sldId id="276" r:id="rId4"/>
    <p:sldId id="259" r:id="rId5"/>
    <p:sldId id="273" r:id="rId6"/>
    <p:sldId id="277" r:id="rId7"/>
    <p:sldId id="355" r:id="rId8"/>
    <p:sldId id="309" r:id="rId9"/>
    <p:sldId id="275" r:id="rId10"/>
    <p:sldId id="343" r:id="rId11"/>
    <p:sldId id="264" r:id="rId12"/>
    <p:sldId id="261" r:id="rId13"/>
    <p:sldId id="344" r:id="rId14"/>
    <p:sldId id="268" r:id="rId15"/>
    <p:sldId id="323" r:id="rId16"/>
    <p:sldId id="324" r:id="rId17"/>
    <p:sldId id="325" r:id="rId18"/>
    <p:sldId id="326" r:id="rId19"/>
    <p:sldId id="327" r:id="rId20"/>
    <p:sldId id="328" r:id="rId21"/>
    <p:sldId id="329" r:id="rId22"/>
    <p:sldId id="345" r:id="rId23"/>
    <p:sldId id="320" r:id="rId24"/>
    <p:sldId id="321" r:id="rId25"/>
    <p:sldId id="322" r:id="rId26"/>
    <p:sldId id="330" r:id="rId27"/>
    <p:sldId id="347" r:id="rId28"/>
    <p:sldId id="348" r:id="rId29"/>
    <p:sldId id="350" r:id="rId30"/>
    <p:sldId id="351" r:id="rId31"/>
    <p:sldId id="304" r:id="rId32"/>
    <p:sldId id="346" r:id="rId33"/>
    <p:sldId id="334" r:id="rId34"/>
    <p:sldId id="319" r:id="rId35"/>
    <p:sldId id="341" r:id="rId36"/>
    <p:sldId id="332" r:id="rId37"/>
    <p:sldId id="354" r:id="rId38"/>
    <p:sldId id="305" r:id="rId39"/>
    <p:sldId id="308" r:id="rId40"/>
    <p:sldId id="352" r:id="rId41"/>
    <p:sldId id="353" r:id="rId42"/>
    <p:sldId id="260" r:id="rId43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45"/>
      <p:bold r:id="rId46"/>
      <p:italic r:id="rId47"/>
      <p:boldItalic r:id="rId48"/>
    </p:embeddedFont>
    <p:embeddedFont>
      <p:font typeface="Dosis ExtraLight" panose="020B0604020202020204" charset="0"/>
      <p:regular r:id="rId49"/>
      <p:bold r:id="rId50"/>
    </p:embeddedFont>
    <p:embeddedFont>
      <p:font typeface="Fira Sans Extra Condensed Medium" panose="020B0604020202020204" charset="0"/>
      <p:regular r:id="rId51"/>
      <p:bold r:id="rId52"/>
      <p:italic r:id="rId53"/>
      <p:boldItalic r:id="rId54"/>
    </p:embeddedFont>
    <p:embeddedFont>
      <p:font typeface="Raleway" panose="020B0604020202020204" charset="0"/>
      <p:regular r:id="rId55"/>
      <p:bold r:id="rId56"/>
      <p:italic r:id="rId57"/>
      <p:boldItalic r:id="rId58"/>
    </p:embeddedFont>
    <p:embeddedFont>
      <p:font typeface="Raleway Light" panose="020B0604020202020204" charset="0"/>
      <p:regular r:id="rId59"/>
      <p:bold r:id="rId60"/>
      <p:italic r:id="rId61"/>
      <p:boldItalic r:id="rId6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rdith Lutfiawan" initials="AL" lastIdx="5" clrIdx="0">
    <p:extLst>
      <p:ext uri="{19B8F6BF-5375-455C-9EA6-DF929625EA0E}">
        <p15:presenceInfo xmlns:p15="http://schemas.microsoft.com/office/powerpoint/2012/main" userId="99a3f8ba1ec3b77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4788"/>
    <a:srgbClr val="96C7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6159BD3-344E-4E92-B66B-2CB23C39393A}">
  <a:tblStyle styleId="{06159BD3-344E-4E92-B66B-2CB23C39393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3" autoAdjust="0"/>
    <p:restoredTop sz="94669" autoAdjust="0"/>
  </p:normalViewPr>
  <p:slideViewPr>
    <p:cSldViewPr snapToGrid="0">
      <p:cViewPr varScale="1">
        <p:scale>
          <a:sx n="115" d="100"/>
          <a:sy n="115" d="100"/>
        </p:scale>
        <p:origin x="40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3.fntdata"/><Relationship Id="rId50" Type="http://schemas.openxmlformats.org/officeDocument/2006/relationships/font" Target="fonts/font6.fntdata"/><Relationship Id="rId55" Type="http://schemas.openxmlformats.org/officeDocument/2006/relationships/font" Target="fonts/font11.fntdata"/><Relationship Id="rId63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1.fntdata"/><Relationship Id="rId53" Type="http://schemas.openxmlformats.org/officeDocument/2006/relationships/font" Target="fonts/font9.fntdata"/><Relationship Id="rId58" Type="http://schemas.openxmlformats.org/officeDocument/2006/relationships/font" Target="fonts/font14.fntdata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font" Target="fonts/font17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4.fntdata"/><Relationship Id="rId56" Type="http://schemas.openxmlformats.org/officeDocument/2006/relationships/font" Target="fonts/font12.fntdata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2.fntdata"/><Relationship Id="rId59" Type="http://schemas.openxmlformats.org/officeDocument/2006/relationships/font" Target="fonts/font15.fntdata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0.fntdata"/><Relationship Id="rId62" Type="http://schemas.openxmlformats.org/officeDocument/2006/relationships/font" Target="fonts/font1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5.fntdata"/><Relationship Id="rId57" Type="http://schemas.openxmlformats.org/officeDocument/2006/relationships/font" Target="fonts/font13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52" Type="http://schemas.openxmlformats.org/officeDocument/2006/relationships/font" Target="fonts/font8.fntdata"/><Relationship Id="rId60" Type="http://schemas.openxmlformats.org/officeDocument/2006/relationships/font" Target="fonts/font16.fntdata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63da1a438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63da1a438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" name="Google Shape;1748;g63e8071f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9" name="Google Shape;1749;g63e8071f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08945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2" name="Google Shape;1772;g6320de4b7d_0_3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3" name="Google Shape;1773;g6320de4b7d_0_3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6320de4b7d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6320de4b7d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g6320de4b7d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2" name="Google Shape;1412;g6320de4b7d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" name="Google Shape;1843;g63e8071fd6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4" name="Google Shape;1844;g63e8071fd6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2" name="Google Shape;1772;g6320de4b7d_0_3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3" name="Google Shape;1773;g6320de4b7d_0_3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32515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6320de4b7d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9" name="Google Shape;939;g6320de4b7d_0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82577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" name="Google Shape;1748;g63e8071f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9" name="Google Shape;1749;g63e8071f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6320de4b7d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6320de4b7d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31974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63da1a4385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1" name="Google Shape;731;g63da1a4385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6320de4b7d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6320de4b7d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6320de4b7d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6320de4b7d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61177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g63e8071fd6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2" name="Google Shape;1002;g63e8071fd6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6320de4b7d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6320de4b7d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656570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6320de4b7d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6320de4b7d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11081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6320de4b7d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6320de4b7d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00062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6320de4b7d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6320de4b7d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55173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6320de4b7d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6320de4b7d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04816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6320de4b7d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6320de4b7d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791748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6320de4b7d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6320de4b7d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397088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" name="Google Shape;1843;g63e8071fd6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4" name="Google Shape;1844;g63e8071fd6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5538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6320de4b7d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6320de4b7d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555668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6320de4b7d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6320de4b7d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419777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6320de4b7d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6320de4b7d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772222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6320de4b7d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6320de4b7d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941952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6320de4b7d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6320de4b7d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985420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6320de4b7d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6320de4b7d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258870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6320de4b7d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6320de4b7d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743237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6320de4b7d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6320de4b7d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828764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" name="Google Shape;1843;g63e8071fd6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4" name="Google Shape;1844;g63e8071fd6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755628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6320de4b7d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6320de4b7d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546060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6320de4b7d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6320de4b7d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695342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6320de4b7d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6320de4b7d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447405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6320de4b7d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6320de4b7d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934196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6320de4b7d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6320de4b7d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498752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6320de4b7d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6320de4b7d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616304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63da1a4385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1" name="Google Shape;731;g63da1a4385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089611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" name="Google Shape;1843;g63e8071fd6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4" name="Google Shape;1844;g63e8071fd6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6320de4b7d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6320de4b7d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225759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6320de4b7d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6320de4b7d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9670909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6320de4b7d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6320de4b7d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41688" y="214825"/>
            <a:ext cx="40671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48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265900" y="2148250"/>
            <a:ext cx="2418600" cy="47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3308350" y="2031176"/>
            <a:ext cx="4182900" cy="45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4931350" y="2450851"/>
            <a:ext cx="25599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5250550" y="793375"/>
            <a:ext cx="22407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None/>
              <a:defRPr sz="9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616650" y="1602561"/>
            <a:ext cx="3359400" cy="290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1pPr>
            <a:lvl2pPr marL="914400" lvl="1" indent="-330200"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2pPr>
            <a:lvl3pPr marL="1371600" lvl="2" indent="-323850"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■"/>
              <a:defRPr/>
            </a:lvl3pPr>
            <a:lvl4pPr marL="1828800" lvl="3" indent="-323850"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●"/>
              <a:defRPr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11150"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●"/>
              <a:defRPr/>
            </a:lvl7pPr>
            <a:lvl8pPr marL="3657600" lvl="7" indent="-311150"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○"/>
              <a:defRPr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602950" y="344150"/>
            <a:ext cx="3817500" cy="84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title"/>
          </p:nvPr>
        </p:nvSpPr>
        <p:spPr>
          <a:xfrm>
            <a:off x="3471971" y="344146"/>
            <a:ext cx="5056500" cy="84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1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ctrTitle"/>
          </p:nvPr>
        </p:nvSpPr>
        <p:spPr>
          <a:xfrm flipH="1">
            <a:off x="6465599" y="2949353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ubTitle" idx="1"/>
          </p:nvPr>
        </p:nvSpPr>
        <p:spPr>
          <a:xfrm flipH="1">
            <a:off x="5965199" y="3552496"/>
            <a:ext cx="2561400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ctrTitle" idx="2"/>
          </p:nvPr>
        </p:nvSpPr>
        <p:spPr>
          <a:xfrm flipH="1">
            <a:off x="3791699" y="2949353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subTitle" idx="3"/>
          </p:nvPr>
        </p:nvSpPr>
        <p:spPr>
          <a:xfrm flipH="1">
            <a:off x="3291299" y="3552496"/>
            <a:ext cx="2561400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ctrTitle" idx="4"/>
          </p:nvPr>
        </p:nvSpPr>
        <p:spPr>
          <a:xfrm flipH="1">
            <a:off x="1117799" y="2949353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subTitle" idx="5"/>
          </p:nvPr>
        </p:nvSpPr>
        <p:spPr>
          <a:xfrm flipH="1">
            <a:off x="617399" y="3552496"/>
            <a:ext cx="2561400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title" idx="6"/>
          </p:nvPr>
        </p:nvSpPr>
        <p:spPr>
          <a:xfrm>
            <a:off x="4966150" y="344150"/>
            <a:ext cx="3562200" cy="84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">
  <p:cSld name="CUSTOM_2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>
            <a:spLocks noGrp="1"/>
          </p:cNvSpPr>
          <p:nvPr>
            <p:ph type="ctrTitle"/>
          </p:nvPr>
        </p:nvSpPr>
        <p:spPr>
          <a:xfrm flipH="1">
            <a:off x="4441165" y="2943052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subTitle" idx="1"/>
          </p:nvPr>
        </p:nvSpPr>
        <p:spPr>
          <a:xfrm flipH="1">
            <a:off x="3853177" y="3315572"/>
            <a:ext cx="2148600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ctrTitle" idx="2"/>
          </p:nvPr>
        </p:nvSpPr>
        <p:spPr>
          <a:xfrm flipH="1">
            <a:off x="6965177" y="2943052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subTitle" idx="3"/>
          </p:nvPr>
        </p:nvSpPr>
        <p:spPr>
          <a:xfrm flipH="1">
            <a:off x="6541577" y="3315572"/>
            <a:ext cx="1984200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ctrTitle" idx="4"/>
          </p:nvPr>
        </p:nvSpPr>
        <p:spPr>
          <a:xfrm flipH="1">
            <a:off x="6965177" y="1750201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subTitle" idx="5"/>
          </p:nvPr>
        </p:nvSpPr>
        <p:spPr>
          <a:xfrm flipH="1">
            <a:off x="6411377" y="2129507"/>
            <a:ext cx="2114400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88" name="Google Shape;88;p17"/>
          <p:cNvSpPr txBox="1">
            <a:spLocks noGrp="1"/>
          </p:cNvSpPr>
          <p:nvPr>
            <p:ph type="ctrTitle" idx="6"/>
          </p:nvPr>
        </p:nvSpPr>
        <p:spPr>
          <a:xfrm flipH="1">
            <a:off x="4441165" y="1750214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subTitle" idx="7"/>
          </p:nvPr>
        </p:nvSpPr>
        <p:spPr>
          <a:xfrm flipH="1">
            <a:off x="3975276" y="2129507"/>
            <a:ext cx="2026500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title" idx="8"/>
          </p:nvPr>
        </p:nvSpPr>
        <p:spPr>
          <a:xfrm>
            <a:off x="5367144" y="347869"/>
            <a:ext cx="316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 2">
  <p:cSld name="CUSTOM_6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>
            <a:spLocks noGrp="1"/>
          </p:cNvSpPr>
          <p:nvPr>
            <p:ph type="ctrTitle"/>
          </p:nvPr>
        </p:nvSpPr>
        <p:spPr>
          <a:xfrm flipH="1">
            <a:off x="1631950" y="2035939"/>
            <a:ext cx="4182900" cy="45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07" name="Google Shape;107;p19"/>
          <p:cNvSpPr txBox="1">
            <a:spLocks noGrp="1"/>
          </p:cNvSpPr>
          <p:nvPr>
            <p:ph type="subTitle" idx="1"/>
          </p:nvPr>
        </p:nvSpPr>
        <p:spPr>
          <a:xfrm flipH="1">
            <a:off x="1631950" y="2449119"/>
            <a:ext cx="25599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08" name="Google Shape;108;p19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1631950" y="793375"/>
            <a:ext cx="22407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None/>
              <a:defRPr sz="96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 3">
  <p:cSld name="CUSTOM_6_1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>
            <a:spLocks noGrp="1"/>
          </p:cNvSpPr>
          <p:nvPr>
            <p:ph type="ctrTitle"/>
          </p:nvPr>
        </p:nvSpPr>
        <p:spPr>
          <a:xfrm>
            <a:off x="3801000" y="2347819"/>
            <a:ext cx="3690300" cy="45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11" name="Google Shape;111;p20"/>
          <p:cNvSpPr txBox="1">
            <a:spLocks noGrp="1"/>
          </p:cNvSpPr>
          <p:nvPr>
            <p:ph type="subTitle" idx="1"/>
          </p:nvPr>
        </p:nvSpPr>
        <p:spPr>
          <a:xfrm>
            <a:off x="4931350" y="2767490"/>
            <a:ext cx="25599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title" idx="2" hasCustomPrompt="1"/>
          </p:nvPr>
        </p:nvSpPr>
        <p:spPr>
          <a:xfrm>
            <a:off x="5250550" y="3770263"/>
            <a:ext cx="22407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None/>
              <a:defRPr sz="9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 4">
  <p:cSld name="CUSTOM_6_1_1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>
            <a:spLocks noGrp="1"/>
          </p:cNvSpPr>
          <p:nvPr>
            <p:ph type="ctrTitle"/>
          </p:nvPr>
        </p:nvSpPr>
        <p:spPr>
          <a:xfrm flipH="1">
            <a:off x="1619069" y="2354314"/>
            <a:ext cx="3690300" cy="45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15" name="Google Shape;115;p21"/>
          <p:cNvSpPr txBox="1">
            <a:spLocks noGrp="1"/>
          </p:cNvSpPr>
          <p:nvPr>
            <p:ph type="subTitle" idx="1"/>
          </p:nvPr>
        </p:nvSpPr>
        <p:spPr>
          <a:xfrm flipH="1">
            <a:off x="1619119" y="2773985"/>
            <a:ext cx="25599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6" name="Google Shape;116;p21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1619119" y="3789746"/>
            <a:ext cx="22407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None/>
              <a:defRPr sz="96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 5">
  <p:cSld name="CUSTOM_6_1_1_1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>
            <a:spLocks noGrp="1"/>
          </p:cNvSpPr>
          <p:nvPr>
            <p:ph type="ctrTitle"/>
          </p:nvPr>
        </p:nvSpPr>
        <p:spPr>
          <a:xfrm flipH="1">
            <a:off x="2726844" y="1355377"/>
            <a:ext cx="3690300" cy="45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19" name="Google Shape;119;p22"/>
          <p:cNvSpPr txBox="1">
            <a:spLocks noGrp="1"/>
          </p:cNvSpPr>
          <p:nvPr>
            <p:ph type="subTitle" idx="1"/>
          </p:nvPr>
        </p:nvSpPr>
        <p:spPr>
          <a:xfrm flipH="1">
            <a:off x="3292044" y="3057930"/>
            <a:ext cx="25599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20" name="Google Shape;120;p22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3451644" y="2126971"/>
            <a:ext cx="22407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None/>
              <a:defRPr sz="9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Font typeface="Fira Sans Extra Condensed Medium"/>
              <a:buNone/>
              <a:defRPr sz="5500">
                <a:solidFill>
                  <a:schemeClr val="l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1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columns 3">
  <p:cSld name="Title and twocolumns 3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>
            <a:spLocks noGrp="1"/>
          </p:cNvSpPr>
          <p:nvPr>
            <p:ph type="ctrTitle"/>
          </p:nvPr>
        </p:nvSpPr>
        <p:spPr>
          <a:xfrm flipH="1">
            <a:off x="5758076" y="2953536"/>
            <a:ext cx="22500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subTitle" idx="1"/>
          </p:nvPr>
        </p:nvSpPr>
        <p:spPr>
          <a:xfrm flipH="1">
            <a:off x="1429413" y="2066667"/>
            <a:ext cx="1649700" cy="6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ctrTitle" idx="2"/>
          </p:nvPr>
        </p:nvSpPr>
        <p:spPr>
          <a:xfrm flipH="1">
            <a:off x="1151501" y="1604710"/>
            <a:ext cx="2205600" cy="62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subTitle" idx="3"/>
          </p:nvPr>
        </p:nvSpPr>
        <p:spPr>
          <a:xfrm flipH="1">
            <a:off x="6058223" y="3363893"/>
            <a:ext cx="1649700" cy="6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title" idx="4"/>
          </p:nvPr>
        </p:nvSpPr>
        <p:spPr>
          <a:xfrm>
            <a:off x="311700" y="38209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17879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400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400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400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400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400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400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400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400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400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 Light"/>
              <a:buChar char="●"/>
              <a:defRPr sz="18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 Light"/>
              <a:buChar char="○"/>
              <a:defRPr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lvl="2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Light"/>
              <a:buChar char="■"/>
              <a:defRPr sz="12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lvl="3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Light"/>
              <a:buChar char="●"/>
              <a:defRPr sz="12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lvl="4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Light"/>
              <a:buChar char="○"/>
              <a:defRPr sz="12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lvl="5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Light"/>
              <a:buChar char="■"/>
              <a:defRPr sz="12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6pPr>
            <a:lvl7pPr marL="3200400" lvl="6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Light"/>
              <a:buChar char="●"/>
              <a:defRPr sz="12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7pPr>
            <a:lvl8pPr marL="3657600" lvl="7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Light"/>
              <a:buChar char="○"/>
              <a:defRPr sz="12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8pPr>
            <a:lvl9pPr marL="4114800" lvl="8" indent="-30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Raleway Light"/>
              <a:buChar char="■"/>
              <a:defRPr sz="1200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3" r:id="rId4"/>
    <p:sldLayoutId id="2147483660" r:id="rId5"/>
    <p:sldLayoutId id="2147483663" r:id="rId6"/>
    <p:sldLayoutId id="2147483665" r:id="rId7"/>
    <p:sldLayoutId id="2147483666" r:id="rId8"/>
    <p:sldLayoutId id="2147483667" r:id="rId9"/>
    <p:sldLayoutId id="2147483668" r:id="rId10"/>
    <p:sldLayoutId id="2147483670" r:id="rId11"/>
    <p:sldLayoutId id="2147483671" r:id="rId12"/>
    <p:sldLayoutId id="2147483674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linkmatchsttnfapi.herokuapp.com/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8"/>
          <p:cNvSpPr/>
          <p:nvPr/>
        </p:nvSpPr>
        <p:spPr>
          <a:xfrm>
            <a:off x="111034" y="130813"/>
            <a:ext cx="4989381" cy="2919991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A02C9B8-28C0-4274-9E58-2391334FACA3}"/>
              </a:ext>
            </a:extLst>
          </p:cNvPr>
          <p:cNvGrpSpPr/>
          <p:nvPr/>
        </p:nvGrpSpPr>
        <p:grpSpPr>
          <a:xfrm>
            <a:off x="5202979" y="1290522"/>
            <a:ext cx="4032464" cy="2965162"/>
            <a:chOff x="4584500" y="824413"/>
            <a:chExt cx="5171100" cy="3802425"/>
          </a:xfrm>
        </p:grpSpPr>
        <p:sp>
          <p:nvSpPr>
            <p:cNvPr id="138" name="Google Shape;138;p28"/>
            <p:cNvSpPr/>
            <p:nvPr/>
          </p:nvSpPr>
          <p:spPr>
            <a:xfrm>
              <a:off x="6769600" y="2710063"/>
              <a:ext cx="1887500" cy="1083000"/>
            </a:xfrm>
            <a:custGeom>
              <a:avLst/>
              <a:gdLst/>
              <a:ahLst/>
              <a:cxnLst/>
              <a:rect l="l" t="t" r="r" b="b"/>
              <a:pathLst>
                <a:path w="75500" h="43320" extrusionOk="0">
                  <a:moveTo>
                    <a:pt x="15174" y="0"/>
                  </a:moveTo>
                  <a:cubicBezTo>
                    <a:pt x="14559" y="0"/>
                    <a:pt x="13944" y="136"/>
                    <a:pt x="13475" y="408"/>
                  </a:cubicBezTo>
                  <a:lnTo>
                    <a:pt x="937" y="7645"/>
                  </a:lnTo>
                  <a:cubicBezTo>
                    <a:pt x="0" y="8187"/>
                    <a:pt x="0" y="9066"/>
                    <a:pt x="937" y="9607"/>
                  </a:cubicBezTo>
                  <a:lnTo>
                    <a:pt x="58626" y="42912"/>
                  </a:lnTo>
                  <a:cubicBezTo>
                    <a:pt x="59095" y="43184"/>
                    <a:pt x="59710" y="43320"/>
                    <a:pt x="60326" y="43320"/>
                  </a:cubicBezTo>
                  <a:cubicBezTo>
                    <a:pt x="60940" y="43320"/>
                    <a:pt x="61554" y="43184"/>
                    <a:pt x="62023" y="42914"/>
                  </a:cubicBezTo>
                  <a:lnTo>
                    <a:pt x="74561" y="35674"/>
                  </a:lnTo>
                  <a:cubicBezTo>
                    <a:pt x="75500" y="35133"/>
                    <a:pt x="75500" y="34254"/>
                    <a:pt x="74561" y="33713"/>
                  </a:cubicBezTo>
                  <a:lnTo>
                    <a:pt x="16873" y="408"/>
                  </a:lnTo>
                  <a:cubicBezTo>
                    <a:pt x="16404" y="136"/>
                    <a:pt x="15789" y="0"/>
                    <a:pt x="15174" y="0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28"/>
            <p:cNvSpPr/>
            <p:nvPr/>
          </p:nvSpPr>
          <p:spPr>
            <a:xfrm>
              <a:off x="7234700" y="2441938"/>
              <a:ext cx="1887500" cy="1082975"/>
            </a:xfrm>
            <a:custGeom>
              <a:avLst/>
              <a:gdLst/>
              <a:ahLst/>
              <a:cxnLst/>
              <a:rect l="l" t="t" r="r" b="b"/>
              <a:pathLst>
                <a:path w="75500" h="43319" extrusionOk="0">
                  <a:moveTo>
                    <a:pt x="15174" y="0"/>
                  </a:moveTo>
                  <a:cubicBezTo>
                    <a:pt x="14560" y="0"/>
                    <a:pt x="13945" y="135"/>
                    <a:pt x="13475" y="406"/>
                  </a:cubicBezTo>
                  <a:lnTo>
                    <a:pt x="938" y="7646"/>
                  </a:lnTo>
                  <a:cubicBezTo>
                    <a:pt x="0" y="8187"/>
                    <a:pt x="0" y="9066"/>
                    <a:pt x="938" y="9607"/>
                  </a:cubicBezTo>
                  <a:lnTo>
                    <a:pt x="58627" y="42913"/>
                  </a:lnTo>
                  <a:cubicBezTo>
                    <a:pt x="59096" y="43183"/>
                    <a:pt x="59711" y="43319"/>
                    <a:pt x="60326" y="43319"/>
                  </a:cubicBezTo>
                  <a:cubicBezTo>
                    <a:pt x="60940" y="43319"/>
                    <a:pt x="61555" y="43183"/>
                    <a:pt x="62023" y="42913"/>
                  </a:cubicBezTo>
                  <a:lnTo>
                    <a:pt x="74563" y="35675"/>
                  </a:lnTo>
                  <a:cubicBezTo>
                    <a:pt x="75500" y="35132"/>
                    <a:pt x="75500" y="34255"/>
                    <a:pt x="74563" y="33713"/>
                  </a:cubicBezTo>
                  <a:lnTo>
                    <a:pt x="16874" y="406"/>
                  </a:lnTo>
                  <a:cubicBezTo>
                    <a:pt x="16404" y="135"/>
                    <a:pt x="15789" y="0"/>
                    <a:pt x="15174" y="0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28"/>
            <p:cNvSpPr/>
            <p:nvPr/>
          </p:nvSpPr>
          <p:spPr>
            <a:xfrm>
              <a:off x="4591125" y="2872988"/>
              <a:ext cx="3057325" cy="1753850"/>
            </a:xfrm>
            <a:custGeom>
              <a:avLst/>
              <a:gdLst/>
              <a:ahLst/>
              <a:cxnLst/>
              <a:rect l="l" t="t" r="r" b="b"/>
              <a:pathLst>
                <a:path w="122293" h="70154" extrusionOk="0">
                  <a:moveTo>
                    <a:pt x="65131" y="1"/>
                  </a:moveTo>
                  <a:cubicBezTo>
                    <a:pt x="64106" y="1"/>
                    <a:pt x="63081" y="226"/>
                    <a:pt x="62299" y="677"/>
                  </a:cubicBezTo>
                  <a:lnTo>
                    <a:pt x="1565" y="35744"/>
                  </a:lnTo>
                  <a:cubicBezTo>
                    <a:pt x="1" y="36644"/>
                    <a:pt x="1" y="38108"/>
                    <a:pt x="1565" y="39012"/>
                  </a:cubicBezTo>
                  <a:lnTo>
                    <a:pt x="54331" y="69477"/>
                  </a:lnTo>
                  <a:cubicBezTo>
                    <a:pt x="55113" y="69928"/>
                    <a:pt x="56138" y="70153"/>
                    <a:pt x="57163" y="70153"/>
                  </a:cubicBezTo>
                  <a:cubicBezTo>
                    <a:pt x="58187" y="70153"/>
                    <a:pt x="59212" y="69928"/>
                    <a:pt x="59994" y="69477"/>
                  </a:cubicBezTo>
                  <a:lnTo>
                    <a:pt x="120729" y="34410"/>
                  </a:lnTo>
                  <a:cubicBezTo>
                    <a:pt x="122292" y="33508"/>
                    <a:pt x="122292" y="32045"/>
                    <a:pt x="120729" y="31141"/>
                  </a:cubicBezTo>
                  <a:lnTo>
                    <a:pt x="67962" y="677"/>
                  </a:lnTo>
                  <a:cubicBezTo>
                    <a:pt x="67180" y="226"/>
                    <a:pt x="66155" y="1"/>
                    <a:pt x="65131" y="1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28"/>
            <p:cNvSpPr/>
            <p:nvPr/>
          </p:nvSpPr>
          <p:spPr>
            <a:xfrm>
              <a:off x="7627050" y="862613"/>
              <a:ext cx="200000" cy="307250"/>
            </a:xfrm>
            <a:custGeom>
              <a:avLst/>
              <a:gdLst/>
              <a:ahLst/>
              <a:cxnLst/>
              <a:rect l="l" t="t" r="r" b="b"/>
              <a:pathLst>
                <a:path w="8000" h="12290" extrusionOk="0">
                  <a:moveTo>
                    <a:pt x="7968" y="1"/>
                  </a:moveTo>
                  <a:lnTo>
                    <a:pt x="0" y="4600"/>
                  </a:lnTo>
                  <a:lnTo>
                    <a:pt x="2" y="7670"/>
                  </a:lnTo>
                  <a:lnTo>
                    <a:pt x="8000" y="12289"/>
                  </a:lnTo>
                  <a:lnTo>
                    <a:pt x="7968" y="1"/>
                  </a:lnTo>
                  <a:close/>
                </a:path>
              </a:pathLst>
            </a:custGeom>
            <a:solidFill>
              <a:srgbClr val="7C25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28"/>
            <p:cNvSpPr/>
            <p:nvPr/>
          </p:nvSpPr>
          <p:spPr>
            <a:xfrm>
              <a:off x="9029825" y="1542538"/>
              <a:ext cx="87325" cy="1754650"/>
            </a:xfrm>
            <a:custGeom>
              <a:avLst/>
              <a:gdLst/>
              <a:ahLst/>
              <a:cxnLst/>
              <a:rect l="l" t="t" r="r" b="b"/>
              <a:pathLst>
                <a:path w="3493" h="70186" extrusionOk="0">
                  <a:moveTo>
                    <a:pt x="2706" y="1"/>
                  </a:moveTo>
                  <a:lnTo>
                    <a:pt x="11" y="1556"/>
                  </a:lnTo>
                  <a:cubicBezTo>
                    <a:pt x="525" y="2445"/>
                    <a:pt x="836" y="3443"/>
                    <a:pt x="838" y="4348"/>
                  </a:cubicBezTo>
                  <a:cubicBezTo>
                    <a:pt x="838" y="4348"/>
                    <a:pt x="841" y="7217"/>
                    <a:pt x="834" y="7219"/>
                  </a:cubicBezTo>
                  <a:lnTo>
                    <a:pt x="831" y="68072"/>
                  </a:lnTo>
                  <a:cubicBezTo>
                    <a:pt x="831" y="68583"/>
                    <a:pt x="821" y="69711"/>
                    <a:pt x="1" y="70185"/>
                  </a:cubicBezTo>
                  <a:lnTo>
                    <a:pt x="2159" y="68939"/>
                  </a:lnTo>
                  <a:cubicBezTo>
                    <a:pt x="2893" y="68516"/>
                    <a:pt x="3488" y="67440"/>
                    <a:pt x="3488" y="66538"/>
                  </a:cubicBezTo>
                  <a:lnTo>
                    <a:pt x="3489" y="5686"/>
                  </a:lnTo>
                  <a:cubicBezTo>
                    <a:pt x="3489" y="5686"/>
                    <a:pt x="3493" y="5663"/>
                    <a:pt x="3493" y="5625"/>
                  </a:cubicBezTo>
                  <a:cubicBezTo>
                    <a:pt x="3489" y="5581"/>
                    <a:pt x="3486" y="5523"/>
                    <a:pt x="3488" y="5448"/>
                  </a:cubicBezTo>
                  <a:cubicBezTo>
                    <a:pt x="3489" y="5386"/>
                    <a:pt x="3491" y="5324"/>
                    <a:pt x="3489" y="5242"/>
                  </a:cubicBezTo>
                  <a:cubicBezTo>
                    <a:pt x="3493" y="5165"/>
                    <a:pt x="3489" y="5083"/>
                    <a:pt x="3493" y="4983"/>
                  </a:cubicBezTo>
                  <a:cubicBezTo>
                    <a:pt x="3489" y="4796"/>
                    <a:pt x="3491" y="4577"/>
                    <a:pt x="3488" y="4336"/>
                  </a:cubicBezTo>
                  <a:lnTo>
                    <a:pt x="3488" y="3814"/>
                  </a:lnTo>
                  <a:cubicBezTo>
                    <a:pt x="3488" y="3446"/>
                    <a:pt x="3489" y="3043"/>
                    <a:pt x="3488" y="2622"/>
                  </a:cubicBezTo>
                  <a:cubicBezTo>
                    <a:pt x="3486" y="1770"/>
                    <a:pt x="3192" y="829"/>
                    <a:pt x="2706" y="1"/>
                  </a:cubicBezTo>
                  <a:close/>
                </a:path>
              </a:pathLst>
            </a:custGeom>
            <a:solidFill>
              <a:srgbClr val="BF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28"/>
            <p:cNvSpPr/>
            <p:nvPr/>
          </p:nvSpPr>
          <p:spPr>
            <a:xfrm>
              <a:off x="7826100" y="886663"/>
              <a:ext cx="1224725" cy="2415250"/>
            </a:xfrm>
            <a:custGeom>
              <a:avLst/>
              <a:gdLst/>
              <a:ahLst/>
              <a:cxnLst/>
              <a:rect l="l" t="t" r="r" b="b"/>
              <a:pathLst>
                <a:path w="48989" h="96610" extrusionOk="0">
                  <a:moveTo>
                    <a:pt x="1036" y="1"/>
                  </a:moveTo>
                  <a:cubicBezTo>
                    <a:pt x="1026" y="1"/>
                    <a:pt x="1015" y="1"/>
                    <a:pt x="1005" y="1"/>
                  </a:cubicBezTo>
                  <a:cubicBezTo>
                    <a:pt x="903" y="3"/>
                    <a:pt x="801" y="8"/>
                    <a:pt x="699" y="20"/>
                  </a:cubicBezTo>
                  <a:cubicBezTo>
                    <a:pt x="599" y="28"/>
                    <a:pt x="501" y="45"/>
                    <a:pt x="404" y="70"/>
                  </a:cubicBezTo>
                  <a:cubicBezTo>
                    <a:pt x="320" y="90"/>
                    <a:pt x="238" y="113"/>
                    <a:pt x="158" y="143"/>
                  </a:cubicBezTo>
                  <a:cubicBezTo>
                    <a:pt x="136" y="146"/>
                    <a:pt x="115" y="155"/>
                    <a:pt x="100" y="170"/>
                  </a:cubicBezTo>
                  <a:cubicBezTo>
                    <a:pt x="66" y="178"/>
                    <a:pt x="34" y="188"/>
                    <a:pt x="4" y="203"/>
                  </a:cubicBezTo>
                  <a:lnTo>
                    <a:pt x="1" y="212"/>
                  </a:lnTo>
                  <a:lnTo>
                    <a:pt x="33" y="8256"/>
                  </a:lnTo>
                  <a:lnTo>
                    <a:pt x="39" y="11326"/>
                  </a:lnTo>
                  <a:lnTo>
                    <a:pt x="250" y="66734"/>
                  </a:lnTo>
                  <a:cubicBezTo>
                    <a:pt x="255" y="68535"/>
                    <a:pt x="1530" y="70729"/>
                    <a:pt x="3099" y="71628"/>
                  </a:cubicBezTo>
                  <a:lnTo>
                    <a:pt x="38362" y="91779"/>
                  </a:lnTo>
                  <a:lnTo>
                    <a:pt x="46148" y="96230"/>
                  </a:lnTo>
                  <a:cubicBezTo>
                    <a:pt x="46600" y="96487"/>
                    <a:pt x="47027" y="96609"/>
                    <a:pt x="47406" y="96609"/>
                  </a:cubicBezTo>
                  <a:cubicBezTo>
                    <a:pt x="48343" y="96609"/>
                    <a:pt x="48989" y="95867"/>
                    <a:pt x="48989" y="94583"/>
                  </a:cubicBezTo>
                  <a:lnTo>
                    <a:pt x="48989" y="33445"/>
                  </a:lnTo>
                  <a:lnTo>
                    <a:pt x="48989" y="30585"/>
                  </a:lnTo>
                  <a:cubicBezTo>
                    <a:pt x="48987" y="29679"/>
                    <a:pt x="48671" y="28677"/>
                    <a:pt x="48161" y="27793"/>
                  </a:cubicBezTo>
                  <a:cubicBezTo>
                    <a:pt x="47632" y="26876"/>
                    <a:pt x="46964" y="26171"/>
                    <a:pt x="46150" y="25684"/>
                  </a:cubicBezTo>
                  <a:lnTo>
                    <a:pt x="43672" y="24254"/>
                  </a:lnTo>
                  <a:lnTo>
                    <a:pt x="43669" y="24248"/>
                  </a:lnTo>
                  <a:lnTo>
                    <a:pt x="2135" y="272"/>
                  </a:lnTo>
                  <a:cubicBezTo>
                    <a:pt x="2071" y="240"/>
                    <a:pt x="1999" y="207"/>
                    <a:pt x="1929" y="178"/>
                  </a:cubicBezTo>
                  <a:cubicBezTo>
                    <a:pt x="1852" y="146"/>
                    <a:pt x="1774" y="120"/>
                    <a:pt x="1693" y="96"/>
                  </a:cubicBezTo>
                  <a:lnTo>
                    <a:pt x="1541" y="55"/>
                  </a:lnTo>
                  <a:cubicBezTo>
                    <a:pt x="1465" y="40"/>
                    <a:pt x="1388" y="28"/>
                    <a:pt x="1311" y="21"/>
                  </a:cubicBezTo>
                  <a:cubicBezTo>
                    <a:pt x="1221" y="8"/>
                    <a:pt x="1128" y="1"/>
                    <a:pt x="1036" y="1"/>
                  </a:cubicBezTo>
                  <a:close/>
                </a:path>
              </a:pathLst>
            </a:custGeom>
            <a:solidFill>
              <a:srgbClr val="8E2D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28"/>
            <p:cNvSpPr/>
            <p:nvPr/>
          </p:nvSpPr>
          <p:spPr>
            <a:xfrm>
              <a:off x="7660250" y="926238"/>
              <a:ext cx="1346875" cy="2441925"/>
            </a:xfrm>
            <a:custGeom>
              <a:avLst/>
              <a:gdLst/>
              <a:ahLst/>
              <a:cxnLst/>
              <a:rect l="l" t="t" r="r" b="b"/>
              <a:pathLst>
                <a:path w="53875" h="97677" extrusionOk="0">
                  <a:moveTo>
                    <a:pt x="7559" y="0"/>
                  </a:moveTo>
                  <a:lnTo>
                    <a:pt x="0" y="4356"/>
                  </a:lnTo>
                  <a:lnTo>
                    <a:pt x="46320" y="31102"/>
                  </a:lnTo>
                  <a:lnTo>
                    <a:pt x="46219" y="97676"/>
                  </a:lnTo>
                  <a:lnTo>
                    <a:pt x="53056" y="93728"/>
                  </a:lnTo>
                  <a:cubicBezTo>
                    <a:pt x="53562" y="93437"/>
                    <a:pt x="53873" y="92898"/>
                    <a:pt x="53873" y="92313"/>
                  </a:cubicBezTo>
                  <a:lnTo>
                    <a:pt x="53875" y="28626"/>
                  </a:lnTo>
                  <a:cubicBezTo>
                    <a:pt x="53875" y="27458"/>
                    <a:pt x="53253" y="26379"/>
                    <a:pt x="52241" y="25796"/>
                  </a:cubicBezTo>
                  <a:lnTo>
                    <a:pt x="75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28"/>
            <p:cNvSpPr/>
            <p:nvPr/>
          </p:nvSpPr>
          <p:spPr>
            <a:xfrm>
              <a:off x="8815725" y="1601013"/>
              <a:ext cx="191450" cy="1767150"/>
            </a:xfrm>
            <a:custGeom>
              <a:avLst/>
              <a:gdLst/>
              <a:ahLst/>
              <a:cxnLst/>
              <a:rect l="l" t="t" r="r" b="b"/>
              <a:pathLst>
                <a:path w="7658" h="70686" extrusionOk="0">
                  <a:moveTo>
                    <a:pt x="7218" y="1"/>
                  </a:moveTo>
                  <a:lnTo>
                    <a:pt x="101" y="4111"/>
                  </a:lnTo>
                  <a:lnTo>
                    <a:pt x="0" y="70685"/>
                  </a:lnTo>
                  <a:lnTo>
                    <a:pt x="6837" y="66739"/>
                  </a:lnTo>
                  <a:cubicBezTo>
                    <a:pt x="7343" y="66446"/>
                    <a:pt x="7654" y="65907"/>
                    <a:pt x="7654" y="65324"/>
                  </a:cubicBezTo>
                  <a:lnTo>
                    <a:pt x="7656" y="1637"/>
                  </a:lnTo>
                  <a:cubicBezTo>
                    <a:pt x="7658" y="1062"/>
                    <a:pt x="7505" y="499"/>
                    <a:pt x="7218" y="1"/>
                  </a:cubicBezTo>
                  <a:close/>
                </a:path>
              </a:pathLst>
            </a:custGeom>
            <a:solidFill>
              <a:srgbClr val="DAE6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28"/>
            <p:cNvSpPr/>
            <p:nvPr/>
          </p:nvSpPr>
          <p:spPr>
            <a:xfrm>
              <a:off x="7663375" y="909813"/>
              <a:ext cx="217575" cy="121525"/>
            </a:xfrm>
            <a:custGeom>
              <a:avLst/>
              <a:gdLst/>
              <a:ahLst/>
              <a:cxnLst/>
              <a:rect l="l" t="t" r="r" b="b"/>
              <a:pathLst>
                <a:path w="8703" h="4861" extrusionOk="0">
                  <a:moveTo>
                    <a:pt x="7752" y="0"/>
                  </a:moveTo>
                  <a:cubicBezTo>
                    <a:pt x="7441" y="0"/>
                    <a:pt x="7098" y="82"/>
                    <a:pt x="6826" y="240"/>
                  </a:cubicBezTo>
                  <a:lnTo>
                    <a:pt x="554" y="3854"/>
                  </a:lnTo>
                  <a:cubicBezTo>
                    <a:pt x="84" y="4124"/>
                    <a:pt x="1" y="4515"/>
                    <a:pt x="368" y="4727"/>
                  </a:cubicBezTo>
                  <a:cubicBezTo>
                    <a:pt x="523" y="4817"/>
                    <a:pt x="733" y="4860"/>
                    <a:pt x="959" y="4860"/>
                  </a:cubicBezTo>
                  <a:cubicBezTo>
                    <a:pt x="1270" y="4860"/>
                    <a:pt x="1612" y="4778"/>
                    <a:pt x="1884" y="4620"/>
                  </a:cubicBezTo>
                  <a:lnTo>
                    <a:pt x="8149" y="1003"/>
                  </a:lnTo>
                  <a:cubicBezTo>
                    <a:pt x="8619" y="733"/>
                    <a:pt x="8702" y="342"/>
                    <a:pt x="8336" y="131"/>
                  </a:cubicBezTo>
                  <a:cubicBezTo>
                    <a:pt x="8184" y="43"/>
                    <a:pt x="7976" y="0"/>
                    <a:pt x="7752" y="0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28"/>
            <p:cNvSpPr/>
            <p:nvPr/>
          </p:nvSpPr>
          <p:spPr>
            <a:xfrm>
              <a:off x="8764225" y="1695838"/>
              <a:ext cx="87400" cy="1754650"/>
            </a:xfrm>
            <a:custGeom>
              <a:avLst/>
              <a:gdLst/>
              <a:ahLst/>
              <a:cxnLst/>
              <a:rect l="l" t="t" r="r" b="b"/>
              <a:pathLst>
                <a:path w="3496" h="70186" extrusionOk="0">
                  <a:moveTo>
                    <a:pt x="2707" y="1"/>
                  </a:moveTo>
                  <a:lnTo>
                    <a:pt x="0" y="1563"/>
                  </a:lnTo>
                  <a:cubicBezTo>
                    <a:pt x="515" y="2453"/>
                    <a:pt x="831" y="3447"/>
                    <a:pt x="831" y="4361"/>
                  </a:cubicBezTo>
                  <a:cubicBezTo>
                    <a:pt x="831" y="4361"/>
                    <a:pt x="832" y="7215"/>
                    <a:pt x="836" y="7220"/>
                  </a:cubicBezTo>
                  <a:lnTo>
                    <a:pt x="831" y="37852"/>
                  </a:lnTo>
                  <a:lnTo>
                    <a:pt x="832" y="68072"/>
                  </a:lnTo>
                  <a:cubicBezTo>
                    <a:pt x="832" y="68553"/>
                    <a:pt x="849" y="69696"/>
                    <a:pt x="0" y="70185"/>
                  </a:cubicBezTo>
                  <a:cubicBezTo>
                    <a:pt x="0" y="70185"/>
                    <a:pt x="1816" y="69139"/>
                    <a:pt x="2159" y="68940"/>
                  </a:cubicBezTo>
                  <a:cubicBezTo>
                    <a:pt x="2892" y="68516"/>
                    <a:pt x="3487" y="67442"/>
                    <a:pt x="3487" y="66540"/>
                  </a:cubicBezTo>
                  <a:lnTo>
                    <a:pt x="3487" y="39391"/>
                  </a:lnTo>
                  <a:cubicBezTo>
                    <a:pt x="3487" y="39391"/>
                    <a:pt x="3492" y="5686"/>
                    <a:pt x="3491" y="5673"/>
                  </a:cubicBezTo>
                  <a:lnTo>
                    <a:pt x="3491" y="5553"/>
                  </a:lnTo>
                  <a:cubicBezTo>
                    <a:pt x="3494" y="5339"/>
                    <a:pt x="3496" y="4908"/>
                    <a:pt x="3491" y="4336"/>
                  </a:cubicBezTo>
                  <a:lnTo>
                    <a:pt x="3491" y="3815"/>
                  </a:lnTo>
                  <a:cubicBezTo>
                    <a:pt x="3489" y="3446"/>
                    <a:pt x="3491" y="3043"/>
                    <a:pt x="3489" y="2622"/>
                  </a:cubicBezTo>
                  <a:cubicBezTo>
                    <a:pt x="3487" y="1770"/>
                    <a:pt x="3193" y="829"/>
                    <a:pt x="2707" y="1"/>
                  </a:cubicBezTo>
                  <a:close/>
                </a:path>
              </a:pathLst>
            </a:custGeom>
            <a:solidFill>
              <a:srgbClr val="BF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28"/>
            <p:cNvSpPr/>
            <p:nvPr/>
          </p:nvSpPr>
          <p:spPr>
            <a:xfrm>
              <a:off x="7560625" y="990988"/>
              <a:ext cx="1224500" cy="2464325"/>
            </a:xfrm>
            <a:custGeom>
              <a:avLst/>
              <a:gdLst/>
              <a:ahLst/>
              <a:cxnLst/>
              <a:rect l="l" t="t" r="r" b="b"/>
              <a:pathLst>
                <a:path w="48980" h="98573" extrusionOk="0">
                  <a:moveTo>
                    <a:pt x="5" y="0"/>
                  </a:moveTo>
                  <a:lnTo>
                    <a:pt x="5" y="0"/>
                  </a:lnTo>
                  <a:cubicBezTo>
                    <a:pt x="1" y="38"/>
                    <a:pt x="1" y="76"/>
                    <a:pt x="5" y="113"/>
                  </a:cubicBezTo>
                  <a:lnTo>
                    <a:pt x="5" y="113"/>
                  </a:lnTo>
                  <a:lnTo>
                    <a:pt x="5" y="0"/>
                  </a:lnTo>
                  <a:close/>
                  <a:moveTo>
                    <a:pt x="5" y="113"/>
                  </a:moveTo>
                  <a:lnTo>
                    <a:pt x="15" y="68295"/>
                  </a:lnTo>
                  <a:cubicBezTo>
                    <a:pt x="15" y="70099"/>
                    <a:pt x="1295" y="72290"/>
                    <a:pt x="2863" y="73189"/>
                  </a:cubicBezTo>
                  <a:lnTo>
                    <a:pt x="46139" y="98192"/>
                  </a:lnTo>
                  <a:cubicBezTo>
                    <a:pt x="46591" y="98450"/>
                    <a:pt x="47018" y="98573"/>
                    <a:pt x="47397" y="98573"/>
                  </a:cubicBezTo>
                  <a:cubicBezTo>
                    <a:pt x="48331" y="98573"/>
                    <a:pt x="48974" y="97830"/>
                    <a:pt x="48978" y="96545"/>
                  </a:cubicBezTo>
                  <a:lnTo>
                    <a:pt x="48980" y="87606"/>
                  </a:lnTo>
                  <a:lnTo>
                    <a:pt x="48976" y="35409"/>
                  </a:lnTo>
                  <a:lnTo>
                    <a:pt x="48978" y="32547"/>
                  </a:lnTo>
                  <a:cubicBezTo>
                    <a:pt x="48976" y="31643"/>
                    <a:pt x="48655" y="30642"/>
                    <a:pt x="48146" y="29758"/>
                  </a:cubicBezTo>
                  <a:cubicBezTo>
                    <a:pt x="47616" y="28814"/>
                    <a:pt x="46930" y="28138"/>
                    <a:pt x="46138" y="27642"/>
                  </a:cubicBezTo>
                  <a:lnTo>
                    <a:pt x="43668" y="26213"/>
                  </a:lnTo>
                  <a:lnTo>
                    <a:pt x="43665" y="26208"/>
                  </a:lnTo>
                  <a:lnTo>
                    <a:pt x="10657" y="7154"/>
                  </a:lnTo>
                  <a:lnTo>
                    <a:pt x="2831" y="2635"/>
                  </a:lnTo>
                  <a:lnTo>
                    <a:pt x="1178" y="1679"/>
                  </a:lnTo>
                  <a:cubicBezTo>
                    <a:pt x="973" y="1557"/>
                    <a:pt x="779" y="1417"/>
                    <a:pt x="602" y="1258"/>
                  </a:cubicBezTo>
                  <a:cubicBezTo>
                    <a:pt x="522" y="1185"/>
                    <a:pt x="448" y="1106"/>
                    <a:pt x="383" y="1021"/>
                  </a:cubicBezTo>
                  <a:cubicBezTo>
                    <a:pt x="316" y="942"/>
                    <a:pt x="256" y="857"/>
                    <a:pt x="206" y="769"/>
                  </a:cubicBezTo>
                  <a:cubicBezTo>
                    <a:pt x="174" y="712"/>
                    <a:pt x="146" y="652"/>
                    <a:pt x="119" y="592"/>
                  </a:cubicBezTo>
                  <a:cubicBezTo>
                    <a:pt x="94" y="535"/>
                    <a:pt x="74" y="475"/>
                    <a:pt x="62" y="414"/>
                  </a:cubicBezTo>
                  <a:cubicBezTo>
                    <a:pt x="46" y="373"/>
                    <a:pt x="36" y="331"/>
                    <a:pt x="34" y="287"/>
                  </a:cubicBezTo>
                  <a:cubicBezTo>
                    <a:pt x="19" y="247"/>
                    <a:pt x="12" y="204"/>
                    <a:pt x="14" y="162"/>
                  </a:cubicBezTo>
                  <a:cubicBezTo>
                    <a:pt x="10" y="146"/>
                    <a:pt x="7" y="129"/>
                    <a:pt x="5" y="113"/>
                  </a:cubicBez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28"/>
            <p:cNvSpPr/>
            <p:nvPr/>
          </p:nvSpPr>
          <p:spPr>
            <a:xfrm>
              <a:off x="7560675" y="824413"/>
              <a:ext cx="1536800" cy="910550"/>
            </a:xfrm>
            <a:custGeom>
              <a:avLst/>
              <a:gdLst/>
              <a:ahLst/>
              <a:cxnLst/>
              <a:rect l="l" t="t" r="r" b="b"/>
              <a:pathLst>
                <a:path w="61472" h="36422" extrusionOk="0">
                  <a:moveTo>
                    <a:pt x="11623" y="0"/>
                  </a:moveTo>
                  <a:cubicBezTo>
                    <a:pt x="10598" y="0"/>
                    <a:pt x="9573" y="226"/>
                    <a:pt x="8792" y="677"/>
                  </a:cubicBezTo>
                  <a:lnTo>
                    <a:pt x="1176" y="5074"/>
                  </a:lnTo>
                  <a:cubicBezTo>
                    <a:pt x="416" y="5512"/>
                    <a:pt x="30" y="6083"/>
                    <a:pt x="0" y="6658"/>
                  </a:cubicBezTo>
                  <a:lnTo>
                    <a:pt x="3" y="6665"/>
                  </a:lnTo>
                  <a:lnTo>
                    <a:pt x="3" y="6770"/>
                  </a:lnTo>
                  <a:cubicBezTo>
                    <a:pt x="7" y="6790"/>
                    <a:pt x="8" y="6805"/>
                    <a:pt x="12" y="6825"/>
                  </a:cubicBezTo>
                  <a:cubicBezTo>
                    <a:pt x="12" y="6867"/>
                    <a:pt x="18" y="6910"/>
                    <a:pt x="32" y="6950"/>
                  </a:cubicBezTo>
                  <a:cubicBezTo>
                    <a:pt x="34" y="6994"/>
                    <a:pt x="44" y="7037"/>
                    <a:pt x="60" y="7077"/>
                  </a:cubicBezTo>
                  <a:cubicBezTo>
                    <a:pt x="72" y="7139"/>
                    <a:pt x="90" y="7199"/>
                    <a:pt x="117" y="7256"/>
                  </a:cubicBezTo>
                  <a:cubicBezTo>
                    <a:pt x="144" y="7316"/>
                    <a:pt x="171" y="7375"/>
                    <a:pt x="204" y="7432"/>
                  </a:cubicBezTo>
                  <a:cubicBezTo>
                    <a:pt x="254" y="7522"/>
                    <a:pt x="314" y="7607"/>
                    <a:pt x="379" y="7686"/>
                  </a:cubicBezTo>
                  <a:cubicBezTo>
                    <a:pt x="446" y="7769"/>
                    <a:pt x="520" y="7848"/>
                    <a:pt x="600" y="7921"/>
                  </a:cubicBezTo>
                  <a:cubicBezTo>
                    <a:pt x="777" y="8080"/>
                    <a:pt x="971" y="8222"/>
                    <a:pt x="1175" y="8344"/>
                  </a:cubicBezTo>
                  <a:lnTo>
                    <a:pt x="2829" y="9298"/>
                  </a:lnTo>
                  <a:lnTo>
                    <a:pt x="10655" y="13817"/>
                  </a:lnTo>
                  <a:lnTo>
                    <a:pt x="43663" y="32871"/>
                  </a:lnTo>
                  <a:lnTo>
                    <a:pt x="43666" y="32876"/>
                  </a:lnTo>
                  <a:lnTo>
                    <a:pt x="46136" y="34305"/>
                  </a:lnTo>
                  <a:lnTo>
                    <a:pt x="46144" y="34306"/>
                  </a:lnTo>
                  <a:cubicBezTo>
                    <a:pt x="46928" y="34761"/>
                    <a:pt x="47629" y="35533"/>
                    <a:pt x="48144" y="36421"/>
                  </a:cubicBezTo>
                  <a:lnTo>
                    <a:pt x="50851" y="34859"/>
                  </a:lnTo>
                  <a:cubicBezTo>
                    <a:pt x="50374" y="34024"/>
                    <a:pt x="49708" y="33299"/>
                    <a:pt x="48971" y="32871"/>
                  </a:cubicBezTo>
                  <a:cubicBezTo>
                    <a:pt x="48607" y="32659"/>
                    <a:pt x="48258" y="32460"/>
                    <a:pt x="47938" y="32275"/>
                  </a:cubicBezTo>
                  <a:lnTo>
                    <a:pt x="47486" y="32014"/>
                  </a:lnTo>
                  <a:cubicBezTo>
                    <a:pt x="46994" y="31725"/>
                    <a:pt x="46622" y="31509"/>
                    <a:pt x="46433" y="31407"/>
                  </a:cubicBezTo>
                  <a:lnTo>
                    <a:pt x="46329" y="31346"/>
                  </a:lnTo>
                  <a:cubicBezTo>
                    <a:pt x="46324" y="31344"/>
                    <a:pt x="46321" y="31342"/>
                    <a:pt x="46318" y="31337"/>
                  </a:cubicBezTo>
                  <a:lnTo>
                    <a:pt x="10650" y="10746"/>
                  </a:lnTo>
                  <a:lnTo>
                    <a:pt x="4784" y="7361"/>
                  </a:lnTo>
                  <a:cubicBezTo>
                    <a:pt x="4162" y="7004"/>
                    <a:pt x="4162" y="6414"/>
                    <a:pt x="4785" y="6055"/>
                  </a:cubicBezTo>
                  <a:lnTo>
                    <a:pt x="10486" y="2763"/>
                  </a:lnTo>
                  <a:cubicBezTo>
                    <a:pt x="10528" y="2737"/>
                    <a:pt x="10571" y="2717"/>
                    <a:pt x="10618" y="2702"/>
                  </a:cubicBezTo>
                  <a:cubicBezTo>
                    <a:pt x="10646" y="2680"/>
                    <a:pt x="10680" y="2667"/>
                    <a:pt x="10715" y="2660"/>
                  </a:cubicBezTo>
                  <a:cubicBezTo>
                    <a:pt x="10732" y="2645"/>
                    <a:pt x="10752" y="2636"/>
                    <a:pt x="10775" y="2633"/>
                  </a:cubicBezTo>
                  <a:cubicBezTo>
                    <a:pt x="10855" y="2603"/>
                    <a:pt x="10935" y="2580"/>
                    <a:pt x="11019" y="2560"/>
                  </a:cubicBezTo>
                  <a:cubicBezTo>
                    <a:pt x="11116" y="2535"/>
                    <a:pt x="11214" y="2518"/>
                    <a:pt x="11315" y="2510"/>
                  </a:cubicBezTo>
                  <a:cubicBezTo>
                    <a:pt x="11417" y="2498"/>
                    <a:pt x="11519" y="2493"/>
                    <a:pt x="11622" y="2491"/>
                  </a:cubicBezTo>
                  <a:cubicBezTo>
                    <a:pt x="11632" y="2491"/>
                    <a:pt x="11643" y="2491"/>
                    <a:pt x="11653" y="2491"/>
                  </a:cubicBezTo>
                  <a:cubicBezTo>
                    <a:pt x="11744" y="2491"/>
                    <a:pt x="11836" y="2498"/>
                    <a:pt x="11928" y="2511"/>
                  </a:cubicBezTo>
                  <a:cubicBezTo>
                    <a:pt x="12005" y="2518"/>
                    <a:pt x="12082" y="2530"/>
                    <a:pt x="12157" y="2545"/>
                  </a:cubicBezTo>
                  <a:lnTo>
                    <a:pt x="12309" y="2586"/>
                  </a:lnTo>
                  <a:cubicBezTo>
                    <a:pt x="12391" y="2605"/>
                    <a:pt x="12469" y="2633"/>
                    <a:pt x="12546" y="2668"/>
                  </a:cubicBezTo>
                  <a:cubicBezTo>
                    <a:pt x="12615" y="2697"/>
                    <a:pt x="12686" y="2732"/>
                    <a:pt x="12750" y="2762"/>
                  </a:cubicBezTo>
                  <a:lnTo>
                    <a:pt x="54284" y="26738"/>
                  </a:lnTo>
                  <a:lnTo>
                    <a:pt x="54289" y="26734"/>
                  </a:lnTo>
                  <a:lnTo>
                    <a:pt x="56772" y="28171"/>
                  </a:lnTo>
                  <a:cubicBezTo>
                    <a:pt x="57555" y="28624"/>
                    <a:pt x="58264" y="29392"/>
                    <a:pt x="58777" y="30283"/>
                  </a:cubicBezTo>
                  <a:lnTo>
                    <a:pt x="61472" y="28726"/>
                  </a:lnTo>
                  <a:cubicBezTo>
                    <a:pt x="60997" y="27890"/>
                    <a:pt x="60329" y="27165"/>
                    <a:pt x="59592" y="26739"/>
                  </a:cubicBezTo>
                  <a:cubicBezTo>
                    <a:pt x="59228" y="26525"/>
                    <a:pt x="58879" y="26328"/>
                    <a:pt x="58560" y="26141"/>
                  </a:cubicBezTo>
                  <a:lnTo>
                    <a:pt x="58108" y="25882"/>
                  </a:lnTo>
                  <a:cubicBezTo>
                    <a:pt x="57901" y="25758"/>
                    <a:pt x="57711" y="25650"/>
                    <a:pt x="57549" y="25555"/>
                  </a:cubicBezTo>
                  <a:cubicBezTo>
                    <a:pt x="57462" y="25508"/>
                    <a:pt x="57392" y="25464"/>
                    <a:pt x="57325" y="25428"/>
                  </a:cubicBezTo>
                  <a:cubicBezTo>
                    <a:pt x="57255" y="25386"/>
                    <a:pt x="57200" y="25356"/>
                    <a:pt x="57146" y="25327"/>
                  </a:cubicBezTo>
                  <a:cubicBezTo>
                    <a:pt x="57079" y="25291"/>
                    <a:pt x="57031" y="25257"/>
                    <a:pt x="56994" y="25234"/>
                  </a:cubicBezTo>
                  <a:cubicBezTo>
                    <a:pt x="56961" y="25215"/>
                    <a:pt x="56939" y="25205"/>
                    <a:pt x="56939" y="25205"/>
                  </a:cubicBezTo>
                  <a:lnTo>
                    <a:pt x="14454" y="677"/>
                  </a:lnTo>
                  <a:cubicBezTo>
                    <a:pt x="13673" y="226"/>
                    <a:pt x="12648" y="0"/>
                    <a:pt x="11623" y="0"/>
                  </a:cubicBez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28"/>
            <p:cNvSpPr/>
            <p:nvPr/>
          </p:nvSpPr>
          <p:spPr>
            <a:xfrm>
              <a:off x="7186000" y="1221963"/>
              <a:ext cx="200000" cy="307250"/>
            </a:xfrm>
            <a:custGeom>
              <a:avLst/>
              <a:gdLst/>
              <a:ahLst/>
              <a:cxnLst/>
              <a:rect l="l" t="t" r="r" b="b"/>
              <a:pathLst>
                <a:path w="8000" h="12290" extrusionOk="0">
                  <a:moveTo>
                    <a:pt x="7968" y="1"/>
                  </a:moveTo>
                  <a:lnTo>
                    <a:pt x="0" y="4602"/>
                  </a:lnTo>
                  <a:lnTo>
                    <a:pt x="2" y="7671"/>
                  </a:lnTo>
                  <a:lnTo>
                    <a:pt x="8000" y="12289"/>
                  </a:lnTo>
                  <a:lnTo>
                    <a:pt x="7968" y="1"/>
                  </a:lnTo>
                  <a:close/>
                </a:path>
              </a:pathLst>
            </a:custGeom>
            <a:solidFill>
              <a:srgbClr val="3451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28"/>
            <p:cNvSpPr/>
            <p:nvPr/>
          </p:nvSpPr>
          <p:spPr>
            <a:xfrm>
              <a:off x="8588775" y="1901888"/>
              <a:ext cx="87325" cy="1677650"/>
            </a:xfrm>
            <a:custGeom>
              <a:avLst/>
              <a:gdLst/>
              <a:ahLst/>
              <a:cxnLst/>
              <a:rect l="l" t="t" r="r" b="b"/>
              <a:pathLst>
                <a:path w="3493" h="67106" extrusionOk="0">
                  <a:moveTo>
                    <a:pt x="2706" y="1"/>
                  </a:moveTo>
                  <a:lnTo>
                    <a:pt x="11" y="1556"/>
                  </a:lnTo>
                  <a:cubicBezTo>
                    <a:pt x="526" y="2447"/>
                    <a:pt x="836" y="3444"/>
                    <a:pt x="838" y="4348"/>
                  </a:cubicBezTo>
                  <a:cubicBezTo>
                    <a:pt x="838" y="4348"/>
                    <a:pt x="840" y="7217"/>
                    <a:pt x="835" y="7220"/>
                  </a:cubicBezTo>
                  <a:lnTo>
                    <a:pt x="831" y="64991"/>
                  </a:lnTo>
                  <a:cubicBezTo>
                    <a:pt x="831" y="65502"/>
                    <a:pt x="821" y="66631"/>
                    <a:pt x="1" y="67106"/>
                  </a:cubicBezTo>
                  <a:lnTo>
                    <a:pt x="2160" y="65860"/>
                  </a:lnTo>
                  <a:cubicBezTo>
                    <a:pt x="2893" y="65437"/>
                    <a:pt x="3488" y="64361"/>
                    <a:pt x="3488" y="63459"/>
                  </a:cubicBezTo>
                  <a:lnTo>
                    <a:pt x="3490" y="5688"/>
                  </a:lnTo>
                  <a:cubicBezTo>
                    <a:pt x="3490" y="5688"/>
                    <a:pt x="3493" y="5664"/>
                    <a:pt x="3493" y="5626"/>
                  </a:cubicBezTo>
                  <a:cubicBezTo>
                    <a:pt x="3490" y="5583"/>
                    <a:pt x="3486" y="5524"/>
                    <a:pt x="3488" y="5447"/>
                  </a:cubicBezTo>
                  <a:cubicBezTo>
                    <a:pt x="3490" y="5385"/>
                    <a:pt x="3491" y="5324"/>
                    <a:pt x="3490" y="5242"/>
                  </a:cubicBezTo>
                  <a:cubicBezTo>
                    <a:pt x="3491" y="5167"/>
                    <a:pt x="3490" y="5085"/>
                    <a:pt x="3491" y="4984"/>
                  </a:cubicBezTo>
                  <a:cubicBezTo>
                    <a:pt x="3488" y="4796"/>
                    <a:pt x="3491" y="4577"/>
                    <a:pt x="3488" y="4336"/>
                  </a:cubicBezTo>
                  <a:lnTo>
                    <a:pt x="3488" y="3815"/>
                  </a:lnTo>
                  <a:cubicBezTo>
                    <a:pt x="3488" y="3446"/>
                    <a:pt x="3490" y="3045"/>
                    <a:pt x="3488" y="2622"/>
                  </a:cubicBezTo>
                  <a:cubicBezTo>
                    <a:pt x="3486" y="1770"/>
                    <a:pt x="3192" y="829"/>
                    <a:pt x="2706" y="1"/>
                  </a:cubicBezTo>
                  <a:close/>
                </a:path>
              </a:pathLst>
            </a:custGeom>
            <a:solidFill>
              <a:srgbClr val="6F89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28"/>
            <p:cNvSpPr/>
            <p:nvPr/>
          </p:nvSpPr>
          <p:spPr>
            <a:xfrm>
              <a:off x="7385075" y="1246013"/>
              <a:ext cx="1224700" cy="2338200"/>
            </a:xfrm>
            <a:custGeom>
              <a:avLst/>
              <a:gdLst/>
              <a:ahLst/>
              <a:cxnLst/>
              <a:rect l="l" t="t" r="r" b="b"/>
              <a:pathLst>
                <a:path w="48988" h="93528" extrusionOk="0">
                  <a:moveTo>
                    <a:pt x="1049" y="0"/>
                  </a:moveTo>
                  <a:cubicBezTo>
                    <a:pt x="1034" y="0"/>
                    <a:pt x="1019" y="0"/>
                    <a:pt x="1004" y="1"/>
                  </a:cubicBezTo>
                  <a:cubicBezTo>
                    <a:pt x="902" y="1"/>
                    <a:pt x="800" y="8"/>
                    <a:pt x="699" y="19"/>
                  </a:cubicBezTo>
                  <a:cubicBezTo>
                    <a:pt x="598" y="26"/>
                    <a:pt x="500" y="43"/>
                    <a:pt x="403" y="69"/>
                  </a:cubicBezTo>
                  <a:cubicBezTo>
                    <a:pt x="319" y="88"/>
                    <a:pt x="237" y="113"/>
                    <a:pt x="157" y="143"/>
                  </a:cubicBezTo>
                  <a:cubicBezTo>
                    <a:pt x="135" y="145"/>
                    <a:pt x="114" y="155"/>
                    <a:pt x="99" y="170"/>
                  </a:cubicBezTo>
                  <a:cubicBezTo>
                    <a:pt x="65" y="176"/>
                    <a:pt x="34" y="188"/>
                    <a:pt x="3" y="201"/>
                  </a:cubicBezTo>
                  <a:lnTo>
                    <a:pt x="0" y="210"/>
                  </a:lnTo>
                  <a:lnTo>
                    <a:pt x="32" y="8255"/>
                  </a:lnTo>
                  <a:lnTo>
                    <a:pt x="39" y="11325"/>
                  </a:lnTo>
                  <a:lnTo>
                    <a:pt x="249" y="63651"/>
                  </a:lnTo>
                  <a:cubicBezTo>
                    <a:pt x="254" y="65452"/>
                    <a:pt x="1529" y="67646"/>
                    <a:pt x="3096" y="68545"/>
                  </a:cubicBezTo>
                  <a:lnTo>
                    <a:pt x="38361" y="88696"/>
                  </a:lnTo>
                  <a:lnTo>
                    <a:pt x="46147" y="93147"/>
                  </a:lnTo>
                  <a:cubicBezTo>
                    <a:pt x="46599" y="93405"/>
                    <a:pt x="47027" y="93527"/>
                    <a:pt x="47407" y="93527"/>
                  </a:cubicBezTo>
                  <a:cubicBezTo>
                    <a:pt x="48343" y="93527"/>
                    <a:pt x="48988" y="92784"/>
                    <a:pt x="48988" y="91500"/>
                  </a:cubicBezTo>
                  <a:lnTo>
                    <a:pt x="48988" y="33443"/>
                  </a:lnTo>
                  <a:lnTo>
                    <a:pt x="48988" y="30583"/>
                  </a:lnTo>
                  <a:cubicBezTo>
                    <a:pt x="48986" y="29677"/>
                    <a:pt x="48672" y="28673"/>
                    <a:pt x="48161" y="27791"/>
                  </a:cubicBezTo>
                  <a:cubicBezTo>
                    <a:pt x="47631" y="26875"/>
                    <a:pt x="46963" y="26170"/>
                    <a:pt x="46149" y="25683"/>
                  </a:cubicBezTo>
                  <a:lnTo>
                    <a:pt x="43671" y="24254"/>
                  </a:lnTo>
                  <a:lnTo>
                    <a:pt x="43668" y="24247"/>
                  </a:lnTo>
                  <a:lnTo>
                    <a:pt x="2134" y="272"/>
                  </a:lnTo>
                  <a:cubicBezTo>
                    <a:pt x="2070" y="240"/>
                    <a:pt x="1998" y="206"/>
                    <a:pt x="1928" y="178"/>
                  </a:cubicBezTo>
                  <a:cubicBezTo>
                    <a:pt x="1851" y="146"/>
                    <a:pt x="1773" y="118"/>
                    <a:pt x="1693" y="94"/>
                  </a:cubicBezTo>
                  <a:lnTo>
                    <a:pt x="1541" y="54"/>
                  </a:lnTo>
                  <a:cubicBezTo>
                    <a:pt x="1464" y="39"/>
                    <a:pt x="1387" y="28"/>
                    <a:pt x="1310" y="21"/>
                  </a:cubicBezTo>
                  <a:cubicBezTo>
                    <a:pt x="1225" y="8"/>
                    <a:pt x="1137" y="0"/>
                    <a:pt x="1049" y="0"/>
                  </a:cubicBezTo>
                  <a:close/>
                </a:path>
              </a:pathLst>
            </a:custGeom>
            <a:solidFill>
              <a:srgbClr val="4C6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28"/>
            <p:cNvSpPr/>
            <p:nvPr/>
          </p:nvSpPr>
          <p:spPr>
            <a:xfrm>
              <a:off x="7219200" y="1285588"/>
              <a:ext cx="1346875" cy="2364975"/>
            </a:xfrm>
            <a:custGeom>
              <a:avLst/>
              <a:gdLst/>
              <a:ahLst/>
              <a:cxnLst/>
              <a:rect l="l" t="t" r="r" b="b"/>
              <a:pathLst>
                <a:path w="53875" h="94599" extrusionOk="0">
                  <a:moveTo>
                    <a:pt x="7559" y="0"/>
                  </a:moveTo>
                  <a:lnTo>
                    <a:pt x="0" y="4356"/>
                  </a:lnTo>
                  <a:lnTo>
                    <a:pt x="46318" y="31102"/>
                  </a:lnTo>
                  <a:lnTo>
                    <a:pt x="46219" y="94598"/>
                  </a:lnTo>
                  <a:lnTo>
                    <a:pt x="53056" y="90650"/>
                  </a:lnTo>
                  <a:cubicBezTo>
                    <a:pt x="53563" y="90358"/>
                    <a:pt x="53873" y="89818"/>
                    <a:pt x="53873" y="89235"/>
                  </a:cubicBezTo>
                  <a:lnTo>
                    <a:pt x="53875" y="28627"/>
                  </a:lnTo>
                  <a:cubicBezTo>
                    <a:pt x="53875" y="27459"/>
                    <a:pt x="53252" y="26380"/>
                    <a:pt x="52241" y="25795"/>
                  </a:cubicBezTo>
                  <a:lnTo>
                    <a:pt x="75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8"/>
            <p:cNvSpPr/>
            <p:nvPr/>
          </p:nvSpPr>
          <p:spPr>
            <a:xfrm>
              <a:off x="8374675" y="1960363"/>
              <a:ext cx="191400" cy="1690200"/>
            </a:xfrm>
            <a:custGeom>
              <a:avLst/>
              <a:gdLst/>
              <a:ahLst/>
              <a:cxnLst/>
              <a:rect l="l" t="t" r="r" b="b"/>
              <a:pathLst>
                <a:path w="7656" h="67608" extrusionOk="0">
                  <a:moveTo>
                    <a:pt x="7218" y="1"/>
                  </a:moveTo>
                  <a:lnTo>
                    <a:pt x="99" y="4111"/>
                  </a:lnTo>
                  <a:lnTo>
                    <a:pt x="0" y="67607"/>
                  </a:lnTo>
                  <a:lnTo>
                    <a:pt x="6837" y="63659"/>
                  </a:lnTo>
                  <a:cubicBezTo>
                    <a:pt x="7344" y="63367"/>
                    <a:pt x="7654" y="62829"/>
                    <a:pt x="7654" y="62244"/>
                  </a:cubicBezTo>
                  <a:lnTo>
                    <a:pt x="7656" y="1636"/>
                  </a:lnTo>
                  <a:cubicBezTo>
                    <a:pt x="7656" y="1062"/>
                    <a:pt x="7506" y="499"/>
                    <a:pt x="7218" y="1"/>
                  </a:cubicBezTo>
                  <a:close/>
                </a:path>
              </a:pathLst>
            </a:custGeom>
            <a:solidFill>
              <a:srgbClr val="DAE6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28"/>
            <p:cNvSpPr/>
            <p:nvPr/>
          </p:nvSpPr>
          <p:spPr>
            <a:xfrm>
              <a:off x="7222325" y="1269163"/>
              <a:ext cx="217575" cy="121550"/>
            </a:xfrm>
            <a:custGeom>
              <a:avLst/>
              <a:gdLst/>
              <a:ahLst/>
              <a:cxnLst/>
              <a:rect l="l" t="t" r="r" b="b"/>
              <a:pathLst>
                <a:path w="8703" h="4862" extrusionOk="0">
                  <a:moveTo>
                    <a:pt x="7748" y="1"/>
                  </a:moveTo>
                  <a:cubicBezTo>
                    <a:pt x="7438" y="1"/>
                    <a:pt x="7097" y="83"/>
                    <a:pt x="6826" y="239"/>
                  </a:cubicBezTo>
                  <a:lnTo>
                    <a:pt x="554" y="3853"/>
                  </a:lnTo>
                  <a:cubicBezTo>
                    <a:pt x="84" y="4124"/>
                    <a:pt x="1" y="4517"/>
                    <a:pt x="368" y="4729"/>
                  </a:cubicBezTo>
                  <a:cubicBezTo>
                    <a:pt x="523" y="4818"/>
                    <a:pt x="733" y="4862"/>
                    <a:pt x="959" y="4862"/>
                  </a:cubicBezTo>
                  <a:cubicBezTo>
                    <a:pt x="1270" y="4862"/>
                    <a:pt x="1612" y="4780"/>
                    <a:pt x="1884" y="4622"/>
                  </a:cubicBezTo>
                  <a:lnTo>
                    <a:pt x="8149" y="1005"/>
                  </a:lnTo>
                  <a:cubicBezTo>
                    <a:pt x="8619" y="734"/>
                    <a:pt x="8702" y="343"/>
                    <a:pt x="8336" y="132"/>
                  </a:cubicBezTo>
                  <a:cubicBezTo>
                    <a:pt x="8182" y="44"/>
                    <a:pt x="7974" y="1"/>
                    <a:pt x="7748" y="1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28"/>
            <p:cNvSpPr/>
            <p:nvPr/>
          </p:nvSpPr>
          <p:spPr>
            <a:xfrm>
              <a:off x="8323225" y="2055188"/>
              <a:ext cx="87300" cy="1677600"/>
            </a:xfrm>
            <a:custGeom>
              <a:avLst/>
              <a:gdLst/>
              <a:ahLst/>
              <a:cxnLst/>
              <a:rect l="l" t="t" r="r" b="b"/>
              <a:pathLst>
                <a:path w="3492" h="67104" extrusionOk="0">
                  <a:moveTo>
                    <a:pt x="2707" y="0"/>
                  </a:moveTo>
                  <a:lnTo>
                    <a:pt x="0" y="1564"/>
                  </a:lnTo>
                  <a:cubicBezTo>
                    <a:pt x="513" y="2453"/>
                    <a:pt x="830" y="3447"/>
                    <a:pt x="830" y="4361"/>
                  </a:cubicBezTo>
                  <a:cubicBezTo>
                    <a:pt x="830" y="4361"/>
                    <a:pt x="830" y="7215"/>
                    <a:pt x="834" y="7220"/>
                  </a:cubicBezTo>
                  <a:lnTo>
                    <a:pt x="829" y="34771"/>
                  </a:lnTo>
                  <a:lnTo>
                    <a:pt x="830" y="64992"/>
                  </a:lnTo>
                  <a:cubicBezTo>
                    <a:pt x="830" y="65472"/>
                    <a:pt x="849" y="66614"/>
                    <a:pt x="0" y="67104"/>
                  </a:cubicBezTo>
                  <a:cubicBezTo>
                    <a:pt x="0" y="67104"/>
                    <a:pt x="1815" y="66058"/>
                    <a:pt x="2159" y="65859"/>
                  </a:cubicBezTo>
                  <a:cubicBezTo>
                    <a:pt x="2892" y="65437"/>
                    <a:pt x="3485" y="64361"/>
                    <a:pt x="3485" y="63458"/>
                  </a:cubicBezTo>
                  <a:lnTo>
                    <a:pt x="3485" y="36311"/>
                  </a:lnTo>
                  <a:cubicBezTo>
                    <a:pt x="3485" y="36311"/>
                    <a:pt x="3489" y="5688"/>
                    <a:pt x="3489" y="5673"/>
                  </a:cubicBezTo>
                  <a:lnTo>
                    <a:pt x="3489" y="5552"/>
                  </a:lnTo>
                  <a:cubicBezTo>
                    <a:pt x="3492" y="5340"/>
                    <a:pt x="3492" y="4907"/>
                    <a:pt x="3489" y="4338"/>
                  </a:cubicBezTo>
                  <a:lnTo>
                    <a:pt x="3489" y="3815"/>
                  </a:lnTo>
                  <a:cubicBezTo>
                    <a:pt x="3487" y="3445"/>
                    <a:pt x="3489" y="3044"/>
                    <a:pt x="3487" y="2623"/>
                  </a:cubicBezTo>
                  <a:cubicBezTo>
                    <a:pt x="3487" y="1770"/>
                    <a:pt x="3193" y="831"/>
                    <a:pt x="2707" y="0"/>
                  </a:cubicBezTo>
                  <a:close/>
                </a:path>
              </a:pathLst>
            </a:custGeom>
            <a:solidFill>
              <a:srgbClr val="6F89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28"/>
            <p:cNvSpPr/>
            <p:nvPr/>
          </p:nvSpPr>
          <p:spPr>
            <a:xfrm>
              <a:off x="7119575" y="1350313"/>
              <a:ext cx="1224500" cy="2387350"/>
            </a:xfrm>
            <a:custGeom>
              <a:avLst/>
              <a:gdLst/>
              <a:ahLst/>
              <a:cxnLst/>
              <a:rect l="l" t="t" r="r" b="b"/>
              <a:pathLst>
                <a:path w="48980" h="95494" extrusionOk="0">
                  <a:moveTo>
                    <a:pt x="4" y="1"/>
                  </a:moveTo>
                  <a:lnTo>
                    <a:pt x="4" y="1"/>
                  </a:lnTo>
                  <a:cubicBezTo>
                    <a:pt x="1" y="34"/>
                    <a:pt x="1" y="67"/>
                    <a:pt x="4" y="99"/>
                  </a:cubicBezTo>
                  <a:lnTo>
                    <a:pt x="4" y="99"/>
                  </a:lnTo>
                  <a:lnTo>
                    <a:pt x="4" y="1"/>
                  </a:lnTo>
                  <a:close/>
                  <a:moveTo>
                    <a:pt x="4" y="99"/>
                  </a:moveTo>
                  <a:lnTo>
                    <a:pt x="14" y="65217"/>
                  </a:lnTo>
                  <a:cubicBezTo>
                    <a:pt x="14" y="67021"/>
                    <a:pt x="1294" y="69211"/>
                    <a:pt x="2863" y="70110"/>
                  </a:cubicBezTo>
                  <a:lnTo>
                    <a:pt x="46139" y="95114"/>
                  </a:lnTo>
                  <a:cubicBezTo>
                    <a:pt x="46591" y="95371"/>
                    <a:pt x="47018" y="95493"/>
                    <a:pt x="47397" y="95493"/>
                  </a:cubicBezTo>
                  <a:cubicBezTo>
                    <a:pt x="48331" y="95493"/>
                    <a:pt x="48975" y="94752"/>
                    <a:pt x="48978" y="93466"/>
                  </a:cubicBezTo>
                  <a:lnTo>
                    <a:pt x="48980" y="84526"/>
                  </a:lnTo>
                  <a:lnTo>
                    <a:pt x="48976" y="35410"/>
                  </a:lnTo>
                  <a:lnTo>
                    <a:pt x="48976" y="32548"/>
                  </a:lnTo>
                  <a:cubicBezTo>
                    <a:pt x="48975" y="31644"/>
                    <a:pt x="48654" y="30643"/>
                    <a:pt x="48144" y="29759"/>
                  </a:cubicBezTo>
                  <a:cubicBezTo>
                    <a:pt x="47615" y="28815"/>
                    <a:pt x="46928" y="28139"/>
                    <a:pt x="46138" y="27642"/>
                  </a:cubicBezTo>
                  <a:lnTo>
                    <a:pt x="43667" y="26215"/>
                  </a:lnTo>
                  <a:lnTo>
                    <a:pt x="43663" y="26209"/>
                  </a:lnTo>
                  <a:lnTo>
                    <a:pt x="10657" y="7155"/>
                  </a:lnTo>
                  <a:lnTo>
                    <a:pt x="2833" y="2636"/>
                  </a:lnTo>
                  <a:lnTo>
                    <a:pt x="1178" y="1682"/>
                  </a:lnTo>
                  <a:cubicBezTo>
                    <a:pt x="973" y="1560"/>
                    <a:pt x="781" y="1418"/>
                    <a:pt x="602" y="1259"/>
                  </a:cubicBezTo>
                  <a:cubicBezTo>
                    <a:pt x="522" y="1185"/>
                    <a:pt x="450" y="1107"/>
                    <a:pt x="383" y="1023"/>
                  </a:cubicBezTo>
                  <a:cubicBezTo>
                    <a:pt x="316" y="943"/>
                    <a:pt x="258" y="860"/>
                    <a:pt x="206" y="769"/>
                  </a:cubicBezTo>
                  <a:cubicBezTo>
                    <a:pt x="174" y="713"/>
                    <a:pt x="146" y="652"/>
                    <a:pt x="119" y="594"/>
                  </a:cubicBezTo>
                  <a:cubicBezTo>
                    <a:pt x="94" y="535"/>
                    <a:pt x="74" y="477"/>
                    <a:pt x="62" y="415"/>
                  </a:cubicBezTo>
                  <a:cubicBezTo>
                    <a:pt x="46" y="375"/>
                    <a:pt x="36" y="332"/>
                    <a:pt x="34" y="288"/>
                  </a:cubicBezTo>
                  <a:cubicBezTo>
                    <a:pt x="17" y="248"/>
                    <a:pt x="11" y="205"/>
                    <a:pt x="14" y="163"/>
                  </a:cubicBezTo>
                  <a:cubicBezTo>
                    <a:pt x="9" y="142"/>
                    <a:pt x="6" y="120"/>
                    <a:pt x="4" y="99"/>
                  </a:cubicBezTo>
                  <a:close/>
                </a:path>
              </a:pathLst>
            </a:custGeom>
            <a:solidFill>
              <a:srgbClr val="7FA8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28"/>
            <p:cNvSpPr/>
            <p:nvPr/>
          </p:nvSpPr>
          <p:spPr>
            <a:xfrm>
              <a:off x="7119625" y="1183738"/>
              <a:ext cx="1536800" cy="910575"/>
            </a:xfrm>
            <a:custGeom>
              <a:avLst/>
              <a:gdLst/>
              <a:ahLst/>
              <a:cxnLst/>
              <a:rect l="l" t="t" r="r" b="b"/>
              <a:pathLst>
                <a:path w="61472" h="36423" extrusionOk="0">
                  <a:moveTo>
                    <a:pt x="11623" y="1"/>
                  </a:moveTo>
                  <a:cubicBezTo>
                    <a:pt x="10598" y="1"/>
                    <a:pt x="9573" y="226"/>
                    <a:pt x="8792" y="677"/>
                  </a:cubicBezTo>
                  <a:lnTo>
                    <a:pt x="1176" y="5075"/>
                  </a:lnTo>
                  <a:cubicBezTo>
                    <a:pt x="416" y="5513"/>
                    <a:pt x="30" y="6084"/>
                    <a:pt x="0" y="6660"/>
                  </a:cubicBezTo>
                  <a:lnTo>
                    <a:pt x="4" y="6666"/>
                  </a:lnTo>
                  <a:lnTo>
                    <a:pt x="4" y="6769"/>
                  </a:lnTo>
                  <a:cubicBezTo>
                    <a:pt x="7" y="6791"/>
                    <a:pt x="9" y="6804"/>
                    <a:pt x="12" y="6824"/>
                  </a:cubicBezTo>
                  <a:cubicBezTo>
                    <a:pt x="12" y="6868"/>
                    <a:pt x="19" y="6909"/>
                    <a:pt x="32" y="6950"/>
                  </a:cubicBezTo>
                  <a:cubicBezTo>
                    <a:pt x="34" y="6995"/>
                    <a:pt x="44" y="7036"/>
                    <a:pt x="59" y="7078"/>
                  </a:cubicBezTo>
                  <a:cubicBezTo>
                    <a:pt x="72" y="7138"/>
                    <a:pt x="90" y="7198"/>
                    <a:pt x="117" y="7255"/>
                  </a:cubicBezTo>
                  <a:cubicBezTo>
                    <a:pt x="144" y="7315"/>
                    <a:pt x="171" y="7376"/>
                    <a:pt x="204" y="7432"/>
                  </a:cubicBezTo>
                  <a:cubicBezTo>
                    <a:pt x="254" y="7521"/>
                    <a:pt x="314" y="7606"/>
                    <a:pt x="380" y="7685"/>
                  </a:cubicBezTo>
                  <a:cubicBezTo>
                    <a:pt x="446" y="7770"/>
                    <a:pt x="520" y="7848"/>
                    <a:pt x="600" y="7920"/>
                  </a:cubicBezTo>
                  <a:cubicBezTo>
                    <a:pt x="777" y="8081"/>
                    <a:pt x="969" y="8221"/>
                    <a:pt x="1175" y="8343"/>
                  </a:cubicBezTo>
                  <a:lnTo>
                    <a:pt x="2829" y="9299"/>
                  </a:lnTo>
                  <a:lnTo>
                    <a:pt x="10655" y="13818"/>
                  </a:lnTo>
                  <a:lnTo>
                    <a:pt x="43663" y="32872"/>
                  </a:lnTo>
                  <a:lnTo>
                    <a:pt x="43665" y="32877"/>
                  </a:lnTo>
                  <a:lnTo>
                    <a:pt x="46136" y="34304"/>
                  </a:lnTo>
                  <a:lnTo>
                    <a:pt x="46144" y="34307"/>
                  </a:lnTo>
                  <a:cubicBezTo>
                    <a:pt x="46928" y="34761"/>
                    <a:pt x="47629" y="35533"/>
                    <a:pt x="48144" y="36422"/>
                  </a:cubicBezTo>
                  <a:lnTo>
                    <a:pt x="50851" y="34858"/>
                  </a:lnTo>
                  <a:cubicBezTo>
                    <a:pt x="50375" y="34023"/>
                    <a:pt x="49708" y="33299"/>
                    <a:pt x="48971" y="32872"/>
                  </a:cubicBezTo>
                  <a:cubicBezTo>
                    <a:pt x="48607" y="32660"/>
                    <a:pt x="48258" y="32461"/>
                    <a:pt x="47939" y="32275"/>
                  </a:cubicBezTo>
                  <a:lnTo>
                    <a:pt x="47486" y="32015"/>
                  </a:lnTo>
                  <a:cubicBezTo>
                    <a:pt x="46995" y="31726"/>
                    <a:pt x="46622" y="31510"/>
                    <a:pt x="46433" y="31406"/>
                  </a:cubicBezTo>
                  <a:lnTo>
                    <a:pt x="46330" y="31346"/>
                  </a:lnTo>
                  <a:cubicBezTo>
                    <a:pt x="46325" y="31345"/>
                    <a:pt x="46321" y="31341"/>
                    <a:pt x="46318" y="31338"/>
                  </a:cubicBezTo>
                  <a:lnTo>
                    <a:pt x="10650" y="10749"/>
                  </a:lnTo>
                  <a:lnTo>
                    <a:pt x="4784" y="7362"/>
                  </a:lnTo>
                  <a:cubicBezTo>
                    <a:pt x="4162" y="7005"/>
                    <a:pt x="4162" y="6417"/>
                    <a:pt x="4785" y="6056"/>
                  </a:cubicBezTo>
                  <a:lnTo>
                    <a:pt x="10486" y="2764"/>
                  </a:lnTo>
                  <a:cubicBezTo>
                    <a:pt x="10528" y="2739"/>
                    <a:pt x="10571" y="2717"/>
                    <a:pt x="10618" y="2704"/>
                  </a:cubicBezTo>
                  <a:cubicBezTo>
                    <a:pt x="10647" y="2681"/>
                    <a:pt x="10680" y="2667"/>
                    <a:pt x="10715" y="2662"/>
                  </a:cubicBezTo>
                  <a:cubicBezTo>
                    <a:pt x="10732" y="2647"/>
                    <a:pt x="10752" y="2637"/>
                    <a:pt x="10775" y="2634"/>
                  </a:cubicBezTo>
                  <a:cubicBezTo>
                    <a:pt x="10854" y="2606"/>
                    <a:pt x="10936" y="2580"/>
                    <a:pt x="11019" y="2562"/>
                  </a:cubicBezTo>
                  <a:cubicBezTo>
                    <a:pt x="11116" y="2535"/>
                    <a:pt x="11215" y="2519"/>
                    <a:pt x="11315" y="2512"/>
                  </a:cubicBezTo>
                  <a:cubicBezTo>
                    <a:pt x="11417" y="2500"/>
                    <a:pt x="11519" y="2494"/>
                    <a:pt x="11622" y="2494"/>
                  </a:cubicBezTo>
                  <a:cubicBezTo>
                    <a:pt x="11637" y="2493"/>
                    <a:pt x="11652" y="2493"/>
                    <a:pt x="11667" y="2493"/>
                  </a:cubicBezTo>
                  <a:cubicBezTo>
                    <a:pt x="11754" y="2493"/>
                    <a:pt x="11841" y="2501"/>
                    <a:pt x="11928" y="2514"/>
                  </a:cubicBezTo>
                  <a:cubicBezTo>
                    <a:pt x="12005" y="2520"/>
                    <a:pt x="12082" y="2532"/>
                    <a:pt x="12157" y="2547"/>
                  </a:cubicBezTo>
                  <a:lnTo>
                    <a:pt x="12309" y="2587"/>
                  </a:lnTo>
                  <a:cubicBezTo>
                    <a:pt x="12391" y="2607"/>
                    <a:pt x="12469" y="2634"/>
                    <a:pt x="12546" y="2671"/>
                  </a:cubicBezTo>
                  <a:cubicBezTo>
                    <a:pt x="12615" y="2699"/>
                    <a:pt x="12687" y="2734"/>
                    <a:pt x="12750" y="2764"/>
                  </a:cubicBezTo>
                  <a:lnTo>
                    <a:pt x="54284" y="26740"/>
                  </a:lnTo>
                  <a:lnTo>
                    <a:pt x="54289" y="26737"/>
                  </a:lnTo>
                  <a:lnTo>
                    <a:pt x="56772" y="28174"/>
                  </a:lnTo>
                  <a:cubicBezTo>
                    <a:pt x="57556" y="28626"/>
                    <a:pt x="58264" y="29395"/>
                    <a:pt x="58777" y="30284"/>
                  </a:cubicBezTo>
                  <a:lnTo>
                    <a:pt x="61472" y="28728"/>
                  </a:lnTo>
                  <a:cubicBezTo>
                    <a:pt x="60996" y="27893"/>
                    <a:pt x="60329" y="27168"/>
                    <a:pt x="59592" y="26742"/>
                  </a:cubicBezTo>
                  <a:cubicBezTo>
                    <a:pt x="59228" y="26528"/>
                    <a:pt x="58879" y="26331"/>
                    <a:pt x="58560" y="26144"/>
                  </a:cubicBezTo>
                  <a:lnTo>
                    <a:pt x="58107" y="25885"/>
                  </a:lnTo>
                  <a:cubicBezTo>
                    <a:pt x="57901" y="25761"/>
                    <a:pt x="57711" y="25652"/>
                    <a:pt x="57549" y="25557"/>
                  </a:cubicBezTo>
                  <a:cubicBezTo>
                    <a:pt x="57462" y="25510"/>
                    <a:pt x="57392" y="25467"/>
                    <a:pt x="57325" y="25430"/>
                  </a:cubicBezTo>
                  <a:cubicBezTo>
                    <a:pt x="57255" y="25388"/>
                    <a:pt x="57200" y="25358"/>
                    <a:pt x="57146" y="25330"/>
                  </a:cubicBezTo>
                  <a:cubicBezTo>
                    <a:pt x="57079" y="25293"/>
                    <a:pt x="57031" y="25260"/>
                    <a:pt x="56994" y="25236"/>
                  </a:cubicBezTo>
                  <a:cubicBezTo>
                    <a:pt x="56961" y="25218"/>
                    <a:pt x="56939" y="25208"/>
                    <a:pt x="56939" y="25208"/>
                  </a:cubicBezTo>
                  <a:lnTo>
                    <a:pt x="14454" y="677"/>
                  </a:lnTo>
                  <a:cubicBezTo>
                    <a:pt x="13673" y="226"/>
                    <a:pt x="12648" y="1"/>
                    <a:pt x="11623" y="1"/>
                  </a:cubicBezTo>
                  <a:close/>
                </a:path>
              </a:pathLst>
            </a:custGeom>
            <a:solidFill>
              <a:srgbClr val="AACA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28"/>
            <p:cNvSpPr/>
            <p:nvPr/>
          </p:nvSpPr>
          <p:spPr>
            <a:xfrm>
              <a:off x="6020275" y="3539163"/>
              <a:ext cx="1618475" cy="1012525"/>
            </a:xfrm>
            <a:custGeom>
              <a:avLst/>
              <a:gdLst/>
              <a:ahLst/>
              <a:cxnLst/>
              <a:rect l="l" t="t" r="r" b="b"/>
              <a:pathLst>
                <a:path w="64739" h="40501" extrusionOk="0">
                  <a:moveTo>
                    <a:pt x="64739" y="1"/>
                  </a:moveTo>
                  <a:cubicBezTo>
                    <a:pt x="64739" y="947"/>
                    <a:pt x="63766" y="1520"/>
                    <a:pt x="63324" y="1775"/>
                  </a:cubicBezTo>
                  <a:lnTo>
                    <a:pt x="5317" y="35271"/>
                  </a:lnTo>
                  <a:cubicBezTo>
                    <a:pt x="5317" y="35278"/>
                    <a:pt x="2831" y="36710"/>
                    <a:pt x="2831" y="36710"/>
                  </a:cubicBezTo>
                  <a:cubicBezTo>
                    <a:pt x="2046" y="37161"/>
                    <a:pt x="1027" y="37390"/>
                    <a:pt x="1" y="37390"/>
                  </a:cubicBezTo>
                  <a:lnTo>
                    <a:pt x="1" y="40501"/>
                  </a:lnTo>
                  <a:cubicBezTo>
                    <a:pt x="15" y="40501"/>
                    <a:pt x="30" y="40501"/>
                    <a:pt x="44" y="40501"/>
                  </a:cubicBezTo>
                  <a:cubicBezTo>
                    <a:pt x="990" y="40501"/>
                    <a:pt x="1933" y="40285"/>
                    <a:pt x="2661" y="39868"/>
                  </a:cubicBezTo>
                  <a:cubicBezTo>
                    <a:pt x="3027" y="39659"/>
                    <a:pt x="3374" y="39455"/>
                    <a:pt x="3695" y="39273"/>
                  </a:cubicBezTo>
                  <a:lnTo>
                    <a:pt x="4146" y="39010"/>
                  </a:lnTo>
                  <a:cubicBezTo>
                    <a:pt x="4355" y="38893"/>
                    <a:pt x="4544" y="38781"/>
                    <a:pt x="4707" y="38690"/>
                  </a:cubicBezTo>
                  <a:cubicBezTo>
                    <a:pt x="4793" y="38638"/>
                    <a:pt x="4864" y="38598"/>
                    <a:pt x="4930" y="38559"/>
                  </a:cubicBezTo>
                  <a:cubicBezTo>
                    <a:pt x="5001" y="38521"/>
                    <a:pt x="5053" y="38487"/>
                    <a:pt x="5107" y="38456"/>
                  </a:cubicBezTo>
                  <a:cubicBezTo>
                    <a:pt x="5172" y="38416"/>
                    <a:pt x="5224" y="38391"/>
                    <a:pt x="5264" y="38370"/>
                  </a:cubicBezTo>
                  <a:cubicBezTo>
                    <a:pt x="5295" y="38350"/>
                    <a:pt x="5316" y="38337"/>
                    <a:pt x="5316" y="38337"/>
                  </a:cubicBezTo>
                  <a:lnTo>
                    <a:pt x="63324" y="4845"/>
                  </a:lnTo>
                  <a:cubicBezTo>
                    <a:pt x="64106" y="4392"/>
                    <a:pt x="64739" y="3341"/>
                    <a:pt x="64739" y="2492"/>
                  </a:cubicBezTo>
                  <a:lnTo>
                    <a:pt x="64739" y="1"/>
                  </a:lnTo>
                  <a:close/>
                </a:path>
              </a:pathLst>
            </a:custGeom>
            <a:solidFill>
              <a:srgbClr val="5C5C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28"/>
            <p:cNvSpPr/>
            <p:nvPr/>
          </p:nvSpPr>
          <p:spPr>
            <a:xfrm>
              <a:off x="4650975" y="2758038"/>
              <a:ext cx="2997550" cy="1715875"/>
            </a:xfrm>
            <a:custGeom>
              <a:avLst/>
              <a:gdLst/>
              <a:ahLst/>
              <a:cxnLst/>
              <a:rect l="l" t="t" r="r" b="b"/>
              <a:pathLst>
                <a:path w="119902" h="68635" extrusionOk="0">
                  <a:moveTo>
                    <a:pt x="65859" y="1"/>
                  </a:moveTo>
                  <a:cubicBezTo>
                    <a:pt x="64842" y="1"/>
                    <a:pt x="63826" y="223"/>
                    <a:pt x="63050" y="667"/>
                  </a:cubicBezTo>
                  <a:lnTo>
                    <a:pt x="9651" y="31254"/>
                  </a:lnTo>
                  <a:lnTo>
                    <a:pt x="6992" y="32785"/>
                  </a:lnTo>
                  <a:lnTo>
                    <a:pt x="8" y="36780"/>
                  </a:lnTo>
                  <a:lnTo>
                    <a:pt x="1" y="36786"/>
                  </a:lnTo>
                  <a:cubicBezTo>
                    <a:pt x="4" y="36818"/>
                    <a:pt x="11" y="36851"/>
                    <a:pt x="21" y="36883"/>
                  </a:cubicBezTo>
                  <a:cubicBezTo>
                    <a:pt x="16" y="36905"/>
                    <a:pt x="19" y="36928"/>
                    <a:pt x="28" y="36948"/>
                  </a:cubicBezTo>
                  <a:cubicBezTo>
                    <a:pt x="41" y="37034"/>
                    <a:pt x="61" y="37115"/>
                    <a:pt x="86" y="37197"/>
                  </a:cubicBezTo>
                  <a:cubicBezTo>
                    <a:pt x="113" y="37294"/>
                    <a:pt x="148" y="37388"/>
                    <a:pt x="191" y="37478"/>
                  </a:cubicBezTo>
                  <a:cubicBezTo>
                    <a:pt x="232" y="37573"/>
                    <a:pt x="278" y="37665"/>
                    <a:pt x="328" y="37754"/>
                  </a:cubicBezTo>
                  <a:cubicBezTo>
                    <a:pt x="377" y="37844"/>
                    <a:pt x="434" y="37929"/>
                    <a:pt x="499" y="38008"/>
                  </a:cubicBezTo>
                  <a:cubicBezTo>
                    <a:pt x="542" y="38073"/>
                    <a:pt x="591" y="38133"/>
                    <a:pt x="643" y="38191"/>
                  </a:cubicBezTo>
                  <a:lnTo>
                    <a:pt x="753" y="38302"/>
                  </a:lnTo>
                  <a:cubicBezTo>
                    <a:pt x="813" y="38360"/>
                    <a:pt x="876" y="38415"/>
                    <a:pt x="943" y="38465"/>
                  </a:cubicBezTo>
                  <a:cubicBezTo>
                    <a:pt x="1002" y="38512"/>
                    <a:pt x="1067" y="38557"/>
                    <a:pt x="1125" y="38596"/>
                  </a:cubicBezTo>
                  <a:lnTo>
                    <a:pt x="49458" y="66516"/>
                  </a:lnTo>
                  <a:lnTo>
                    <a:pt x="49463" y="66516"/>
                  </a:lnTo>
                  <a:lnTo>
                    <a:pt x="51942" y="67948"/>
                  </a:lnTo>
                  <a:cubicBezTo>
                    <a:pt x="52771" y="68409"/>
                    <a:pt x="53715" y="68635"/>
                    <a:pt x="54773" y="68635"/>
                  </a:cubicBezTo>
                  <a:cubicBezTo>
                    <a:pt x="55794" y="68635"/>
                    <a:pt x="56819" y="68404"/>
                    <a:pt x="57605" y="67955"/>
                  </a:cubicBezTo>
                  <a:lnTo>
                    <a:pt x="60083" y="66523"/>
                  </a:lnTo>
                  <a:lnTo>
                    <a:pt x="118338" y="32890"/>
                  </a:lnTo>
                  <a:cubicBezTo>
                    <a:pt x="119902" y="31988"/>
                    <a:pt x="119902" y="30516"/>
                    <a:pt x="118345" y="29607"/>
                  </a:cubicBezTo>
                  <a:lnTo>
                    <a:pt x="110597" y="25089"/>
                  </a:lnTo>
                  <a:lnTo>
                    <a:pt x="68712" y="687"/>
                  </a:lnTo>
                  <a:cubicBezTo>
                    <a:pt x="67925" y="229"/>
                    <a:pt x="66891" y="1"/>
                    <a:pt x="65859" y="1"/>
                  </a:cubicBezTo>
                  <a:close/>
                </a:path>
              </a:pathLst>
            </a:custGeom>
            <a:solidFill>
              <a:srgbClr val="4949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28"/>
            <p:cNvSpPr/>
            <p:nvPr/>
          </p:nvSpPr>
          <p:spPr>
            <a:xfrm>
              <a:off x="4692225" y="3318263"/>
              <a:ext cx="2900950" cy="1116475"/>
            </a:xfrm>
            <a:custGeom>
              <a:avLst/>
              <a:gdLst/>
              <a:ahLst/>
              <a:cxnLst/>
              <a:rect l="l" t="t" r="r" b="b"/>
              <a:pathLst>
                <a:path w="116038" h="44659" extrusionOk="0">
                  <a:moveTo>
                    <a:pt x="116038" y="0"/>
                  </a:moveTo>
                  <a:lnTo>
                    <a:pt x="53123" y="36438"/>
                  </a:lnTo>
                  <a:lnTo>
                    <a:pt x="0" y="5761"/>
                  </a:lnTo>
                  <a:lnTo>
                    <a:pt x="7" y="14486"/>
                  </a:lnTo>
                  <a:lnTo>
                    <a:pt x="51489" y="44221"/>
                  </a:lnTo>
                  <a:cubicBezTo>
                    <a:pt x="51994" y="44512"/>
                    <a:pt x="52558" y="44658"/>
                    <a:pt x="53123" y="44658"/>
                  </a:cubicBezTo>
                  <a:cubicBezTo>
                    <a:pt x="53687" y="44658"/>
                    <a:pt x="54252" y="44512"/>
                    <a:pt x="54758" y="44221"/>
                  </a:cubicBezTo>
                  <a:lnTo>
                    <a:pt x="115221" y="9310"/>
                  </a:lnTo>
                  <a:cubicBezTo>
                    <a:pt x="115727" y="9017"/>
                    <a:pt x="116038" y="8478"/>
                    <a:pt x="116038" y="7895"/>
                  </a:cubicBezTo>
                  <a:lnTo>
                    <a:pt x="1160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28"/>
            <p:cNvSpPr/>
            <p:nvPr/>
          </p:nvSpPr>
          <p:spPr>
            <a:xfrm>
              <a:off x="6020275" y="3318213"/>
              <a:ext cx="1572900" cy="1116525"/>
            </a:xfrm>
            <a:custGeom>
              <a:avLst/>
              <a:gdLst/>
              <a:ahLst/>
              <a:cxnLst/>
              <a:rect l="l" t="t" r="r" b="b"/>
              <a:pathLst>
                <a:path w="62916" h="44661" extrusionOk="0">
                  <a:moveTo>
                    <a:pt x="62916" y="0"/>
                  </a:moveTo>
                  <a:lnTo>
                    <a:pt x="1" y="36440"/>
                  </a:lnTo>
                  <a:lnTo>
                    <a:pt x="1" y="44661"/>
                  </a:lnTo>
                  <a:cubicBezTo>
                    <a:pt x="576" y="44661"/>
                    <a:pt x="1139" y="44508"/>
                    <a:pt x="1636" y="44223"/>
                  </a:cubicBezTo>
                  <a:lnTo>
                    <a:pt x="62099" y="9312"/>
                  </a:lnTo>
                  <a:cubicBezTo>
                    <a:pt x="62605" y="9019"/>
                    <a:pt x="62916" y="8480"/>
                    <a:pt x="62916" y="7895"/>
                  </a:cubicBezTo>
                  <a:lnTo>
                    <a:pt x="62916" y="0"/>
                  </a:lnTo>
                  <a:close/>
                </a:path>
              </a:pathLst>
            </a:custGeom>
            <a:solidFill>
              <a:srgbClr val="DAE6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28"/>
            <p:cNvSpPr/>
            <p:nvPr/>
          </p:nvSpPr>
          <p:spPr>
            <a:xfrm>
              <a:off x="6020275" y="3232513"/>
              <a:ext cx="1618475" cy="1012550"/>
            </a:xfrm>
            <a:custGeom>
              <a:avLst/>
              <a:gdLst/>
              <a:ahLst/>
              <a:cxnLst/>
              <a:rect l="l" t="t" r="r" b="b"/>
              <a:pathLst>
                <a:path w="64739" h="40502" extrusionOk="0">
                  <a:moveTo>
                    <a:pt x="64739" y="0"/>
                  </a:moveTo>
                  <a:cubicBezTo>
                    <a:pt x="64739" y="979"/>
                    <a:pt x="63740" y="1537"/>
                    <a:pt x="63324" y="1776"/>
                  </a:cubicBezTo>
                  <a:lnTo>
                    <a:pt x="37152" y="16885"/>
                  </a:lnTo>
                  <a:lnTo>
                    <a:pt x="5317" y="35272"/>
                  </a:lnTo>
                  <a:cubicBezTo>
                    <a:pt x="5311" y="35272"/>
                    <a:pt x="2838" y="36697"/>
                    <a:pt x="2838" y="36697"/>
                  </a:cubicBezTo>
                  <a:cubicBezTo>
                    <a:pt x="2047" y="37155"/>
                    <a:pt x="1027" y="37377"/>
                    <a:pt x="1" y="37377"/>
                  </a:cubicBezTo>
                  <a:lnTo>
                    <a:pt x="1" y="40502"/>
                  </a:lnTo>
                  <a:cubicBezTo>
                    <a:pt x="15" y="40502"/>
                    <a:pt x="30" y="40502"/>
                    <a:pt x="44" y="40502"/>
                  </a:cubicBezTo>
                  <a:cubicBezTo>
                    <a:pt x="990" y="40502"/>
                    <a:pt x="1933" y="40286"/>
                    <a:pt x="2662" y="39868"/>
                  </a:cubicBezTo>
                  <a:cubicBezTo>
                    <a:pt x="3028" y="39659"/>
                    <a:pt x="3374" y="39456"/>
                    <a:pt x="3695" y="39272"/>
                  </a:cubicBezTo>
                  <a:lnTo>
                    <a:pt x="4146" y="39011"/>
                  </a:lnTo>
                  <a:cubicBezTo>
                    <a:pt x="4644" y="38730"/>
                    <a:pt x="5016" y="38513"/>
                    <a:pt x="5199" y="38403"/>
                  </a:cubicBezTo>
                  <a:lnTo>
                    <a:pt x="5304" y="38343"/>
                  </a:lnTo>
                  <a:cubicBezTo>
                    <a:pt x="5316" y="38338"/>
                    <a:pt x="39812" y="18415"/>
                    <a:pt x="39812" y="18415"/>
                  </a:cubicBezTo>
                  <a:lnTo>
                    <a:pt x="63324" y="4842"/>
                  </a:lnTo>
                  <a:cubicBezTo>
                    <a:pt x="64106" y="4391"/>
                    <a:pt x="64739" y="3338"/>
                    <a:pt x="64739" y="2491"/>
                  </a:cubicBezTo>
                  <a:cubicBezTo>
                    <a:pt x="64739" y="2095"/>
                    <a:pt x="64739" y="0"/>
                    <a:pt x="64739" y="0"/>
                  </a:cubicBezTo>
                  <a:close/>
                </a:path>
              </a:pathLst>
            </a:custGeom>
            <a:solidFill>
              <a:srgbClr val="5C5C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28"/>
            <p:cNvSpPr/>
            <p:nvPr/>
          </p:nvSpPr>
          <p:spPr>
            <a:xfrm>
              <a:off x="4604300" y="2451188"/>
              <a:ext cx="3044225" cy="1715775"/>
            </a:xfrm>
            <a:custGeom>
              <a:avLst/>
              <a:gdLst/>
              <a:ahLst/>
              <a:cxnLst/>
              <a:rect l="l" t="t" r="r" b="b"/>
              <a:pathLst>
                <a:path w="121769" h="68631" extrusionOk="0">
                  <a:moveTo>
                    <a:pt x="95" y="37825"/>
                  </a:moveTo>
                  <a:lnTo>
                    <a:pt x="95" y="37825"/>
                  </a:lnTo>
                  <a:cubicBezTo>
                    <a:pt x="61" y="37839"/>
                    <a:pt x="29" y="37858"/>
                    <a:pt x="0" y="37879"/>
                  </a:cubicBezTo>
                  <a:lnTo>
                    <a:pt x="95" y="37825"/>
                  </a:lnTo>
                  <a:close/>
                  <a:moveTo>
                    <a:pt x="67720" y="0"/>
                  </a:moveTo>
                  <a:cubicBezTo>
                    <a:pt x="66705" y="0"/>
                    <a:pt x="65692" y="222"/>
                    <a:pt x="64917" y="669"/>
                  </a:cubicBezTo>
                  <a:lnTo>
                    <a:pt x="95" y="37825"/>
                  </a:lnTo>
                  <a:lnTo>
                    <a:pt x="95" y="37825"/>
                  </a:lnTo>
                  <a:cubicBezTo>
                    <a:pt x="111" y="37818"/>
                    <a:pt x="127" y="37812"/>
                    <a:pt x="144" y="37808"/>
                  </a:cubicBezTo>
                  <a:cubicBezTo>
                    <a:pt x="179" y="37784"/>
                    <a:pt x="219" y="37767"/>
                    <a:pt x="261" y="37761"/>
                  </a:cubicBezTo>
                  <a:cubicBezTo>
                    <a:pt x="299" y="37741"/>
                    <a:pt x="341" y="37729"/>
                    <a:pt x="384" y="37722"/>
                  </a:cubicBezTo>
                  <a:cubicBezTo>
                    <a:pt x="444" y="37702"/>
                    <a:pt x="506" y="37689"/>
                    <a:pt x="568" y="37682"/>
                  </a:cubicBezTo>
                  <a:cubicBezTo>
                    <a:pt x="633" y="37677"/>
                    <a:pt x="698" y="37671"/>
                    <a:pt x="764" y="37671"/>
                  </a:cubicBezTo>
                  <a:cubicBezTo>
                    <a:pt x="772" y="37670"/>
                    <a:pt x="781" y="37670"/>
                    <a:pt x="789" y="37670"/>
                  </a:cubicBezTo>
                  <a:cubicBezTo>
                    <a:pt x="884" y="37670"/>
                    <a:pt x="979" y="37679"/>
                    <a:pt x="1071" y="37696"/>
                  </a:cubicBezTo>
                  <a:cubicBezTo>
                    <a:pt x="1178" y="37711"/>
                    <a:pt x="1283" y="37736"/>
                    <a:pt x="1385" y="37767"/>
                  </a:cubicBezTo>
                  <a:cubicBezTo>
                    <a:pt x="1611" y="37843"/>
                    <a:pt x="1831" y="37940"/>
                    <a:pt x="2038" y="38056"/>
                  </a:cubicBezTo>
                  <a:lnTo>
                    <a:pt x="3692" y="39010"/>
                  </a:lnTo>
                  <a:lnTo>
                    <a:pt x="11518" y="43528"/>
                  </a:lnTo>
                  <a:lnTo>
                    <a:pt x="51325" y="66525"/>
                  </a:lnTo>
                  <a:lnTo>
                    <a:pt x="51330" y="66525"/>
                  </a:lnTo>
                  <a:lnTo>
                    <a:pt x="53803" y="67950"/>
                  </a:lnTo>
                  <a:cubicBezTo>
                    <a:pt x="54610" y="68377"/>
                    <a:pt x="55516" y="68631"/>
                    <a:pt x="56569" y="68631"/>
                  </a:cubicBezTo>
                  <a:cubicBezTo>
                    <a:pt x="56592" y="68631"/>
                    <a:pt x="56616" y="68630"/>
                    <a:pt x="56640" y="68630"/>
                  </a:cubicBezTo>
                  <a:cubicBezTo>
                    <a:pt x="57661" y="68630"/>
                    <a:pt x="58686" y="68408"/>
                    <a:pt x="59472" y="67957"/>
                  </a:cubicBezTo>
                  <a:lnTo>
                    <a:pt x="61950" y="66525"/>
                  </a:lnTo>
                  <a:lnTo>
                    <a:pt x="112464" y="37363"/>
                  </a:lnTo>
                  <a:lnTo>
                    <a:pt x="120205" y="32890"/>
                  </a:lnTo>
                  <a:cubicBezTo>
                    <a:pt x="121769" y="31981"/>
                    <a:pt x="121769" y="30518"/>
                    <a:pt x="120212" y="29609"/>
                  </a:cubicBezTo>
                  <a:lnTo>
                    <a:pt x="70579" y="689"/>
                  </a:lnTo>
                  <a:cubicBezTo>
                    <a:pt x="69791" y="231"/>
                    <a:pt x="68755" y="0"/>
                    <a:pt x="67720" y="0"/>
                  </a:cubicBezTo>
                  <a:close/>
                </a:path>
              </a:pathLst>
            </a:custGeom>
            <a:solidFill>
              <a:srgbClr val="898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28"/>
            <p:cNvSpPr/>
            <p:nvPr/>
          </p:nvSpPr>
          <p:spPr>
            <a:xfrm>
              <a:off x="4778050" y="2462863"/>
              <a:ext cx="2769825" cy="1598550"/>
            </a:xfrm>
            <a:custGeom>
              <a:avLst/>
              <a:gdLst/>
              <a:ahLst/>
              <a:cxnLst/>
              <a:rect l="l" t="t" r="r" b="b"/>
              <a:pathLst>
                <a:path w="110793" h="63942" extrusionOk="0">
                  <a:moveTo>
                    <a:pt x="63163" y="0"/>
                  </a:moveTo>
                  <a:lnTo>
                    <a:pt x="939" y="35924"/>
                  </a:lnTo>
                  <a:cubicBezTo>
                    <a:pt x="1" y="36467"/>
                    <a:pt x="1" y="37344"/>
                    <a:pt x="939" y="37887"/>
                  </a:cubicBezTo>
                  <a:lnTo>
                    <a:pt x="45332" y="63535"/>
                  </a:lnTo>
                  <a:cubicBezTo>
                    <a:pt x="45801" y="63806"/>
                    <a:pt x="46417" y="63942"/>
                    <a:pt x="47032" y="63942"/>
                  </a:cubicBezTo>
                  <a:cubicBezTo>
                    <a:pt x="47647" y="63942"/>
                    <a:pt x="48261" y="63806"/>
                    <a:pt x="48729" y="63535"/>
                  </a:cubicBezTo>
                  <a:lnTo>
                    <a:pt x="110792" y="27702"/>
                  </a:lnTo>
                  <a:lnTo>
                    <a:pt x="63629" y="222"/>
                  </a:lnTo>
                  <a:cubicBezTo>
                    <a:pt x="63484" y="137"/>
                    <a:pt x="63323" y="69"/>
                    <a:pt x="63163" y="0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28"/>
            <p:cNvSpPr/>
            <p:nvPr/>
          </p:nvSpPr>
          <p:spPr>
            <a:xfrm>
              <a:off x="4584500" y="3392938"/>
              <a:ext cx="1435850" cy="1158750"/>
            </a:xfrm>
            <a:custGeom>
              <a:avLst/>
              <a:gdLst/>
              <a:ahLst/>
              <a:cxnLst/>
              <a:rect l="l" t="t" r="r" b="b"/>
              <a:pathLst>
                <a:path w="57434" h="46350" extrusionOk="0">
                  <a:moveTo>
                    <a:pt x="1581" y="0"/>
                  </a:moveTo>
                  <a:cubicBezTo>
                    <a:pt x="1573" y="0"/>
                    <a:pt x="1564" y="0"/>
                    <a:pt x="1556" y="1"/>
                  </a:cubicBezTo>
                  <a:cubicBezTo>
                    <a:pt x="1490" y="1"/>
                    <a:pt x="1425" y="7"/>
                    <a:pt x="1360" y="12"/>
                  </a:cubicBezTo>
                  <a:cubicBezTo>
                    <a:pt x="1297" y="19"/>
                    <a:pt x="1236" y="32"/>
                    <a:pt x="1176" y="52"/>
                  </a:cubicBezTo>
                  <a:cubicBezTo>
                    <a:pt x="1133" y="59"/>
                    <a:pt x="1091" y="71"/>
                    <a:pt x="1053" y="91"/>
                  </a:cubicBezTo>
                  <a:cubicBezTo>
                    <a:pt x="1011" y="101"/>
                    <a:pt x="971" y="116"/>
                    <a:pt x="934" y="138"/>
                  </a:cubicBezTo>
                  <a:cubicBezTo>
                    <a:pt x="916" y="144"/>
                    <a:pt x="902" y="151"/>
                    <a:pt x="882" y="158"/>
                  </a:cubicBezTo>
                  <a:lnTo>
                    <a:pt x="790" y="209"/>
                  </a:lnTo>
                  <a:lnTo>
                    <a:pt x="784" y="209"/>
                  </a:lnTo>
                  <a:cubicBezTo>
                    <a:pt x="301" y="523"/>
                    <a:pt x="0" y="1143"/>
                    <a:pt x="0" y="2020"/>
                  </a:cubicBezTo>
                  <a:lnTo>
                    <a:pt x="0" y="10814"/>
                  </a:lnTo>
                  <a:cubicBezTo>
                    <a:pt x="0" y="12618"/>
                    <a:pt x="1268" y="14815"/>
                    <a:pt x="2830" y="15718"/>
                  </a:cubicBezTo>
                  <a:lnTo>
                    <a:pt x="52117" y="44186"/>
                  </a:lnTo>
                  <a:cubicBezTo>
                    <a:pt x="52117" y="44186"/>
                    <a:pt x="52137" y="44199"/>
                    <a:pt x="52169" y="44219"/>
                  </a:cubicBezTo>
                  <a:cubicBezTo>
                    <a:pt x="52209" y="44238"/>
                    <a:pt x="52261" y="44265"/>
                    <a:pt x="52326" y="44303"/>
                  </a:cubicBezTo>
                  <a:cubicBezTo>
                    <a:pt x="52379" y="44336"/>
                    <a:pt x="52431" y="44368"/>
                    <a:pt x="52503" y="44408"/>
                  </a:cubicBezTo>
                  <a:cubicBezTo>
                    <a:pt x="52568" y="44447"/>
                    <a:pt x="52640" y="44487"/>
                    <a:pt x="52725" y="44539"/>
                  </a:cubicBezTo>
                  <a:cubicBezTo>
                    <a:pt x="52889" y="44629"/>
                    <a:pt x="53079" y="44741"/>
                    <a:pt x="53288" y="44859"/>
                  </a:cubicBezTo>
                  <a:lnTo>
                    <a:pt x="53739" y="45120"/>
                  </a:lnTo>
                  <a:cubicBezTo>
                    <a:pt x="54058" y="45304"/>
                    <a:pt x="54406" y="45508"/>
                    <a:pt x="54772" y="45717"/>
                  </a:cubicBezTo>
                  <a:cubicBezTo>
                    <a:pt x="55501" y="46134"/>
                    <a:pt x="56444" y="46350"/>
                    <a:pt x="57390" y="46350"/>
                  </a:cubicBezTo>
                  <a:cubicBezTo>
                    <a:pt x="57405" y="46350"/>
                    <a:pt x="57419" y="46350"/>
                    <a:pt x="57433" y="46350"/>
                  </a:cubicBezTo>
                  <a:lnTo>
                    <a:pt x="57433" y="43239"/>
                  </a:lnTo>
                  <a:cubicBezTo>
                    <a:pt x="56406" y="43239"/>
                    <a:pt x="55387" y="43010"/>
                    <a:pt x="54601" y="42559"/>
                  </a:cubicBezTo>
                  <a:lnTo>
                    <a:pt x="52117" y="41127"/>
                  </a:lnTo>
                  <a:lnTo>
                    <a:pt x="52117" y="41120"/>
                  </a:lnTo>
                  <a:lnTo>
                    <a:pt x="3784" y="13200"/>
                  </a:lnTo>
                  <a:cubicBezTo>
                    <a:pt x="3726" y="13161"/>
                    <a:pt x="3661" y="13114"/>
                    <a:pt x="3602" y="13069"/>
                  </a:cubicBezTo>
                  <a:cubicBezTo>
                    <a:pt x="3532" y="13023"/>
                    <a:pt x="3469" y="12967"/>
                    <a:pt x="3412" y="12906"/>
                  </a:cubicBezTo>
                  <a:lnTo>
                    <a:pt x="3302" y="12795"/>
                  </a:lnTo>
                  <a:cubicBezTo>
                    <a:pt x="3250" y="12737"/>
                    <a:pt x="3201" y="12675"/>
                    <a:pt x="3158" y="12612"/>
                  </a:cubicBezTo>
                  <a:cubicBezTo>
                    <a:pt x="3093" y="12531"/>
                    <a:pt x="3036" y="12446"/>
                    <a:pt x="2987" y="12358"/>
                  </a:cubicBezTo>
                  <a:cubicBezTo>
                    <a:pt x="2937" y="12267"/>
                    <a:pt x="2891" y="12177"/>
                    <a:pt x="2850" y="12082"/>
                  </a:cubicBezTo>
                  <a:cubicBezTo>
                    <a:pt x="2807" y="11992"/>
                    <a:pt x="2772" y="11898"/>
                    <a:pt x="2745" y="11801"/>
                  </a:cubicBezTo>
                  <a:cubicBezTo>
                    <a:pt x="2720" y="11719"/>
                    <a:pt x="2700" y="11638"/>
                    <a:pt x="2687" y="11552"/>
                  </a:cubicBezTo>
                  <a:cubicBezTo>
                    <a:pt x="2678" y="11532"/>
                    <a:pt x="2675" y="11509"/>
                    <a:pt x="2680" y="11487"/>
                  </a:cubicBezTo>
                  <a:cubicBezTo>
                    <a:pt x="2667" y="11454"/>
                    <a:pt x="2662" y="11419"/>
                    <a:pt x="2667" y="11384"/>
                  </a:cubicBezTo>
                  <a:cubicBezTo>
                    <a:pt x="2657" y="11335"/>
                    <a:pt x="2652" y="11287"/>
                    <a:pt x="2653" y="11240"/>
                  </a:cubicBezTo>
                  <a:lnTo>
                    <a:pt x="2653" y="4655"/>
                  </a:lnTo>
                  <a:cubicBezTo>
                    <a:pt x="2653" y="4144"/>
                    <a:pt x="2911" y="3848"/>
                    <a:pt x="3282" y="3848"/>
                  </a:cubicBezTo>
                  <a:cubicBezTo>
                    <a:pt x="3434" y="3848"/>
                    <a:pt x="3605" y="3897"/>
                    <a:pt x="3784" y="4002"/>
                  </a:cubicBezTo>
                  <a:lnTo>
                    <a:pt x="9651" y="7389"/>
                  </a:lnTo>
                  <a:lnTo>
                    <a:pt x="52117" y="31921"/>
                  </a:lnTo>
                  <a:cubicBezTo>
                    <a:pt x="52122" y="31921"/>
                    <a:pt x="52125" y="31924"/>
                    <a:pt x="52130" y="31928"/>
                  </a:cubicBezTo>
                  <a:lnTo>
                    <a:pt x="52234" y="31986"/>
                  </a:lnTo>
                  <a:cubicBezTo>
                    <a:pt x="52418" y="32096"/>
                    <a:pt x="52790" y="32313"/>
                    <a:pt x="53287" y="32594"/>
                  </a:cubicBezTo>
                  <a:lnTo>
                    <a:pt x="53738" y="32855"/>
                  </a:lnTo>
                  <a:cubicBezTo>
                    <a:pt x="54058" y="33039"/>
                    <a:pt x="54404" y="33242"/>
                    <a:pt x="54770" y="33451"/>
                  </a:cubicBezTo>
                  <a:cubicBezTo>
                    <a:pt x="55499" y="33869"/>
                    <a:pt x="56442" y="34085"/>
                    <a:pt x="57388" y="34085"/>
                  </a:cubicBezTo>
                  <a:cubicBezTo>
                    <a:pt x="57403" y="34085"/>
                    <a:pt x="57417" y="34085"/>
                    <a:pt x="57432" y="34085"/>
                  </a:cubicBezTo>
                  <a:lnTo>
                    <a:pt x="57432" y="30960"/>
                  </a:lnTo>
                  <a:cubicBezTo>
                    <a:pt x="56406" y="30960"/>
                    <a:pt x="55385" y="30738"/>
                    <a:pt x="54601" y="30287"/>
                  </a:cubicBezTo>
                  <a:lnTo>
                    <a:pt x="54595" y="30280"/>
                  </a:lnTo>
                  <a:lnTo>
                    <a:pt x="52122" y="28855"/>
                  </a:lnTo>
                  <a:lnTo>
                    <a:pt x="52117" y="28855"/>
                  </a:lnTo>
                  <a:lnTo>
                    <a:pt x="12310" y="5858"/>
                  </a:lnTo>
                  <a:lnTo>
                    <a:pt x="4484" y="1340"/>
                  </a:lnTo>
                  <a:lnTo>
                    <a:pt x="2830" y="386"/>
                  </a:lnTo>
                  <a:cubicBezTo>
                    <a:pt x="2622" y="270"/>
                    <a:pt x="2403" y="173"/>
                    <a:pt x="2175" y="97"/>
                  </a:cubicBezTo>
                  <a:cubicBezTo>
                    <a:pt x="2074" y="66"/>
                    <a:pt x="1968" y="41"/>
                    <a:pt x="1863" y="26"/>
                  </a:cubicBezTo>
                  <a:cubicBezTo>
                    <a:pt x="1770" y="9"/>
                    <a:pt x="1676" y="0"/>
                    <a:pt x="1581" y="0"/>
                  </a:cubicBezTo>
                  <a:close/>
                </a:path>
              </a:pathLst>
            </a:custGeom>
            <a:solidFill>
              <a:srgbClr val="706E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8"/>
            <p:cNvSpPr/>
            <p:nvPr/>
          </p:nvSpPr>
          <p:spPr>
            <a:xfrm>
              <a:off x="5953750" y="2964038"/>
              <a:ext cx="1618475" cy="1012525"/>
            </a:xfrm>
            <a:custGeom>
              <a:avLst/>
              <a:gdLst/>
              <a:ahLst/>
              <a:cxnLst/>
              <a:rect l="l" t="t" r="r" b="b"/>
              <a:pathLst>
                <a:path w="64739" h="40501" extrusionOk="0">
                  <a:moveTo>
                    <a:pt x="64738" y="1"/>
                  </a:moveTo>
                  <a:cubicBezTo>
                    <a:pt x="64738" y="947"/>
                    <a:pt x="63766" y="1520"/>
                    <a:pt x="63323" y="1777"/>
                  </a:cubicBezTo>
                  <a:lnTo>
                    <a:pt x="5317" y="35269"/>
                  </a:lnTo>
                  <a:cubicBezTo>
                    <a:pt x="5317" y="35276"/>
                    <a:pt x="2831" y="36708"/>
                    <a:pt x="2831" y="36708"/>
                  </a:cubicBezTo>
                  <a:cubicBezTo>
                    <a:pt x="2045" y="37159"/>
                    <a:pt x="1026" y="37388"/>
                    <a:pt x="0" y="37388"/>
                  </a:cubicBezTo>
                  <a:lnTo>
                    <a:pt x="0" y="40501"/>
                  </a:lnTo>
                  <a:cubicBezTo>
                    <a:pt x="15" y="40501"/>
                    <a:pt x="29" y="40501"/>
                    <a:pt x="44" y="40501"/>
                  </a:cubicBezTo>
                  <a:cubicBezTo>
                    <a:pt x="990" y="40501"/>
                    <a:pt x="1933" y="40285"/>
                    <a:pt x="2660" y="39866"/>
                  </a:cubicBezTo>
                  <a:cubicBezTo>
                    <a:pt x="3026" y="39657"/>
                    <a:pt x="3374" y="39455"/>
                    <a:pt x="3694" y="39271"/>
                  </a:cubicBezTo>
                  <a:lnTo>
                    <a:pt x="4145" y="39009"/>
                  </a:lnTo>
                  <a:cubicBezTo>
                    <a:pt x="4354" y="38892"/>
                    <a:pt x="4543" y="38780"/>
                    <a:pt x="4707" y="38690"/>
                  </a:cubicBezTo>
                  <a:cubicBezTo>
                    <a:pt x="4792" y="38636"/>
                    <a:pt x="4864" y="38598"/>
                    <a:pt x="4929" y="38558"/>
                  </a:cubicBezTo>
                  <a:cubicBezTo>
                    <a:pt x="5001" y="38519"/>
                    <a:pt x="5054" y="38486"/>
                    <a:pt x="5106" y="38454"/>
                  </a:cubicBezTo>
                  <a:cubicBezTo>
                    <a:pt x="5171" y="38414"/>
                    <a:pt x="5223" y="38389"/>
                    <a:pt x="5263" y="38369"/>
                  </a:cubicBezTo>
                  <a:cubicBezTo>
                    <a:pt x="5295" y="38349"/>
                    <a:pt x="5315" y="38337"/>
                    <a:pt x="5315" y="38337"/>
                  </a:cubicBezTo>
                  <a:lnTo>
                    <a:pt x="63323" y="4843"/>
                  </a:lnTo>
                  <a:cubicBezTo>
                    <a:pt x="64105" y="4392"/>
                    <a:pt x="64738" y="3339"/>
                    <a:pt x="64738" y="2492"/>
                  </a:cubicBezTo>
                  <a:lnTo>
                    <a:pt x="64738" y="1"/>
                  </a:lnTo>
                  <a:close/>
                </a:path>
              </a:pathLst>
            </a:custGeom>
            <a:solidFill>
              <a:srgbClr val="6F89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8"/>
            <p:cNvSpPr/>
            <p:nvPr/>
          </p:nvSpPr>
          <p:spPr>
            <a:xfrm>
              <a:off x="4825575" y="2399063"/>
              <a:ext cx="2756425" cy="1499700"/>
            </a:xfrm>
            <a:custGeom>
              <a:avLst/>
              <a:gdLst/>
              <a:ahLst/>
              <a:cxnLst/>
              <a:rect l="l" t="t" r="r" b="b"/>
              <a:pathLst>
                <a:path w="110257" h="59988" extrusionOk="0">
                  <a:moveTo>
                    <a:pt x="65374" y="1"/>
                  </a:moveTo>
                  <a:cubicBezTo>
                    <a:pt x="64356" y="1"/>
                    <a:pt x="63341" y="223"/>
                    <a:pt x="62565" y="668"/>
                  </a:cubicBezTo>
                  <a:lnTo>
                    <a:pt x="9651" y="31310"/>
                  </a:lnTo>
                  <a:lnTo>
                    <a:pt x="6990" y="32838"/>
                  </a:lnTo>
                  <a:lnTo>
                    <a:pt x="6" y="33706"/>
                  </a:lnTo>
                  <a:lnTo>
                    <a:pt x="1" y="33712"/>
                  </a:lnTo>
                  <a:cubicBezTo>
                    <a:pt x="3" y="33746"/>
                    <a:pt x="9" y="33779"/>
                    <a:pt x="19" y="33811"/>
                  </a:cubicBezTo>
                  <a:cubicBezTo>
                    <a:pt x="14" y="33833"/>
                    <a:pt x="18" y="33856"/>
                    <a:pt x="26" y="33876"/>
                  </a:cubicBezTo>
                  <a:cubicBezTo>
                    <a:pt x="41" y="33960"/>
                    <a:pt x="59" y="34043"/>
                    <a:pt x="84" y="34125"/>
                  </a:cubicBezTo>
                  <a:cubicBezTo>
                    <a:pt x="111" y="34222"/>
                    <a:pt x="146" y="34315"/>
                    <a:pt x="190" y="34406"/>
                  </a:cubicBezTo>
                  <a:cubicBezTo>
                    <a:pt x="230" y="34499"/>
                    <a:pt x="277" y="34591"/>
                    <a:pt x="327" y="34680"/>
                  </a:cubicBezTo>
                  <a:cubicBezTo>
                    <a:pt x="375" y="34770"/>
                    <a:pt x="432" y="34855"/>
                    <a:pt x="497" y="34935"/>
                  </a:cubicBezTo>
                  <a:cubicBezTo>
                    <a:pt x="541" y="34999"/>
                    <a:pt x="589" y="35061"/>
                    <a:pt x="641" y="35119"/>
                  </a:cubicBezTo>
                  <a:lnTo>
                    <a:pt x="751" y="35229"/>
                  </a:lnTo>
                  <a:cubicBezTo>
                    <a:pt x="811" y="35288"/>
                    <a:pt x="875" y="35343"/>
                    <a:pt x="942" y="35393"/>
                  </a:cubicBezTo>
                  <a:cubicBezTo>
                    <a:pt x="1000" y="35438"/>
                    <a:pt x="1065" y="35485"/>
                    <a:pt x="1125" y="35523"/>
                  </a:cubicBezTo>
                  <a:lnTo>
                    <a:pt x="39811" y="57868"/>
                  </a:lnTo>
                  <a:lnTo>
                    <a:pt x="39817" y="57868"/>
                  </a:lnTo>
                  <a:lnTo>
                    <a:pt x="42297" y="59300"/>
                  </a:lnTo>
                  <a:cubicBezTo>
                    <a:pt x="43123" y="59760"/>
                    <a:pt x="44063" y="59987"/>
                    <a:pt x="45116" y="59987"/>
                  </a:cubicBezTo>
                  <a:cubicBezTo>
                    <a:pt x="45119" y="59987"/>
                    <a:pt x="45123" y="59987"/>
                    <a:pt x="45127" y="59987"/>
                  </a:cubicBezTo>
                  <a:cubicBezTo>
                    <a:pt x="46148" y="59987"/>
                    <a:pt x="47174" y="59758"/>
                    <a:pt x="47959" y="59307"/>
                  </a:cubicBezTo>
                  <a:lnTo>
                    <a:pt x="50437" y="57875"/>
                  </a:lnTo>
                  <a:lnTo>
                    <a:pt x="108692" y="24242"/>
                  </a:lnTo>
                  <a:cubicBezTo>
                    <a:pt x="110256" y="23340"/>
                    <a:pt x="110256" y="21870"/>
                    <a:pt x="108699" y="20961"/>
                  </a:cubicBezTo>
                  <a:lnTo>
                    <a:pt x="100952" y="19569"/>
                  </a:lnTo>
                  <a:lnTo>
                    <a:pt x="68228" y="688"/>
                  </a:lnTo>
                  <a:cubicBezTo>
                    <a:pt x="67441" y="230"/>
                    <a:pt x="66406" y="1"/>
                    <a:pt x="65374" y="1"/>
                  </a:cubicBezTo>
                  <a:close/>
                </a:path>
              </a:pathLst>
            </a:custGeom>
            <a:solidFill>
              <a:srgbClr val="4C6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8"/>
            <p:cNvSpPr/>
            <p:nvPr/>
          </p:nvSpPr>
          <p:spPr>
            <a:xfrm>
              <a:off x="4866775" y="2821288"/>
              <a:ext cx="2659875" cy="1038300"/>
            </a:xfrm>
            <a:custGeom>
              <a:avLst/>
              <a:gdLst/>
              <a:ahLst/>
              <a:cxnLst/>
              <a:rect l="l" t="t" r="r" b="b"/>
              <a:pathLst>
                <a:path w="106395" h="41532" extrusionOk="0">
                  <a:moveTo>
                    <a:pt x="106394" y="0"/>
                  </a:moveTo>
                  <a:lnTo>
                    <a:pt x="43479" y="36438"/>
                  </a:lnTo>
                  <a:lnTo>
                    <a:pt x="0" y="11335"/>
                  </a:lnTo>
                  <a:lnTo>
                    <a:pt x="7" y="16934"/>
                  </a:lnTo>
                  <a:lnTo>
                    <a:pt x="41845" y="41093"/>
                  </a:lnTo>
                  <a:cubicBezTo>
                    <a:pt x="42351" y="41385"/>
                    <a:pt x="42915" y="41532"/>
                    <a:pt x="43479" y="41532"/>
                  </a:cubicBezTo>
                  <a:cubicBezTo>
                    <a:pt x="44044" y="41532"/>
                    <a:pt x="44609" y="41385"/>
                    <a:pt x="45115" y="41093"/>
                  </a:cubicBezTo>
                  <a:lnTo>
                    <a:pt x="105577" y="6182"/>
                  </a:lnTo>
                  <a:cubicBezTo>
                    <a:pt x="106082" y="5890"/>
                    <a:pt x="106394" y="5350"/>
                    <a:pt x="106394" y="4767"/>
                  </a:cubicBezTo>
                  <a:lnTo>
                    <a:pt x="1063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28"/>
            <p:cNvSpPr/>
            <p:nvPr/>
          </p:nvSpPr>
          <p:spPr>
            <a:xfrm>
              <a:off x="5953750" y="2821288"/>
              <a:ext cx="1572900" cy="1038275"/>
            </a:xfrm>
            <a:custGeom>
              <a:avLst/>
              <a:gdLst/>
              <a:ahLst/>
              <a:cxnLst/>
              <a:rect l="l" t="t" r="r" b="b"/>
              <a:pathLst>
                <a:path w="62916" h="41531" extrusionOk="0">
                  <a:moveTo>
                    <a:pt x="62915" y="0"/>
                  </a:moveTo>
                  <a:lnTo>
                    <a:pt x="0" y="36438"/>
                  </a:lnTo>
                  <a:lnTo>
                    <a:pt x="0" y="41531"/>
                  </a:lnTo>
                  <a:cubicBezTo>
                    <a:pt x="575" y="41531"/>
                    <a:pt x="1138" y="41380"/>
                    <a:pt x="1636" y="41093"/>
                  </a:cubicBezTo>
                  <a:lnTo>
                    <a:pt x="62098" y="6182"/>
                  </a:lnTo>
                  <a:cubicBezTo>
                    <a:pt x="62603" y="5890"/>
                    <a:pt x="62915" y="5350"/>
                    <a:pt x="62915" y="4767"/>
                  </a:cubicBezTo>
                  <a:lnTo>
                    <a:pt x="62915" y="0"/>
                  </a:lnTo>
                  <a:close/>
                </a:path>
              </a:pathLst>
            </a:custGeom>
            <a:solidFill>
              <a:srgbClr val="DAE6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28"/>
            <p:cNvSpPr/>
            <p:nvPr/>
          </p:nvSpPr>
          <p:spPr>
            <a:xfrm>
              <a:off x="4850150" y="3117113"/>
              <a:ext cx="33275" cy="155425"/>
            </a:xfrm>
            <a:custGeom>
              <a:avLst/>
              <a:gdLst/>
              <a:ahLst/>
              <a:cxnLst/>
              <a:rect l="l" t="t" r="r" b="b"/>
              <a:pathLst>
                <a:path w="1331" h="6217" extrusionOk="0">
                  <a:moveTo>
                    <a:pt x="422" y="0"/>
                  </a:moveTo>
                  <a:cubicBezTo>
                    <a:pt x="174" y="0"/>
                    <a:pt x="0" y="254"/>
                    <a:pt x="0" y="670"/>
                  </a:cubicBezTo>
                  <a:lnTo>
                    <a:pt x="5" y="4781"/>
                  </a:lnTo>
                  <a:cubicBezTo>
                    <a:pt x="5" y="5323"/>
                    <a:pt x="303" y="5933"/>
                    <a:pt x="669" y="6145"/>
                  </a:cubicBezTo>
                  <a:cubicBezTo>
                    <a:pt x="753" y="6194"/>
                    <a:pt x="834" y="6217"/>
                    <a:pt x="909" y="6217"/>
                  </a:cubicBezTo>
                  <a:cubicBezTo>
                    <a:pt x="1156" y="6217"/>
                    <a:pt x="1330" y="5963"/>
                    <a:pt x="1330" y="5547"/>
                  </a:cubicBezTo>
                  <a:lnTo>
                    <a:pt x="1330" y="1438"/>
                  </a:lnTo>
                  <a:cubicBezTo>
                    <a:pt x="1330" y="897"/>
                    <a:pt x="1033" y="285"/>
                    <a:pt x="665" y="73"/>
                  </a:cubicBezTo>
                  <a:cubicBezTo>
                    <a:pt x="579" y="24"/>
                    <a:pt x="497" y="0"/>
                    <a:pt x="422" y="0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28"/>
            <p:cNvSpPr/>
            <p:nvPr/>
          </p:nvSpPr>
          <p:spPr>
            <a:xfrm>
              <a:off x="5953750" y="2735563"/>
              <a:ext cx="1618475" cy="1012525"/>
            </a:xfrm>
            <a:custGeom>
              <a:avLst/>
              <a:gdLst/>
              <a:ahLst/>
              <a:cxnLst/>
              <a:rect l="l" t="t" r="r" b="b"/>
              <a:pathLst>
                <a:path w="64739" h="40501" extrusionOk="0">
                  <a:moveTo>
                    <a:pt x="64738" y="1"/>
                  </a:moveTo>
                  <a:cubicBezTo>
                    <a:pt x="64738" y="980"/>
                    <a:pt x="63739" y="1536"/>
                    <a:pt x="63323" y="1777"/>
                  </a:cubicBezTo>
                  <a:lnTo>
                    <a:pt x="37152" y="16886"/>
                  </a:lnTo>
                  <a:lnTo>
                    <a:pt x="5317" y="35271"/>
                  </a:lnTo>
                  <a:cubicBezTo>
                    <a:pt x="5310" y="35271"/>
                    <a:pt x="2839" y="36696"/>
                    <a:pt x="2839" y="36696"/>
                  </a:cubicBezTo>
                  <a:cubicBezTo>
                    <a:pt x="2047" y="37154"/>
                    <a:pt x="1028" y="37376"/>
                    <a:pt x="0" y="37376"/>
                  </a:cubicBezTo>
                  <a:lnTo>
                    <a:pt x="0" y="40501"/>
                  </a:lnTo>
                  <a:cubicBezTo>
                    <a:pt x="15" y="40501"/>
                    <a:pt x="29" y="40501"/>
                    <a:pt x="44" y="40501"/>
                  </a:cubicBezTo>
                  <a:cubicBezTo>
                    <a:pt x="990" y="40501"/>
                    <a:pt x="1933" y="40285"/>
                    <a:pt x="2662" y="39867"/>
                  </a:cubicBezTo>
                  <a:cubicBezTo>
                    <a:pt x="3028" y="39658"/>
                    <a:pt x="3374" y="39455"/>
                    <a:pt x="3694" y="39272"/>
                  </a:cubicBezTo>
                  <a:lnTo>
                    <a:pt x="4145" y="39010"/>
                  </a:lnTo>
                  <a:cubicBezTo>
                    <a:pt x="4642" y="38729"/>
                    <a:pt x="5014" y="38514"/>
                    <a:pt x="5198" y="38402"/>
                  </a:cubicBezTo>
                  <a:lnTo>
                    <a:pt x="5302" y="38344"/>
                  </a:lnTo>
                  <a:cubicBezTo>
                    <a:pt x="5315" y="38337"/>
                    <a:pt x="39812" y="18414"/>
                    <a:pt x="39812" y="18414"/>
                  </a:cubicBezTo>
                  <a:lnTo>
                    <a:pt x="63321" y="4843"/>
                  </a:lnTo>
                  <a:cubicBezTo>
                    <a:pt x="64103" y="4390"/>
                    <a:pt x="64738" y="3339"/>
                    <a:pt x="64738" y="2492"/>
                  </a:cubicBezTo>
                  <a:lnTo>
                    <a:pt x="64738" y="1"/>
                  </a:lnTo>
                  <a:close/>
                </a:path>
              </a:pathLst>
            </a:custGeom>
            <a:solidFill>
              <a:srgbClr val="6F89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8"/>
            <p:cNvSpPr/>
            <p:nvPr/>
          </p:nvSpPr>
          <p:spPr>
            <a:xfrm>
              <a:off x="4778850" y="2092188"/>
              <a:ext cx="2803150" cy="1577800"/>
            </a:xfrm>
            <a:custGeom>
              <a:avLst/>
              <a:gdLst/>
              <a:ahLst/>
              <a:cxnLst/>
              <a:rect l="l" t="t" r="r" b="b"/>
              <a:pathLst>
                <a:path w="112126" h="63112" extrusionOk="0">
                  <a:moveTo>
                    <a:pt x="86" y="37884"/>
                  </a:moveTo>
                  <a:cubicBezTo>
                    <a:pt x="56" y="37898"/>
                    <a:pt x="27" y="37914"/>
                    <a:pt x="0" y="37934"/>
                  </a:cubicBezTo>
                  <a:lnTo>
                    <a:pt x="86" y="37884"/>
                  </a:lnTo>
                  <a:close/>
                  <a:moveTo>
                    <a:pt x="67240" y="1"/>
                  </a:moveTo>
                  <a:cubicBezTo>
                    <a:pt x="66223" y="1"/>
                    <a:pt x="65209" y="223"/>
                    <a:pt x="64434" y="671"/>
                  </a:cubicBezTo>
                  <a:lnTo>
                    <a:pt x="86" y="37884"/>
                  </a:lnTo>
                  <a:lnTo>
                    <a:pt x="86" y="37884"/>
                  </a:lnTo>
                  <a:cubicBezTo>
                    <a:pt x="105" y="37876"/>
                    <a:pt x="124" y="37869"/>
                    <a:pt x="144" y="37862"/>
                  </a:cubicBezTo>
                  <a:cubicBezTo>
                    <a:pt x="179" y="37839"/>
                    <a:pt x="219" y="37824"/>
                    <a:pt x="261" y="37817"/>
                  </a:cubicBezTo>
                  <a:cubicBezTo>
                    <a:pt x="299" y="37797"/>
                    <a:pt x="343" y="37784"/>
                    <a:pt x="386" y="37779"/>
                  </a:cubicBezTo>
                  <a:cubicBezTo>
                    <a:pt x="445" y="37759"/>
                    <a:pt x="507" y="37745"/>
                    <a:pt x="568" y="37739"/>
                  </a:cubicBezTo>
                  <a:cubicBezTo>
                    <a:pt x="633" y="37732"/>
                    <a:pt x="699" y="37725"/>
                    <a:pt x="765" y="37725"/>
                  </a:cubicBezTo>
                  <a:cubicBezTo>
                    <a:pt x="867" y="37725"/>
                    <a:pt x="971" y="37734"/>
                    <a:pt x="1071" y="37752"/>
                  </a:cubicBezTo>
                  <a:cubicBezTo>
                    <a:pt x="1178" y="37767"/>
                    <a:pt x="1283" y="37790"/>
                    <a:pt x="1385" y="37824"/>
                  </a:cubicBezTo>
                  <a:cubicBezTo>
                    <a:pt x="1613" y="37899"/>
                    <a:pt x="1831" y="37994"/>
                    <a:pt x="2039" y="38111"/>
                  </a:cubicBezTo>
                  <a:lnTo>
                    <a:pt x="3693" y="39065"/>
                  </a:lnTo>
                  <a:lnTo>
                    <a:pt x="11520" y="43585"/>
                  </a:lnTo>
                  <a:lnTo>
                    <a:pt x="41680" y="61006"/>
                  </a:lnTo>
                  <a:lnTo>
                    <a:pt x="41688" y="61006"/>
                  </a:lnTo>
                  <a:lnTo>
                    <a:pt x="44159" y="62431"/>
                  </a:lnTo>
                  <a:cubicBezTo>
                    <a:pt x="44964" y="62858"/>
                    <a:pt x="45867" y="63112"/>
                    <a:pt x="46915" y="63112"/>
                  </a:cubicBezTo>
                  <a:cubicBezTo>
                    <a:pt x="46942" y="63112"/>
                    <a:pt x="46969" y="63111"/>
                    <a:pt x="46996" y="63111"/>
                  </a:cubicBezTo>
                  <a:cubicBezTo>
                    <a:pt x="48017" y="63111"/>
                    <a:pt x="49043" y="62889"/>
                    <a:pt x="49828" y="62438"/>
                  </a:cubicBezTo>
                  <a:lnTo>
                    <a:pt x="52306" y="61006"/>
                  </a:lnTo>
                  <a:lnTo>
                    <a:pt x="102821" y="31844"/>
                  </a:lnTo>
                  <a:lnTo>
                    <a:pt x="110561" y="27373"/>
                  </a:lnTo>
                  <a:cubicBezTo>
                    <a:pt x="112125" y="26464"/>
                    <a:pt x="112125" y="24999"/>
                    <a:pt x="110568" y="24090"/>
                  </a:cubicBezTo>
                  <a:lnTo>
                    <a:pt x="70097" y="689"/>
                  </a:lnTo>
                  <a:cubicBezTo>
                    <a:pt x="69309" y="231"/>
                    <a:pt x="68273" y="1"/>
                    <a:pt x="67240" y="1"/>
                  </a:cubicBezTo>
                  <a:close/>
                </a:path>
              </a:pathLst>
            </a:custGeom>
            <a:solidFill>
              <a:srgbClr val="AACA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28"/>
            <p:cNvSpPr/>
            <p:nvPr/>
          </p:nvSpPr>
          <p:spPr>
            <a:xfrm>
              <a:off x="4976575" y="2250038"/>
              <a:ext cx="2352575" cy="1350700"/>
            </a:xfrm>
            <a:custGeom>
              <a:avLst/>
              <a:gdLst/>
              <a:ahLst/>
              <a:cxnLst/>
              <a:rect l="l" t="t" r="r" b="b"/>
              <a:pathLst>
                <a:path w="94103" h="54028" extrusionOk="0">
                  <a:moveTo>
                    <a:pt x="55033" y="0"/>
                  </a:moveTo>
                  <a:cubicBezTo>
                    <a:pt x="54416" y="0"/>
                    <a:pt x="53798" y="136"/>
                    <a:pt x="53327" y="408"/>
                  </a:cubicBezTo>
                  <a:lnTo>
                    <a:pt x="938" y="30646"/>
                  </a:lnTo>
                  <a:cubicBezTo>
                    <a:pt x="1" y="31189"/>
                    <a:pt x="1" y="32070"/>
                    <a:pt x="936" y="32613"/>
                  </a:cubicBezTo>
                  <a:lnTo>
                    <a:pt x="37164" y="53619"/>
                  </a:lnTo>
                  <a:cubicBezTo>
                    <a:pt x="37633" y="53891"/>
                    <a:pt x="38249" y="54027"/>
                    <a:pt x="38864" y="54027"/>
                  </a:cubicBezTo>
                  <a:cubicBezTo>
                    <a:pt x="39478" y="54027"/>
                    <a:pt x="40091" y="53892"/>
                    <a:pt x="40559" y="53621"/>
                  </a:cubicBezTo>
                  <a:lnTo>
                    <a:pt x="93164" y="23263"/>
                  </a:lnTo>
                  <a:cubicBezTo>
                    <a:pt x="94103" y="22720"/>
                    <a:pt x="94101" y="21843"/>
                    <a:pt x="93161" y="21305"/>
                  </a:cubicBezTo>
                  <a:lnTo>
                    <a:pt x="56726" y="403"/>
                  </a:lnTo>
                  <a:cubicBezTo>
                    <a:pt x="56258" y="134"/>
                    <a:pt x="55646" y="0"/>
                    <a:pt x="55033" y="0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28"/>
            <p:cNvSpPr/>
            <p:nvPr/>
          </p:nvSpPr>
          <p:spPr>
            <a:xfrm>
              <a:off x="4759050" y="3035313"/>
              <a:ext cx="1194725" cy="941250"/>
            </a:xfrm>
            <a:custGeom>
              <a:avLst/>
              <a:gdLst/>
              <a:ahLst/>
              <a:cxnLst/>
              <a:rect l="l" t="t" r="r" b="b"/>
              <a:pathLst>
                <a:path w="47789" h="37650" extrusionOk="0">
                  <a:moveTo>
                    <a:pt x="1556" y="0"/>
                  </a:moveTo>
                  <a:cubicBezTo>
                    <a:pt x="1491" y="0"/>
                    <a:pt x="1425" y="7"/>
                    <a:pt x="1360" y="14"/>
                  </a:cubicBezTo>
                  <a:cubicBezTo>
                    <a:pt x="1297" y="20"/>
                    <a:pt x="1237" y="34"/>
                    <a:pt x="1177" y="54"/>
                  </a:cubicBezTo>
                  <a:cubicBezTo>
                    <a:pt x="1133" y="59"/>
                    <a:pt x="1091" y="72"/>
                    <a:pt x="1053" y="92"/>
                  </a:cubicBezTo>
                  <a:cubicBezTo>
                    <a:pt x="1011" y="102"/>
                    <a:pt x="971" y="117"/>
                    <a:pt x="934" y="139"/>
                  </a:cubicBezTo>
                  <a:cubicBezTo>
                    <a:pt x="916" y="144"/>
                    <a:pt x="903" y="151"/>
                    <a:pt x="882" y="157"/>
                  </a:cubicBezTo>
                  <a:lnTo>
                    <a:pt x="791" y="211"/>
                  </a:lnTo>
                  <a:lnTo>
                    <a:pt x="784" y="211"/>
                  </a:lnTo>
                  <a:cubicBezTo>
                    <a:pt x="301" y="525"/>
                    <a:pt x="0" y="1145"/>
                    <a:pt x="0" y="2022"/>
                  </a:cubicBezTo>
                  <a:lnTo>
                    <a:pt x="0" y="7688"/>
                  </a:lnTo>
                  <a:cubicBezTo>
                    <a:pt x="0" y="9492"/>
                    <a:pt x="1268" y="11689"/>
                    <a:pt x="2831" y="12591"/>
                  </a:cubicBezTo>
                  <a:lnTo>
                    <a:pt x="42473" y="35484"/>
                  </a:lnTo>
                  <a:cubicBezTo>
                    <a:pt x="42473" y="35484"/>
                    <a:pt x="42492" y="35498"/>
                    <a:pt x="42525" y="35518"/>
                  </a:cubicBezTo>
                  <a:cubicBezTo>
                    <a:pt x="42564" y="35538"/>
                    <a:pt x="42617" y="35563"/>
                    <a:pt x="42682" y="35603"/>
                  </a:cubicBezTo>
                  <a:cubicBezTo>
                    <a:pt x="42734" y="35635"/>
                    <a:pt x="42788" y="35668"/>
                    <a:pt x="42859" y="35707"/>
                  </a:cubicBezTo>
                  <a:cubicBezTo>
                    <a:pt x="42925" y="35747"/>
                    <a:pt x="42996" y="35785"/>
                    <a:pt x="43082" y="35839"/>
                  </a:cubicBezTo>
                  <a:cubicBezTo>
                    <a:pt x="43244" y="35929"/>
                    <a:pt x="43434" y="36041"/>
                    <a:pt x="43643" y="36158"/>
                  </a:cubicBezTo>
                  <a:lnTo>
                    <a:pt x="44094" y="36420"/>
                  </a:lnTo>
                  <a:cubicBezTo>
                    <a:pt x="44415" y="36602"/>
                    <a:pt x="44761" y="36806"/>
                    <a:pt x="45127" y="37015"/>
                  </a:cubicBezTo>
                  <a:cubicBezTo>
                    <a:pt x="45858" y="37436"/>
                    <a:pt x="46806" y="37650"/>
                    <a:pt x="47755" y="37650"/>
                  </a:cubicBezTo>
                  <a:cubicBezTo>
                    <a:pt x="47766" y="37650"/>
                    <a:pt x="47777" y="37650"/>
                    <a:pt x="47788" y="37650"/>
                  </a:cubicBezTo>
                  <a:lnTo>
                    <a:pt x="47788" y="34537"/>
                  </a:lnTo>
                  <a:cubicBezTo>
                    <a:pt x="46762" y="34537"/>
                    <a:pt x="45741" y="34308"/>
                    <a:pt x="44958" y="33857"/>
                  </a:cubicBezTo>
                  <a:lnTo>
                    <a:pt x="42472" y="32425"/>
                  </a:lnTo>
                  <a:lnTo>
                    <a:pt x="42472" y="32418"/>
                  </a:lnTo>
                  <a:lnTo>
                    <a:pt x="3786" y="10073"/>
                  </a:lnTo>
                  <a:cubicBezTo>
                    <a:pt x="3726" y="10035"/>
                    <a:pt x="3661" y="9990"/>
                    <a:pt x="3603" y="9943"/>
                  </a:cubicBezTo>
                  <a:cubicBezTo>
                    <a:pt x="3532" y="9896"/>
                    <a:pt x="3469" y="9841"/>
                    <a:pt x="3412" y="9779"/>
                  </a:cubicBezTo>
                  <a:lnTo>
                    <a:pt x="3302" y="9669"/>
                  </a:lnTo>
                  <a:cubicBezTo>
                    <a:pt x="3250" y="9611"/>
                    <a:pt x="3202" y="9549"/>
                    <a:pt x="3158" y="9485"/>
                  </a:cubicBezTo>
                  <a:cubicBezTo>
                    <a:pt x="3093" y="9405"/>
                    <a:pt x="3036" y="9320"/>
                    <a:pt x="2988" y="9231"/>
                  </a:cubicBezTo>
                  <a:cubicBezTo>
                    <a:pt x="2938" y="9141"/>
                    <a:pt x="2891" y="9051"/>
                    <a:pt x="2851" y="8956"/>
                  </a:cubicBezTo>
                  <a:cubicBezTo>
                    <a:pt x="2807" y="8865"/>
                    <a:pt x="2772" y="8772"/>
                    <a:pt x="2745" y="8675"/>
                  </a:cubicBezTo>
                  <a:cubicBezTo>
                    <a:pt x="2720" y="8593"/>
                    <a:pt x="2702" y="8511"/>
                    <a:pt x="2687" y="8426"/>
                  </a:cubicBezTo>
                  <a:cubicBezTo>
                    <a:pt x="2679" y="8406"/>
                    <a:pt x="2675" y="8383"/>
                    <a:pt x="2680" y="8361"/>
                  </a:cubicBezTo>
                  <a:cubicBezTo>
                    <a:pt x="2667" y="8327"/>
                    <a:pt x="2662" y="8292"/>
                    <a:pt x="2667" y="8257"/>
                  </a:cubicBezTo>
                  <a:cubicBezTo>
                    <a:pt x="2657" y="8209"/>
                    <a:pt x="2654" y="8160"/>
                    <a:pt x="2655" y="8114"/>
                  </a:cubicBezTo>
                  <a:lnTo>
                    <a:pt x="2655" y="4657"/>
                  </a:lnTo>
                  <a:cubicBezTo>
                    <a:pt x="2655" y="4146"/>
                    <a:pt x="2913" y="3849"/>
                    <a:pt x="3285" y="3849"/>
                  </a:cubicBezTo>
                  <a:cubicBezTo>
                    <a:pt x="3436" y="3849"/>
                    <a:pt x="3607" y="3898"/>
                    <a:pt x="3786" y="4002"/>
                  </a:cubicBezTo>
                  <a:lnTo>
                    <a:pt x="9651" y="7390"/>
                  </a:lnTo>
                  <a:lnTo>
                    <a:pt x="42472" y="26347"/>
                  </a:lnTo>
                  <a:cubicBezTo>
                    <a:pt x="42477" y="26347"/>
                    <a:pt x="42482" y="26350"/>
                    <a:pt x="42485" y="26354"/>
                  </a:cubicBezTo>
                  <a:lnTo>
                    <a:pt x="42590" y="26412"/>
                  </a:lnTo>
                  <a:cubicBezTo>
                    <a:pt x="42772" y="26524"/>
                    <a:pt x="43145" y="26739"/>
                    <a:pt x="43643" y="27020"/>
                  </a:cubicBezTo>
                  <a:lnTo>
                    <a:pt x="44094" y="27282"/>
                  </a:lnTo>
                  <a:cubicBezTo>
                    <a:pt x="44413" y="27465"/>
                    <a:pt x="44761" y="27668"/>
                    <a:pt x="45127" y="27877"/>
                  </a:cubicBezTo>
                  <a:cubicBezTo>
                    <a:pt x="45856" y="28295"/>
                    <a:pt x="46799" y="28511"/>
                    <a:pt x="47745" y="28511"/>
                  </a:cubicBezTo>
                  <a:cubicBezTo>
                    <a:pt x="47759" y="28511"/>
                    <a:pt x="47774" y="28511"/>
                    <a:pt x="47788" y="28511"/>
                  </a:cubicBezTo>
                  <a:lnTo>
                    <a:pt x="47788" y="25386"/>
                  </a:lnTo>
                  <a:cubicBezTo>
                    <a:pt x="46761" y="25386"/>
                    <a:pt x="45741" y="25164"/>
                    <a:pt x="44956" y="24713"/>
                  </a:cubicBezTo>
                  <a:lnTo>
                    <a:pt x="44950" y="24706"/>
                  </a:lnTo>
                  <a:lnTo>
                    <a:pt x="42478" y="23281"/>
                  </a:lnTo>
                  <a:lnTo>
                    <a:pt x="42472" y="23281"/>
                  </a:lnTo>
                  <a:lnTo>
                    <a:pt x="12312" y="5860"/>
                  </a:lnTo>
                  <a:lnTo>
                    <a:pt x="4485" y="1342"/>
                  </a:lnTo>
                  <a:lnTo>
                    <a:pt x="2831" y="386"/>
                  </a:lnTo>
                  <a:cubicBezTo>
                    <a:pt x="2622" y="269"/>
                    <a:pt x="2403" y="174"/>
                    <a:pt x="2177" y="99"/>
                  </a:cubicBezTo>
                  <a:cubicBezTo>
                    <a:pt x="2074" y="67"/>
                    <a:pt x="1970" y="42"/>
                    <a:pt x="1863" y="27"/>
                  </a:cubicBezTo>
                  <a:cubicBezTo>
                    <a:pt x="1761" y="9"/>
                    <a:pt x="1659" y="0"/>
                    <a:pt x="1556" y="0"/>
                  </a:cubicBezTo>
                  <a:close/>
                </a:path>
              </a:pathLst>
            </a:custGeom>
            <a:solidFill>
              <a:srgbClr val="7FA8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28"/>
            <p:cNvSpPr/>
            <p:nvPr/>
          </p:nvSpPr>
          <p:spPr>
            <a:xfrm>
              <a:off x="4994675" y="2602038"/>
              <a:ext cx="266475" cy="306725"/>
            </a:xfrm>
            <a:custGeom>
              <a:avLst/>
              <a:gdLst/>
              <a:ahLst/>
              <a:cxnLst/>
              <a:rect l="l" t="t" r="r" b="b"/>
              <a:pathLst>
                <a:path w="10659" h="12269" extrusionOk="0">
                  <a:moveTo>
                    <a:pt x="2658" y="0"/>
                  </a:moveTo>
                  <a:lnTo>
                    <a:pt x="0" y="1534"/>
                  </a:lnTo>
                  <a:lnTo>
                    <a:pt x="0" y="12269"/>
                  </a:lnTo>
                  <a:lnTo>
                    <a:pt x="10658" y="7686"/>
                  </a:lnTo>
                  <a:lnTo>
                    <a:pt x="2658" y="0"/>
                  </a:lnTo>
                  <a:close/>
                </a:path>
              </a:pathLst>
            </a:custGeom>
            <a:solidFill>
              <a:srgbClr val="8E2D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28"/>
            <p:cNvSpPr/>
            <p:nvPr/>
          </p:nvSpPr>
          <p:spPr>
            <a:xfrm>
              <a:off x="5953700" y="2651313"/>
              <a:ext cx="1363425" cy="865325"/>
            </a:xfrm>
            <a:custGeom>
              <a:avLst/>
              <a:gdLst/>
              <a:ahLst/>
              <a:cxnLst/>
              <a:rect l="l" t="t" r="r" b="b"/>
              <a:pathLst>
                <a:path w="54537" h="34613" extrusionOk="0">
                  <a:moveTo>
                    <a:pt x="54537" y="1"/>
                  </a:moveTo>
                  <a:cubicBezTo>
                    <a:pt x="54537" y="946"/>
                    <a:pt x="53564" y="1519"/>
                    <a:pt x="53120" y="1775"/>
                  </a:cubicBezTo>
                  <a:lnTo>
                    <a:pt x="5317" y="29383"/>
                  </a:lnTo>
                  <a:cubicBezTo>
                    <a:pt x="5317" y="29390"/>
                    <a:pt x="2831" y="30822"/>
                    <a:pt x="2831" y="30822"/>
                  </a:cubicBezTo>
                  <a:cubicBezTo>
                    <a:pt x="2047" y="31273"/>
                    <a:pt x="1026" y="31502"/>
                    <a:pt x="1" y="31502"/>
                  </a:cubicBezTo>
                  <a:lnTo>
                    <a:pt x="1" y="34613"/>
                  </a:lnTo>
                  <a:cubicBezTo>
                    <a:pt x="15" y="34613"/>
                    <a:pt x="29" y="34613"/>
                    <a:pt x="44" y="34613"/>
                  </a:cubicBezTo>
                  <a:cubicBezTo>
                    <a:pt x="990" y="34613"/>
                    <a:pt x="1933" y="34397"/>
                    <a:pt x="2660" y="33979"/>
                  </a:cubicBezTo>
                  <a:cubicBezTo>
                    <a:pt x="3028" y="33771"/>
                    <a:pt x="3374" y="33567"/>
                    <a:pt x="3695" y="33385"/>
                  </a:cubicBezTo>
                  <a:lnTo>
                    <a:pt x="4146" y="33122"/>
                  </a:lnTo>
                  <a:cubicBezTo>
                    <a:pt x="4355" y="33005"/>
                    <a:pt x="4543" y="32893"/>
                    <a:pt x="4707" y="32802"/>
                  </a:cubicBezTo>
                  <a:cubicBezTo>
                    <a:pt x="4792" y="32750"/>
                    <a:pt x="4864" y="32711"/>
                    <a:pt x="4929" y="32671"/>
                  </a:cubicBezTo>
                  <a:cubicBezTo>
                    <a:pt x="5001" y="32633"/>
                    <a:pt x="5055" y="32599"/>
                    <a:pt x="5106" y="32566"/>
                  </a:cubicBezTo>
                  <a:cubicBezTo>
                    <a:pt x="5172" y="32528"/>
                    <a:pt x="5223" y="32501"/>
                    <a:pt x="5264" y="32482"/>
                  </a:cubicBezTo>
                  <a:cubicBezTo>
                    <a:pt x="5295" y="32462"/>
                    <a:pt x="5315" y="32449"/>
                    <a:pt x="5315" y="32449"/>
                  </a:cubicBezTo>
                  <a:lnTo>
                    <a:pt x="53122" y="4843"/>
                  </a:lnTo>
                  <a:cubicBezTo>
                    <a:pt x="53904" y="4392"/>
                    <a:pt x="54537" y="3339"/>
                    <a:pt x="54537" y="2492"/>
                  </a:cubicBezTo>
                  <a:lnTo>
                    <a:pt x="54537" y="1"/>
                  </a:lnTo>
                  <a:close/>
                </a:path>
              </a:pathLst>
            </a:custGeom>
            <a:solidFill>
              <a:srgbClr val="BF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28"/>
            <p:cNvSpPr/>
            <p:nvPr/>
          </p:nvSpPr>
          <p:spPr>
            <a:xfrm>
              <a:off x="5019850" y="2081913"/>
              <a:ext cx="2307025" cy="1356950"/>
            </a:xfrm>
            <a:custGeom>
              <a:avLst/>
              <a:gdLst/>
              <a:ahLst/>
              <a:cxnLst/>
              <a:rect l="l" t="t" r="r" b="b"/>
              <a:pathLst>
                <a:path w="92281" h="54278" extrusionOk="0">
                  <a:moveTo>
                    <a:pt x="55173" y="1"/>
                  </a:moveTo>
                  <a:cubicBezTo>
                    <a:pt x="54155" y="1"/>
                    <a:pt x="53139" y="223"/>
                    <a:pt x="52363" y="669"/>
                  </a:cubicBezTo>
                  <a:lnTo>
                    <a:pt x="9651" y="25423"/>
                  </a:lnTo>
                  <a:lnTo>
                    <a:pt x="9651" y="28491"/>
                  </a:lnTo>
                  <a:lnTo>
                    <a:pt x="7" y="32482"/>
                  </a:lnTo>
                  <a:lnTo>
                    <a:pt x="1" y="32489"/>
                  </a:lnTo>
                  <a:cubicBezTo>
                    <a:pt x="4" y="32522"/>
                    <a:pt x="11" y="32556"/>
                    <a:pt x="21" y="32588"/>
                  </a:cubicBezTo>
                  <a:cubicBezTo>
                    <a:pt x="16" y="32609"/>
                    <a:pt x="17" y="32633"/>
                    <a:pt x="27" y="32653"/>
                  </a:cubicBezTo>
                  <a:cubicBezTo>
                    <a:pt x="41" y="32736"/>
                    <a:pt x="61" y="32820"/>
                    <a:pt x="86" y="32902"/>
                  </a:cubicBezTo>
                  <a:cubicBezTo>
                    <a:pt x="113" y="32999"/>
                    <a:pt x="148" y="33092"/>
                    <a:pt x="190" y="33182"/>
                  </a:cubicBezTo>
                  <a:cubicBezTo>
                    <a:pt x="231" y="33276"/>
                    <a:pt x="276" y="33368"/>
                    <a:pt x="328" y="33456"/>
                  </a:cubicBezTo>
                  <a:cubicBezTo>
                    <a:pt x="377" y="33547"/>
                    <a:pt x="433" y="33632"/>
                    <a:pt x="497" y="33712"/>
                  </a:cubicBezTo>
                  <a:cubicBezTo>
                    <a:pt x="542" y="33776"/>
                    <a:pt x="590" y="33837"/>
                    <a:pt x="641" y="33896"/>
                  </a:cubicBezTo>
                  <a:lnTo>
                    <a:pt x="753" y="34006"/>
                  </a:lnTo>
                  <a:cubicBezTo>
                    <a:pt x="813" y="34065"/>
                    <a:pt x="876" y="34120"/>
                    <a:pt x="941" y="34170"/>
                  </a:cubicBezTo>
                  <a:cubicBezTo>
                    <a:pt x="1002" y="34215"/>
                    <a:pt x="1067" y="34262"/>
                    <a:pt x="1125" y="34300"/>
                  </a:cubicBezTo>
                  <a:lnTo>
                    <a:pt x="32040" y="52159"/>
                  </a:lnTo>
                  <a:lnTo>
                    <a:pt x="32046" y="52159"/>
                  </a:lnTo>
                  <a:lnTo>
                    <a:pt x="34524" y="53591"/>
                  </a:lnTo>
                  <a:cubicBezTo>
                    <a:pt x="35351" y="54052"/>
                    <a:pt x="36297" y="54278"/>
                    <a:pt x="37355" y="54278"/>
                  </a:cubicBezTo>
                  <a:cubicBezTo>
                    <a:pt x="38374" y="54278"/>
                    <a:pt x="39401" y="54047"/>
                    <a:pt x="40185" y="53598"/>
                  </a:cubicBezTo>
                  <a:lnTo>
                    <a:pt x="42663" y="52166"/>
                  </a:lnTo>
                  <a:lnTo>
                    <a:pt x="90718" y="24419"/>
                  </a:lnTo>
                  <a:cubicBezTo>
                    <a:pt x="92280" y="23517"/>
                    <a:pt x="92280" y="22045"/>
                    <a:pt x="90725" y="21136"/>
                  </a:cubicBezTo>
                  <a:lnTo>
                    <a:pt x="84312" y="17377"/>
                  </a:lnTo>
                  <a:lnTo>
                    <a:pt x="58026" y="687"/>
                  </a:lnTo>
                  <a:cubicBezTo>
                    <a:pt x="57239" y="230"/>
                    <a:pt x="56205" y="1"/>
                    <a:pt x="55173" y="1"/>
                  </a:cubicBezTo>
                  <a:close/>
                </a:path>
              </a:pathLst>
            </a:custGeom>
            <a:solidFill>
              <a:srgbClr val="AF2A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28"/>
            <p:cNvSpPr/>
            <p:nvPr/>
          </p:nvSpPr>
          <p:spPr>
            <a:xfrm>
              <a:off x="5061050" y="2391963"/>
              <a:ext cx="2210475" cy="1007725"/>
            </a:xfrm>
            <a:custGeom>
              <a:avLst/>
              <a:gdLst/>
              <a:ahLst/>
              <a:cxnLst/>
              <a:rect l="l" t="t" r="r" b="b"/>
              <a:pathLst>
                <a:path w="88419" h="40309" extrusionOk="0">
                  <a:moveTo>
                    <a:pt x="88418" y="1"/>
                  </a:moveTo>
                  <a:lnTo>
                    <a:pt x="35705" y="30554"/>
                  </a:lnTo>
                  <a:lnTo>
                    <a:pt x="0" y="9937"/>
                  </a:lnTo>
                  <a:lnTo>
                    <a:pt x="8" y="20197"/>
                  </a:lnTo>
                  <a:lnTo>
                    <a:pt x="34071" y="39871"/>
                  </a:lnTo>
                  <a:cubicBezTo>
                    <a:pt x="34577" y="40162"/>
                    <a:pt x="35142" y="40308"/>
                    <a:pt x="35706" y="40308"/>
                  </a:cubicBezTo>
                  <a:cubicBezTo>
                    <a:pt x="36271" y="40308"/>
                    <a:pt x="36835" y="40162"/>
                    <a:pt x="37341" y="39871"/>
                  </a:cubicBezTo>
                  <a:lnTo>
                    <a:pt x="87601" y="10846"/>
                  </a:lnTo>
                  <a:cubicBezTo>
                    <a:pt x="88107" y="10554"/>
                    <a:pt x="88418" y="10014"/>
                    <a:pt x="88418" y="9431"/>
                  </a:cubicBezTo>
                  <a:lnTo>
                    <a:pt x="884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28"/>
            <p:cNvSpPr/>
            <p:nvPr/>
          </p:nvSpPr>
          <p:spPr>
            <a:xfrm>
              <a:off x="5953700" y="2391963"/>
              <a:ext cx="1317850" cy="1007725"/>
            </a:xfrm>
            <a:custGeom>
              <a:avLst/>
              <a:gdLst/>
              <a:ahLst/>
              <a:cxnLst/>
              <a:rect l="l" t="t" r="r" b="b"/>
              <a:pathLst>
                <a:path w="52714" h="40309" extrusionOk="0">
                  <a:moveTo>
                    <a:pt x="52714" y="1"/>
                  </a:moveTo>
                  <a:lnTo>
                    <a:pt x="1" y="30554"/>
                  </a:lnTo>
                  <a:lnTo>
                    <a:pt x="1" y="40309"/>
                  </a:lnTo>
                  <a:cubicBezTo>
                    <a:pt x="574" y="40309"/>
                    <a:pt x="1138" y="40158"/>
                    <a:pt x="1635" y="39871"/>
                  </a:cubicBezTo>
                  <a:lnTo>
                    <a:pt x="51895" y="10846"/>
                  </a:lnTo>
                  <a:cubicBezTo>
                    <a:pt x="52401" y="10554"/>
                    <a:pt x="52714" y="10014"/>
                    <a:pt x="52714" y="9431"/>
                  </a:cubicBezTo>
                  <a:lnTo>
                    <a:pt x="52714" y="1"/>
                  </a:lnTo>
                  <a:close/>
                </a:path>
              </a:pathLst>
            </a:custGeom>
            <a:solidFill>
              <a:srgbClr val="DAE6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28"/>
            <p:cNvSpPr/>
            <p:nvPr/>
          </p:nvSpPr>
          <p:spPr>
            <a:xfrm>
              <a:off x="5044425" y="2652838"/>
              <a:ext cx="33275" cy="271975"/>
            </a:xfrm>
            <a:custGeom>
              <a:avLst/>
              <a:gdLst/>
              <a:ahLst/>
              <a:cxnLst/>
              <a:rect l="l" t="t" r="r" b="b"/>
              <a:pathLst>
                <a:path w="1331" h="10879" extrusionOk="0">
                  <a:moveTo>
                    <a:pt x="422" y="0"/>
                  </a:moveTo>
                  <a:cubicBezTo>
                    <a:pt x="175" y="0"/>
                    <a:pt x="0" y="254"/>
                    <a:pt x="0" y="670"/>
                  </a:cubicBezTo>
                  <a:lnTo>
                    <a:pt x="5" y="9443"/>
                  </a:lnTo>
                  <a:cubicBezTo>
                    <a:pt x="5" y="9984"/>
                    <a:pt x="303" y="10596"/>
                    <a:pt x="668" y="10807"/>
                  </a:cubicBezTo>
                  <a:cubicBezTo>
                    <a:pt x="753" y="10855"/>
                    <a:pt x="834" y="10878"/>
                    <a:pt x="909" y="10878"/>
                  </a:cubicBezTo>
                  <a:cubicBezTo>
                    <a:pt x="1156" y="10878"/>
                    <a:pt x="1330" y="10624"/>
                    <a:pt x="1330" y="10208"/>
                  </a:cubicBezTo>
                  <a:lnTo>
                    <a:pt x="1330" y="1438"/>
                  </a:lnTo>
                  <a:cubicBezTo>
                    <a:pt x="1330" y="897"/>
                    <a:pt x="1033" y="286"/>
                    <a:pt x="665" y="73"/>
                  </a:cubicBezTo>
                  <a:cubicBezTo>
                    <a:pt x="579" y="24"/>
                    <a:pt x="497" y="0"/>
                    <a:pt x="422" y="0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8"/>
            <p:cNvSpPr/>
            <p:nvPr/>
          </p:nvSpPr>
          <p:spPr>
            <a:xfrm>
              <a:off x="5953700" y="2306263"/>
              <a:ext cx="1363425" cy="865400"/>
            </a:xfrm>
            <a:custGeom>
              <a:avLst/>
              <a:gdLst/>
              <a:ahLst/>
              <a:cxnLst/>
              <a:rect l="l" t="t" r="r" b="b"/>
              <a:pathLst>
                <a:path w="54537" h="34616" extrusionOk="0">
                  <a:moveTo>
                    <a:pt x="54537" y="0"/>
                  </a:moveTo>
                  <a:cubicBezTo>
                    <a:pt x="54537" y="979"/>
                    <a:pt x="53538" y="1538"/>
                    <a:pt x="53122" y="1776"/>
                  </a:cubicBezTo>
                  <a:lnTo>
                    <a:pt x="34504" y="12533"/>
                  </a:lnTo>
                  <a:lnTo>
                    <a:pt x="5317" y="29384"/>
                  </a:lnTo>
                  <a:cubicBezTo>
                    <a:pt x="5310" y="29384"/>
                    <a:pt x="2839" y="30810"/>
                    <a:pt x="2839" y="30810"/>
                  </a:cubicBezTo>
                  <a:cubicBezTo>
                    <a:pt x="2047" y="31267"/>
                    <a:pt x="1028" y="31490"/>
                    <a:pt x="1" y="31490"/>
                  </a:cubicBezTo>
                  <a:lnTo>
                    <a:pt x="1" y="34616"/>
                  </a:lnTo>
                  <a:cubicBezTo>
                    <a:pt x="15" y="34616"/>
                    <a:pt x="29" y="34616"/>
                    <a:pt x="44" y="34616"/>
                  </a:cubicBezTo>
                  <a:cubicBezTo>
                    <a:pt x="990" y="34616"/>
                    <a:pt x="1933" y="34400"/>
                    <a:pt x="2662" y="33981"/>
                  </a:cubicBezTo>
                  <a:cubicBezTo>
                    <a:pt x="3028" y="33772"/>
                    <a:pt x="3374" y="33570"/>
                    <a:pt x="3695" y="33386"/>
                  </a:cubicBezTo>
                  <a:lnTo>
                    <a:pt x="4146" y="33124"/>
                  </a:lnTo>
                  <a:cubicBezTo>
                    <a:pt x="4642" y="32843"/>
                    <a:pt x="5015" y="32627"/>
                    <a:pt x="5198" y="32517"/>
                  </a:cubicBezTo>
                  <a:lnTo>
                    <a:pt x="5302" y="32457"/>
                  </a:lnTo>
                  <a:cubicBezTo>
                    <a:pt x="5315" y="32450"/>
                    <a:pt x="37164" y="14063"/>
                    <a:pt x="37164" y="14063"/>
                  </a:cubicBezTo>
                  <a:lnTo>
                    <a:pt x="53120" y="4842"/>
                  </a:lnTo>
                  <a:cubicBezTo>
                    <a:pt x="53902" y="4391"/>
                    <a:pt x="54537" y="3339"/>
                    <a:pt x="54537" y="2492"/>
                  </a:cubicBezTo>
                  <a:lnTo>
                    <a:pt x="54537" y="0"/>
                  </a:lnTo>
                  <a:close/>
                </a:path>
              </a:pathLst>
            </a:custGeom>
            <a:solidFill>
              <a:srgbClr val="BF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28"/>
            <p:cNvSpPr/>
            <p:nvPr/>
          </p:nvSpPr>
          <p:spPr>
            <a:xfrm>
              <a:off x="4973125" y="1775063"/>
              <a:ext cx="2353750" cy="1318475"/>
            </a:xfrm>
            <a:custGeom>
              <a:avLst/>
              <a:gdLst/>
              <a:ahLst/>
              <a:cxnLst/>
              <a:rect l="l" t="t" r="r" b="b"/>
              <a:pathLst>
                <a:path w="94150" h="52739" extrusionOk="0">
                  <a:moveTo>
                    <a:pt x="86" y="31999"/>
                  </a:moveTo>
                  <a:cubicBezTo>
                    <a:pt x="56" y="32012"/>
                    <a:pt x="27" y="32029"/>
                    <a:pt x="0" y="32048"/>
                  </a:cubicBezTo>
                  <a:lnTo>
                    <a:pt x="86" y="31999"/>
                  </a:lnTo>
                  <a:close/>
                  <a:moveTo>
                    <a:pt x="57035" y="0"/>
                  </a:moveTo>
                  <a:cubicBezTo>
                    <a:pt x="56019" y="0"/>
                    <a:pt x="55006" y="222"/>
                    <a:pt x="54232" y="669"/>
                  </a:cubicBezTo>
                  <a:lnTo>
                    <a:pt x="86" y="31999"/>
                  </a:lnTo>
                  <a:lnTo>
                    <a:pt x="86" y="31999"/>
                  </a:lnTo>
                  <a:cubicBezTo>
                    <a:pt x="105" y="31990"/>
                    <a:pt x="124" y="31983"/>
                    <a:pt x="144" y="31977"/>
                  </a:cubicBezTo>
                  <a:cubicBezTo>
                    <a:pt x="179" y="31953"/>
                    <a:pt x="219" y="31938"/>
                    <a:pt x="261" y="31931"/>
                  </a:cubicBezTo>
                  <a:cubicBezTo>
                    <a:pt x="301" y="31911"/>
                    <a:pt x="343" y="31898"/>
                    <a:pt x="386" y="31891"/>
                  </a:cubicBezTo>
                  <a:cubicBezTo>
                    <a:pt x="446" y="31871"/>
                    <a:pt x="506" y="31858"/>
                    <a:pt x="570" y="31853"/>
                  </a:cubicBezTo>
                  <a:cubicBezTo>
                    <a:pt x="635" y="31845"/>
                    <a:pt x="700" y="31841"/>
                    <a:pt x="765" y="31839"/>
                  </a:cubicBezTo>
                  <a:cubicBezTo>
                    <a:pt x="773" y="31839"/>
                    <a:pt x="780" y="31839"/>
                    <a:pt x="788" y="31839"/>
                  </a:cubicBezTo>
                  <a:cubicBezTo>
                    <a:pt x="884" y="31839"/>
                    <a:pt x="978" y="31849"/>
                    <a:pt x="1073" y="31865"/>
                  </a:cubicBezTo>
                  <a:cubicBezTo>
                    <a:pt x="1180" y="31881"/>
                    <a:pt x="1283" y="31905"/>
                    <a:pt x="1387" y="31938"/>
                  </a:cubicBezTo>
                  <a:cubicBezTo>
                    <a:pt x="1612" y="32012"/>
                    <a:pt x="1831" y="32108"/>
                    <a:pt x="2040" y="32225"/>
                  </a:cubicBezTo>
                  <a:lnTo>
                    <a:pt x="3694" y="33179"/>
                  </a:lnTo>
                  <a:lnTo>
                    <a:pt x="11520" y="37697"/>
                  </a:lnTo>
                  <a:lnTo>
                    <a:pt x="33907" y="50632"/>
                  </a:lnTo>
                  <a:lnTo>
                    <a:pt x="33914" y="50632"/>
                  </a:lnTo>
                  <a:lnTo>
                    <a:pt x="36385" y="52058"/>
                  </a:lnTo>
                  <a:cubicBezTo>
                    <a:pt x="37190" y="52484"/>
                    <a:pt x="38094" y="52738"/>
                    <a:pt x="39143" y="52738"/>
                  </a:cubicBezTo>
                  <a:cubicBezTo>
                    <a:pt x="39170" y="52738"/>
                    <a:pt x="39197" y="52738"/>
                    <a:pt x="39224" y="52738"/>
                  </a:cubicBezTo>
                  <a:cubicBezTo>
                    <a:pt x="40243" y="52738"/>
                    <a:pt x="41270" y="52515"/>
                    <a:pt x="42054" y="52064"/>
                  </a:cubicBezTo>
                  <a:lnTo>
                    <a:pt x="44532" y="50632"/>
                  </a:lnTo>
                  <a:lnTo>
                    <a:pt x="84844" y="27358"/>
                  </a:lnTo>
                  <a:lnTo>
                    <a:pt x="92587" y="22886"/>
                  </a:lnTo>
                  <a:cubicBezTo>
                    <a:pt x="94149" y="21977"/>
                    <a:pt x="94149" y="20513"/>
                    <a:pt x="92594" y="19603"/>
                  </a:cubicBezTo>
                  <a:lnTo>
                    <a:pt x="59895" y="689"/>
                  </a:lnTo>
                  <a:cubicBezTo>
                    <a:pt x="59106" y="231"/>
                    <a:pt x="58069" y="0"/>
                    <a:pt x="57035" y="0"/>
                  </a:cubicBez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28"/>
            <p:cNvSpPr/>
            <p:nvPr/>
          </p:nvSpPr>
          <p:spPr>
            <a:xfrm>
              <a:off x="5283350" y="2059313"/>
              <a:ext cx="1579150" cy="849375"/>
            </a:xfrm>
            <a:custGeom>
              <a:avLst/>
              <a:gdLst/>
              <a:ahLst/>
              <a:cxnLst/>
              <a:rect l="l" t="t" r="r" b="b"/>
              <a:pathLst>
                <a:path w="63166" h="33975" extrusionOk="0">
                  <a:moveTo>
                    <a:pt x="31368" y="1"/>
                  </a:moveTo>
                  <a:cubicBezTo>
                    <a:pt x="28100" y="1"/>
                    <a:pt x="24831" y="313"/>
                    <a:pt x="21709" y="938"/>
                  </a:cubicBezTo>
                  <a:lnTo>
                    <a:pt x="3547" y="11446"/>
                  </a:lnTo>
                  <a:cubicBezTo>
                    <a:pt x="0" y="17395"/>
                    <a:pt x="2336" y="24254"/>
                    <a:pt x="10559" y="29002"/>
                  </a:cubicBezTo>
                  <a:cubicBezTo>
                    <a:pt x="16303" y="32318"/>
                    <a:pt x="23828" y="33975"/>
                    <a:pt x="31354" y="33975"/>
                  </a:cubicBezTo>
                  <a:cubicBezTo>
                    <a:pt x="35770" y="33975"/>
                    <a:pt x="40187" y="33404"/>
                    <a:pt x="44244" y="32264"/>
                  </a:cubicBezTo>
                  <a:lnTo>
                    <a:pt x="57824" y="24423"/>
                  </a:lnTo>
                  <a:cubicBezTo>
                    <a:pt x="63166" y="18089"/>
                    <a:pt x="61288" y="10238"/>
                    <a:pt x="52174" y="4976"/>
                  </a:cubicBezTo>
                  <a:cubicBezTo>
                    <a:pt x="46429" y="1659"/>
                    <a:pt x="38899" y="1"/>
                    <a:pt x="31368" y="1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8"/>
            <p:cNvSpPr/>
            <p:nvPr/>
          </p:nvSpPr>
          <p:spPr>
            <a:xfrm>
              <a:off x="4953325" y="2571038"/>
              <a:ext cx="1000450" cy="945600"/>
            </a:xfrm>
            <a:custGeom>
              <a:avLst/>
              <a:gdLst/>
              <a:ahLst/>
              <a:cxnLst/>
              <a:rect l="l" t="t" r="r" b="b"/>
              <a:pathLst>
                <a:path w="40018" h="37824" extrusionOk="0">
                  <a:moveTo>
                    <a:pt x="1580" y="0"/>
                  </a:moveTo>
                  <a:cubicBezTo>
                    <a:pt x="1572" y="0"/>
                    <a:pt x="1565" y="0"/>
                    <a:pt x="1557" y="0"/>
                  </a:cubicBezTo>
                  <a:cubicBezTo>
                    <a:pt x="1490" y="0"/>
                    <a:pt x="1425" y="6"/>
                    <a:pt x="1360" y="14"/>
                  </a:cubicBezTo>
                  <a:cubicBezTo>
                    <a:pt x="1298" y="19"/>
                    <a:pt x="1237" y="32"/>
                    <a:pt x="1178" y="52"/>
                  </a:cubicBezTo>
                  <a:cubicBezTo>
                    <a:pt x="1133" y="59"/>
                    <a:pt x="1091" y="72"/>
                    <a:pt x="1053" y="91"/>
                  </a:cubicBezTo>
                  <a:cubicBezTo>
                    <a:pt x="1011" y="101"/>
                    <a:pt x="971" y="117"/>
                    <a:pt x="934" y="138"/>
                  </a:cubicBezTo>
                  <a:cubicBezTo>
                    <a:pt x="916" y="144"/>
                    <a:pt x="902" y="151"/>
                    <a:pt x="882" y="158"/>
                  </a:cubicBezTo>
                  <a:lnTo>
                    <a:pt x="790" y="209"/>
                  </a:lnTo>
                  <a:lnTo>
                    <a:pt x="784" y="209"/>
                  </a:lnTo>
                  <a:cubicBezTo>
                    <a:pt x="301" y="523"/>
                    <a:pt x="0" y="1145"/>
                    <a:pt x="0" y="2020"/>
                  </a:cubicBezTo>
                  <a:lnTo>
                    <a:pt x="0" y="12349"/>
                  </a:lnTo>
                  <a:cubicBezTo>
                    <a:pt x="0" y="14154"/>
                    <a:pt x="1268" y="16351"/>
                    <a:pt x="2830" y="17253"/>
                  </a:cubicBezTo>
                  <a:lnTo>
                    <a:pt x="34701" y="35660"/>
                  </a:lnTo>
                  <a:cubicBezTo>
                    <a:pt x="34701" y="35660"/>
                    <a:pt x="34719" y="35673"/>
                    <a:pt x="34753" y="35693"/>
                  </a:cubicBezTo>
                  <a:cubicBezTo>
                    <a:pt x="34791" y="35714"/>
                    <a:pt x="34844" y="35739"/>
                    <a:pt x="34910" y="35779"/>
                  </a:cubicBezTo>
                  <a:cubicBezTo>
                    <a:pt x="34961" y="35810"/>
                    <a:pt x="35015" y="35844"/>
                    <a:pt x="35087" y="35882"/>
                  </a:cubicBezTo>
                  <a:cubicBezTo>
                    <a:pt x="35152" y="35922"/>
                    <a:pt x="35224" y="35961"/>
                    <a:pt x="35309" y="36014"/>
                  </a:cubicBezTo>
                  <a:cubicBezTo>
                    <a:pt x="35471" y="36104"/>
                    <a:pt x="35661" y="36216"/>
                    <a:pt x="35870" y="36335"/>
                  </a:cubicBezTo>
                  <a:lnTo>
                    <a:pt x="36321" y="36596"/>
                  </a:lnTo>
                  <a:cubicBezTo>
                    <a:pt x="36642" y="36778"/>
                    <a:pt x="36988" y="36982"/>
                    <a:pt x="37354" y="37190"/>
                  </a:cubicBezTo>
                  <a:cubicBezTo>
                    <a:pt x="38083" y="37608"/>
                    <a:pt x="39026" y="37824"/>
                    <a:pt x="39972" y="37824"/>
                  </a:cubicBezTo>
                  <a:cubicBezTo>
                    <a:pt x="39987" y="37824"/>
                    <a:pt x="40001" y="37824"/>
                    <a:pt x="40016" y="37824"/>
                  </a:cubicBezTo>
                  <a:lnTo>
                    <a:pt x="40016" y="34713"/>
                  </a:lnTo>
                  <a:cubicBezTo>
                    <a:pt x="38990" y="34713"/>
                    <a:pt x="37969" y="34484"/>
                    <a:pt x="37185" y="34033"/>
                  </a:cubicBezTo>
                  <a:lnTo>
                    <a:pt x="34699" y="32601"/>
                  </a:lnTo>
                  <a:lnTo>
                    <a:pt x="34699" y="32594"/>
                  </a:lnTo>
                  <a:lnTo>
                    <a:pt x="3786" y="14735"/>
                  </a:lnTo>
                  <a:cubicBezTo>
                    <a:pt x="3726" y="14697"/>
                    <a:pt x="3661" y="14650"/>
                    <a:pt x="3602" y="14605"/>
                  </a:cubicBezTo>
                  <a:cubicBezTo>
                    <a:pt x="3534" y="14558"/>
                    <a:pt x="3470" y="14503"/>
                    <a:pt x="3414" y="14441"/>
                  </a:cubicBezTo>
                  <a:lnTo>
                    <a:pt x="3302" y="14331"/>
                  </a:lnTo>
                  <a:cubicBezTo>
                    <a:pt x="3250" y="14272"/>
                    <a:pt x="3201" y="14211"/>
                    <a:pt x="3158" y="14147"/>
                  </a:cubicBezTo>
                  <a:cubicBezTo>
                    <a:pt x="3094" y="14067"/>
                    <a:pt x="3038" y="13982"/>
                    <a:pt x="2988" y="13891"/>
                  </a:cubicBezTo>
                  <a:cubicBezTo>
                    <a:pt x="2937" y="13803"/>
                    <a:pt x="2891" y="13711"/>
                    <a:pt x="2851" y="13617"/>
                  </a:cubicBezTo>
                  <a:cubicBezTo>
                    <a:pt x="2807" y="13527"/>
                    <a:pt x="2772" y="13434"/>
                    <a:pt x="2745" y="13337"/>
                  </a:cubicBezTo>
                  <a:cubicBezTo>
                    <a:pt x="2722" y="13255"/>
                    <a:pt x="2702" y="13171"/>
                    <a:pt x="2687" y="13088"/>
                  </a:cubicBezTo>
                  <a:cubicBezTo>
                    <a:pt x="2678" y="13068"/>
                    <a:pt x="2677" y="13044"/>
                    <a:pt x="2680" y="13023"/>
                  </a:cubicBezTo>
                  <a:cubicBezTo>
                    <a:pt x="2667" y="12989"/>
                    <a:pt x="2663" y="12954"/>
                    <a:pt x="2667" y="12917"/>
                  </a:cubicBezTo>
                  <a:cubicBezTo>
                    <a:pt x="2657" y="12871"/>
                    <a:pt x="2653" y="12822"/>
                    <a:pt x="2655" y="12774"/>
                  </a:cubicBezTo>
                  <a:lnTo>
                    <a:pt x="2655" y="4655"/>
                  </a:lnTo>
                  <a:cubicBezTo>
                    <a:pt x="2655" y="4145"/>
                    <a:pt x="2912" y="3849"/>
                    <a:pt x="3284" y="3849"/>
                  </a:cubicBezTo>
                  <a:cubicBezTo>
                    <a:pt x="3436" y="3849"/>
                    <a:pt x="3606" y="3898"/>
                    <a:pt x="3786" y="4002"/>
                  </a:cubicBezTo>
                  <a:lnTo>
                    <a:pt x="9651" y="7389"/>
                  </a:lnTo>
                  <a:lnTo>
                    <a:pt x="34701" y="21859"/>
                  </a:lnTo>
                  <a:cubicBezTo>
                    <a:pt x="34706" y="21861"/>
                    <a:pt x="34711" y="21863"/>
                    <a:pt x="34714" y="21866"/>
                  </a:cubicBezTo>
                  <a:lnTo>
                    <a:pt x="34819" y="21926"/>
                  </a:lnTo>
                  <a:cubicBezTo>
                    <a:pt x="35001" y="22036"/>
                    <a:pt x="35374" y="22252"/>
                    <a:pt x="35872" y="22533"/>
                  </a:cubicBezTo>
                  <a:lnTo>
                    <a:pt x="36323" y="22795"/>
                  </a:lnTo>
                  <a:cubicBezTo>
                    <a:pt x="36642" y="22979"/>
                    <a:pt x="36990" y="23181"/>
                    <a:pt x="37356" y="23390"/>
                  </a:cubicBezTo>
                  <a:cubicBezTo>
                    <a:pt x="38085" y="23809"/>
                    <a:pt x="39028" y="24025"/>
                    <a:pt x="39974" y="24025"/>
                  </a:cubicBezTo>
                  <a:cubicBezTo>
                    <a:pt x="39988" y="24025"/>
                    <a:pt x="40003" y="24025"/>
                    <a:pt x="40017" y="24025"/>
                  </a:cubicBezTo>
                  <a:lnTo>
                    <a:pt x="40017" y="20899"/>
                  </a:lnTo>
                  <a:cubicBezTo>
                    <a:pt x="38990" y="20899"/>
                    <a:pt x="37970" y="20676"/>
                    <a:pt x="37185" y="20225"/>
                  </a:cubicBezTo>
                  <a:lnTo>
                    <a:pt x="37179" y="20219"/>
                  </a:lnTo>
                  <a:lnTo>
                    <a:pt x="34707" y="18793"/>
                  </a:lnTo>
                  <a:lnTo>
                    <a:pt x="34701" y="18793"/>
                  </a:lnTo>
                  <a:lnTo>
                    <a:pt x="12312" y="5858"/>
                  </a:lnTo>
                  <a:lnTo>
                    <a:pt x="4485" y="1340"/>
                  </a:lnTo>
                  <a:lnTo>
                    <a:pt x="2830" y="386"/>
                  </a:lnTo>
                  <a:cubicBezTo>
                    <a:pt x="2623" y="269"/>
                    <a:pt x="2404" y="173"/>
                    <a:pt x="2177" y="97"/>
                  </a:cubicBezTo>
                  <a:cubicBezTo>
                    <a:pt x="2075" y="66"/>
                    <a:pt x="1970" y="42"/>
                    <a:pt x="1865" y="26"/>
                  </a:cubicBezTo>
                  <a:cubicBezTo>
                    <a:pt x="1770" y="10"/>
                    <a:pt x="1674" y="0"/>
                    <a:pt x="1580" y="0"/>
                  </a:cubicBez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28"/>
            <p:cNvSpPr/>
            <p:nvPr/>
          </p:nvSpPr>
          <p:spPr>
            <a:xfrm>
              <a:off x="5456600" y="1641513"/>
              <a:ext cx="1222925" cy="1179425"/>
            </a:xfrm>
            <a:custGeom>
              <a:avLst/>
              <a:gdLst/>
              <a:ahLst/>
              <a:cxnLst/>
              <a:rect l="l" t="t" r="r" b="b"/>
              <a:pathLst>
                <a:path w="48917" h="47177" extrusionOk="0">
                  <a:moveTo>
                    <a:pt x="24459" y="0"/>
                  </a:moveTo>
                  <a:cubicBezTo>
                    <a:pt x="18213" y="0"/>
                    <a:pt x="11967" y="1376"/>
                    <a:pt x="7202" y="4127"/>
                  </a:cubicBezTo>
                  <a:cubicBezTo>
                    <a:pt x="2380" y="6912"/>
                    <a:pt x="0" y="10571"/>
                    <a:pt x="59" y="14218"/>
                  </a:cubicBezTo>
                  <a:lnTo>
                    <a:pt x="56" y="14218"/>
                  </a:lnTo>
                  <a:lnTo>
                    <a:pt x="56" y="33001"/>
                  </a:lnTo>
                  <a:cubicBezTo>
                    <a:pt x="17" y="36635"/>
                    <a:pt x="2396" y="40277"/>
                    <a:pt x="7200" y="43049"/>
                  </a:cubicBezTo>
                  <a:cubicBezTo>
                    <a:pt x="11966" y="45801"/>
                    <a:pt x="18212" y="47177"/>
                    <a:pt x="24458" y="47177"/>
                  </a:cubicBezTo>
                  <a:cubicBezTo>
                    <a:pt x="30705" y="47177"/>
                    <a:pt x="36951" y="45801"/>
                    <a:pt x="41717" y="43049"/>
                  </a:cubicBezTo>
                  <a:cubicBezTo>
                    <a:pt x="46472" y="40304"/>
                    <a:pt x="48854" y="36709"/>
                    <a:pt x="48864" y="33110"/>
                  </a:cubicBezTo>
                  <a:lnTo>
                    <a:pt x="48864" y="33073"/>
                  </a:lnTo>
                  <a:lnTo>
                    <a:pt x="48864" y="14218"/>
                  </a:lnTo>
                  <a:lnTo>
                    <a:pt x="48859" y="14218"/>
                  </a:lnTo>
                  <a:cubicBezTo>
                    <a:pt x="48916" y="10571"/>
                    <a:pt x="46539" y="6912"/>
                    <a:pt x="41717" y="4127"/>
                  </a:cubicBezTo>
                  <a:cubicBezTo>
                    <a:pt x="36952" y="1376"/>
                    <a:pt x="30705" y="0"/>
                    <a:pt x="24459" y="0"/>
                  </a:cubicBezTo>
                  <a:close/>
                </a:path>
              </a:pathLst>
            </a:custGeom>
            <a:solidFill>
              <a:srgbClr val="3445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8"/>
            <p:cNvSpPr/>
            <p:nvPr/>
          </p:nvSpPr>
          <p:spPr>
            <a:xfrm>
              <a:off x="5456600" y="1641513"/>
              <a:ext cx="1222925" cy="1179425"/>
            </a:xfrm>
            <a:custGeom>
              <a:avLst/>
              <a:gdLst/>
              <a:ahLst/>
              <a:cxnLst/>
              <a:rect l="l" t="t" r="r" b="b"/>
              <a:pathLst>
                <a:path w="48917" h="47177" extrusionOk="0">
                  <a:moveTo>
                    <a:pt x="24459" y="0"/>
                  </a:moveTo>
                  <a:cubicBezTo>
                    <a:pt x="18213" y="0"/>
                    <a:pt x="11967" y="1376"/>
                    <a:pt x="7202" y="4127"/>
                  </a:cubicBezTo>
                  <a:cubicBezTo>
                    <a:pt x="2380" y="6912"/>
                    <a:pt x="0" y="10571"/>
                    <a:pt x="59" y="14218"/>
                  </a:cubicBezTo>
                  <a:lnTo>
                    <a:pt x="56" y="14218"/>
                  </a:lnTo>
                  <a:lnTo>
                    <a:pt x="56" y="33001"/>
                  </a:lnTo>
                  <a:cubicBezTo>
                    <a:pt x="17" y="36635"/>
                    <a:pt x="2396" y="40277"/>
                    <a:pt x="7200" y="43049"/>
                  </a:cubicBezTo>
                  <a:cubicBezTo>
                    <a:pt x="11966" y="45801"/>
                    <a:pt x="18212" y="47177"/>
                    <a:pt x="24458" y="47177"/>
                  </a:cubicBezTo>
                  <a:cubicBezTo>
                    <a:pt x="30705" y="47177"/>
                    <a:pt x="36951" y="45801"/>
                    <a:pt x="41717" y="43049"/>
                  </a:cubicBezTo>
                  <a:cubicBezTo>
                    <a:pt x="46472" y="40304"/>
                    <a:pt x="48854" y="36709"/>
                    <a:pt x="48864" y="33110"/>
                  </a:cubicBezTo>
                  <a:lnTo>
                    <a:pt x="48864" y="33073"/>
                  </a:lnTo>
                  <a:lnTo>
                    <a:pt x="48864" y="14218"/>
                  </a:lnTo>
                  <a:lnTo>
                    <a:pt x="48859" y="14218"/>
                  </a:lnTo>
                  <a:cubicBezTo>
                    <a:pt x="48916" y="10571"/>
                    <a:pt x="46539" y="6912"/>
                    <a:pt x="41717" y="4127"/>
                  </a:cubicBezTo>
                  <a:cubicBezTo>
                    <a:pt x="36952" y="1376"/>
                    <a:pt x="30705" y="0"/>
                    <a:pt x="24459" y="0"/>
                  </a:cubicBezTo>
                  <a:close/>
                </a:path>
              </a:pathLst>
            </a:custGeom>
            <a:solidFill>
              <a:srgbClr val="3445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28"/>
            <p:cNvSpPr/>
            <p:nvPr/>
          </p:nvSpPr>
          <p:spPr>
            <a:xfrm>
              <a:off x="5061325" y="1412563"/>
              <a:ext cx="2013450" cy="1162474"/>
            </a:xfrm>
            <a:custGeom>
              <a:avLst/>
              <a:gdLst/>
              <a:ahLst/>
              <a:cxnLst/>
              <a:rect l="l" t="t" r="r" b="b"/>
              <a:pathLst>
                <a:path w="80538" h="46499" extrusionOk="0">
                  <a:moveTo>
                    <a:pt x="40270" y="0"/>
                  </a:moveTo>
                  <a:lnTo>
                    <a:pt x="1" y="23249"/>
                  </a:lnTo>
                  <a:lnTo>
                    <a:pt x="40270" y="46498"/>
                  </a:lnTo>
                  <a:lnTo>
                    <a:pt x="80538" y="23249"/>
                  </a:lnTo>
                  <a:lnTo>
                    <a:pt x="40270" y="0"/>
                  </a:lnTo>
                  <a:close/>
                </a:path>
              </a:pathLst>
            </a:custGeom>
            <a:solidFill>
              <a:srgbClr val="3E54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2" name="Google Shape;192;p28"/>
            <p:cNvSpPr/>
            <p:nvPr/>
          </p:nvSpPr>
          <p:spPr>
            <a:xfrm>
              <a:off x="6047150" y="1998938"/>
              <a:ext cx="524725" cy="305725"/>
            </a:xfrm>
            <a:custGeom>
              <a:avLst/>
              <a:gdLst/>
              <a:ahLst/>
              <a:cxnLst/>
              <a:rect l="l" t="t" r="r" b="b"/>
              <a:pathLst>
                <a:path w="20989" h="12229" extrusionOk="0">
                  <a:moveTo>
                    <a:pt x="809" y="1"/>
                  </a:moveTo>
                  <a:cubicBezTo>
                    <a:pt x="563" y="1"/>
                    <a:pt x="323" y="129"/>
                    <a:pt x="192" y="359"/>
                  </a:cubicBezTo>
                  <a:cubicBezTo>
                    <a:pt x="0" y="696"/>
                    <a:pt x="115" y="1128"/>
                    <a:pt x="453" y="1321"/>
                  </a:cubicBezTo>
                  <a:lnTo>
                    <a:pt x="19568" y="12228"/>
                  </a:lnTo>
                  <a:lnTo>
                    <a:pt x="20989" y="11408"/>
                  </a:lnTo>
                  <a:lnTo>
                    <a:pt x="1155" y="92"/>
                  </a:lnTo>
                  <a:cubicBezTo>
                    <a:pt x="1045" y="30"/>
                    <a:pt x="926" y="1"/>
                    <a:pt x="809" y="1"/>
                  </a:cubicBezTo>
                  <a:close/>
                </a:path>
              </a:pathLst>
            </a:custGeom>
            <a:solidFill>
              <a:srgbClr val="2E44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28"/>
            <p:cNvSpPr/>
            <p:nvPr/>
          </p:nvSpPr>
          <p:spPr>
            <a:xfrm>
              <a:off x="5061325" y="1993788"/>
              <a:ext cx="1006775" cy="622750"/>
            </a:xfrm>
            <a:custGeom>
              <a:avLst/>
              <a:gdLst/>
              <a:ahLst/>
              <a:cxnLst/>
              <a:rect l="l" t="t" r="r" b="b"/>
              <a:pathLst>
                <a:path w="40271" h="24910" extrusionOk="0">
                  <a:moveTo>
                    <a:pt x="1" y="0"/>
                  </a:moveTo>
                  <a:lnTo>
                    <a:pt x="1" y="1661"/>
                  </a:lnTo>
                  <a:lnTo>
                    <a:pt x="40270" y="24910"/>
                  </a:lnTo>
                  <a:lnTo>
                    <a:pt x="40270" y="2324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225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28"/>
            <p:cNvSpPr/>
            <p:nvPr/>
          </p:nvSpPr>
          <p:spPr>
            <a:xfrm>
              <a:off x="6068075" y="1993788"/>
              <a:ext cx="1006700" cy="622750"/>
            </a:xfrm>
            <a:custGeom>
              <a:avLst/>
              <a:gdLst/>
              <a:ahLst/>
              <a:cxnLst/>
              <a:rect l="l" t="t" r="r" b="b"/>
              <a:pathLst>
                <a:path w="40268" h="24910" extrusionOk="0">
                  <a:moveTo>
                    <a:pt x="40268" y="0"/>
                  </a:moveTo>
                  <a:lnTo>
                    <a:pt x="0" y="23249"/>
                  </a:lnTo>
                  <a:lnTo>
                    <a:pt x="0" y="24910"/>
                  </a:lnTo>
                  <a:lnTo>
                    <a:pt x="40268" y="1661"/>
                  </a:lnTo>
                  <a:lnTo>
                    <a:pt x="40268" y="0"/>
                  </a:lnTo>
                  <a:close/>
                </a:path>
              </a:pathLst>
            </a:custGeom>
            <a:solidFill>
              <a:srgbClr val="2E44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28"/>
            <p:cNvSpPr/>
            <p:nvPr/>
          </p:nvSpPr>
          <p:spPr>
            <a:xfrm>
              <a:off x="5456800" y="2263613"/>
              <a:ext cx="1220875" cy="415225"/>
            </a:xfrm>
            <a:custGeom>
              <a:avLst/>
              <a:gdLst/>
              <a:ahLst/>
              <a:cxnLst/>
              <a:rect l="l" t="t" r="r" b="b"/>
              <a:pathLst>
                <a:path w="48835" h="16609" extrusionOk="0">
                  <a:moveTo>
                    <a:pt x="1" y="1"/>
                  </a:moveTo>
                  <a:lnTo>
                    <a:pt x="24451" y="16608"/>
                  </a:lnTo>
                  <a:lnTo>
                    <a:pt x="48835" y="39"/>
                  </a:lnTo>
                  <a:lnTo>
                    <a:pt x="24451" y="1411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31F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8"/>
            <p:cNvSpPr/>
            <p:nvPr/>
          </p:nvSpPr>
          <p:spPr>
            <a:xfrm>
              <a:off x="6535425" y="2800688"/>
              <a:ext cx="143850" cy="334800"/>
            </a:xfrm>
            <a:custGeom>
              <a:avLst/>
              <a:gdLst/>
              <a:ahLst/>
              <a:cxnLst/>
              <a:rect l="l" t="t" r="r" b="b"/>
              <a:pathLst>
                <a:path w="5754" h="13392" extrusionOk="0">
                  <a:moveTo>
                    <a:pt x="1812" y="0"/>
                  </a:moveTo>
                  <a:lnTo>
                    <a:pt x="1" y="11731"/>
                  </a:lnTo>
                  <a:cubicBezTo>
                    <a:pt x="1" y="12838"/>
                    <a:pt x="1439" y="13391"/>
                    <a:pt x="2877" y="13391"/>
                  </a:cubicBezTo>
                  <a:cubicBezTo>
                    <a:pt x="4315" y="13391"/>
                    <a:pt x="5753" y="12838"/>
                    <a:pt x="5753" y="11731"/>
                  </a:cubicBezTo>
                  <a:lnTo>
                    <a:pt x="4026" y="0"/>
                  </a:lnTo>
                  <a:cubicBezTo>
                    <a:pt x="3788" y="177"/>
                    <a:pt x="3358" y="271"/>
                    <a:pt x="2922" y="271"/>
                  </a:cubicBezTo>
                  <a:cubicBezTo>
                    <a:pt x="2502" y="271"/>
                    <a:pt x="2077" y="184"/>
                    <a:pt x="1812" y="0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28"/>
            <p:cNvSpPr/>
            <p:nvPr/>
          </p:nvSpPr>
          <p:spPr>
            <a:xfrm>
              <a:off x="6638525" y="2968063"/>
              <a:ext cx="17850" cy="161000"/>
            </a:xfrm>
            <a:custGeom>
              <a:avLst/>
              <a:gdLst/>
              <a:ahLst/>
              <a:cxnLst/>
              <a:rect l="l" t="t" r="r" b="b"/>
              <a:pathLst>
                <a:path w="714" h="6440" extrusionOk="0">
                  <a:moveTo>
                    <a:pt x="0" y="0"/>
                  </a:moveTo>
                  <a:lnTo>
                    <a:pt x="361" y="6439"/>
                  </a:lnTo>
                  <a:cubicBezTo>
                    <a:pt x="481" y="6398"/>
                    <a:pt x="598" y="6348"/>
                    <a:pt x="714" y="629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28"/>
            <p:cNvSpPr/>
            <p:nvPr/>
          </p:nvSpPr>
          <p:spPr>
            <a:xfrm>
              <a:off x="6561325" y="2868763"/>
              <a:ext cx="28250" cy="261425"/>
            </a:xfrm>
            <a:custGeom>
              <a:avLst/>
              <a:gdLst/>
              <a:ahLst/>
              <a:cxnLst/>
              <a:rect l="l" t="t" r="r" b="b"/>
              <a:pathLst>
                <a:path w="1130" h="10457" extrusionOk="0">
                  <a:moveTo>
                    <a:pt x="1130" y="1"/>
                  </a:moveTo>
                  <a:lnTo>
                    <a:pt x="0" y="10316"/>
                  </a:lnTo>
                  <a:cubicBezTo>
                    <a:pt x="121" y="10370"/>
                    <a:pt x="243" y="10417"/>
                    <a:pt x="368" y="10457"/>
                  </a:cubicBezTo>
                  <a:lnTo>
                    <a:pt x="1130" y="1"/>
                  </a:ln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28"/>
            <p:cNvSpPr/>
            <p:nvPr/>
          </p:nvSpPr>
          <p:spPr>
            <a:xfrm>
              <a:off x="6602850" y="2927838"/>
              <a:ext cx="9050" cy="207625"/>
            </a:xfrm>
            <a:custGeom>
              <a:avLst/>
              <a:gdLst/>
              <a:ahLst/>
              <a:cxnLst/>
              <a:rect l="l" t="t" r="r" b="b"/>
              <a:pathLst>
                <a:path w="362" h="8305" extrusionOk="0">
                  <a:moveTo>
                    <a:pt x="177" y="0"/>
                  </a:moveTo>
                  <a:lnTo>
                    <a:pt x="0" y="8301"/>
                  </a:lnTo>
                  <a:cubicBezTo>
                    <a:pt x="60" y="8303"/>
                    <a:pt x="121" y="8305"/>
                    <a:pt x="181" y="8305"/>
                  </a:cubicBezTo>
                  <a:cubicBezTo>
                    <a:pt x="241" y="8305"/>
                    <a:pt x="301" y="8303"/>
                    <a:pt x="361" y="8301"/>
                  </a:cubicBezTo>
                  <a:lnTo>
                    <a:pt x="177" y="0"/>
                  </a:ln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28"/>
            <p:cNvSpPr/>
            <p:nvPr/>
          </p:nvSpPr>
          <p:spPr>
            <a:xfrm>
              <a:off x="6569475" y="2782813"/>
              <a:ext cx="78075" cy="42375"/>
            </a:xfrm>
            <a:custGeom>
              <a:avLst/>
              <a:gdLst/>
              <a:ahLst/>
              <a:cxnLst/>
              <a:rect l="l" t="t" r="r" b="b"/>
              <a:pathLst>
                <a:path w="3123" h="1695" extrusionOk="0">
                  <a:moveTo>
                    <a:pt x="2318" y="1"/>
                  </a:moveTo>
                  <a:cubicBezTo>
                    <a:pt x="2168" y="1"/>
                    <a:pt x="2016" y="49"/>
                    <a:pt x="1887" y="147"/>
                  </a:cubicBezTo>
                  <a:cubicBezTo>
                    <a:pt x="1780" y="227"/>
                    <a:pt x="1683" y="278"/>
                    <a:pt x="1571" y="278"/>
                  </a:cubicBezTo>
                  <a:cubicBezTo>
                    <a:pt x="1469" y="278"/>
                    <a:pt x="1354" y="235"/>
                    <a:pt x="1208" y="134"/>
                  </a:cubicBezTo>
                  <a:cubicBezTo>
                    <a:pt x="1085" y="48"/>
                    <a:pt x="944" y="7"/>
                    <a:pt x="804" y="7"/>
                  </a:cubicBezTo>
                  <a:cubicBezTo>
                    <a:pt x="580" y="7"/>
                    <a:pt x="360" y="114"/>
                    <a:pt x="223" y="313"/>
                  </a:cubicBezTo>
                  <a:cubicBezTo>
                    <a:pt x="0" y="634"/>
                    <a:pt x="80" y="1075"/>
                    <a:pt x="403" y="1299"/>
                  </a:cubicBezTo>
                  <a:cubicBezTo>
                    <a:pt x="784" y="1563"/>
                    <a:pt x="1180" y="1695"/>
                    <a:pt x="1573" y="1695"/>
                  </a:cubicBezTo>
                  <a:cubicBezTo>
                    <a:pt x="1970" y="1695"/>
                    <a:pt x="2364" y="1558"/>
                    <a:pt x="2734" y="1284"/>
                  </a:cubicBezTo>
                  <a:cubicBezTo>
                    <a:pt x="3055" y="1051"/>
                    <a:pt x="3123" y="602"/>
                    <a:pt x="2886" y="286"/>
                  </a:cubicBezTo>
                  <a:cubicBezTo>
                    <a:pt x="2747" y="99"/>
                    <a:pt x="2534" y="1"/>
                    <a:pt x="2318" y="1"/>
                  </a:cubicBezTo>
                  <a:close/>
                </a:path>
              </a:pathLst>
            </a:custGeom>
            <a:solidFill>
              <a:srgbClr val="FC96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28"/>
            <p:cNvSpPr/>
            <p:nvPr/>
          </p:nvSpPr>
          <p:spPr>
            <a:xfrm>
              <a:off x="6047025" y="1979263"/>
              <a:ext cx="578075" cy="800275"/>
            </a:xfrm>
            <a:custGeom>
              <a:avLst/>
              <a:gdLst/>
              <a:ahLst/>
              <a:cxnLst/>
              <a:rect l="l" t="t" r="r" b="b"/>
              <a:pathLst>
                <a:path w="23123" h="32011" extrusionOk="0">
                  <a:moveTo>
                    <a:pt x="810" y="0"/>
                  </a:moveTo>
                  <a:cubicBezTo>
                    <a:pt x="564" y="0"/>
                    <a:pt x="325" y="129"/>
                    <a:pt x="194" y="357"/>
                  </a:cubicBezTo>
                  <a:cubicBezTo>
                    <a:pt x="0" y="698"/>
                    <a:pt x="119" y="1131"/>
                    <a:pt x="458" y="1323"/>
                  </a:cubicBezTo>
                  <a:lnTo>
                    <a:pt x="20638" y="12836"/>
                  </a:lnTo>
                  <a:cubicBezTo>
                    <a:pt x="21298" y="13214"/>
                    <a:pt x="21705" y="13917"/>
                    <a:pt x="21705" y="14678"/>
                  </a:cubicBezTo>
                  <a:lnTo>
                    <a:pt x="21705" y="31304"/>
                  </a:lnTo>
                  <a:cubicBezTo>
                    <a:pt x="21705" y="31695"/>
                    <a:pt x="22023" y="32010"/>
                    <a:pt x="22414" y="32010"/>
                  </a:cubicBezTo>
                  <a:cubicBezTo>
                    <a:pt x="22805" y="32010"/>
                    <a:pt x="23122" y="31695"/>
                    <a:pt x="23122" y="31304"/>
                  </a:cubicBezTo>
                  <a:lnTo>
                    <a:pt x="23122" y="14678"/>
                  </a:lnTo>
                  <a:cubicBezTo>
                    <a:pt x="23120" y="13408"/>
                    <a:pt x="22440" y="12237"/>
                    <a:pt x="21339" y="11607"/>
                  </a:cubicBezTo>
                  <a:lnTo>
                    <a:pt x="1160" y="93"/>
                  </a:lnTo>
                  <a:cubicBezTo>
                    <a:pt x="1049" y="30"/>
                    <a:pt x="929" y="0"/>
                    <a:pt x="810" y="0"/>
                  </a:cubicBezTo>
                  <a:close/>
                </a:path>
              </a:pathLst>
            </a:custGeom>
            <a:solidFill>
              <a:srgbClr val="BBD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28"/>
            <p:cNvSpPr/>
            <p:nvPr/>
          </p:nvSpPr>
          <p:spPr>
            <a:xfrm>
              <a:off x="6568500" y="2722963"/>
              <a:ext cx="80825" cy="77750"/>
            </a:xfrm>
            <a:custGeom>
              <a:avLst/>
              <a:gdLst/>
              <a:ahLst/>
              <a:cxnLst/>
              <a:rect l="l" t="t" r="r" b="b"/>
              <a:pathLst>
                <a:path w="3233" h="3110" extrusionOk="0">
                  <a:moveTo>
                    <a:pt x="1554" y="1"/>
                  </a:moveTo>
                  <a:cubicBezTo>
                    <a:pt x="1354" y="1"/>
                    <a:pt x="1152" y="39"/>
                    <a:pt x="960" y="119"/>
                  </a:cubicBezTo>
                  <a:cubicBezTo>
                    <a:pt x="380" y="359"/>
                    <a:pt x="1" y="926"/>
                    <a:pt x="1" y="1556"/>
                  </a:cubicBezTo>
                  <a:cubicBezTo>
                    <a:pt x="1" y="2413"/>
                    <a:pt x="698" y="3109"/>
                    <a:pt x="1556" y="3109"/>
                  </a:cubicBezTo>
                  <a:cubicBezTo>
                    <a:pt x="2185" y="3109"/>
                    <a:pt x="2751" y="2730"/>
                    <a:pt x="2992" y="2150"/>
                  </a:cubicBezTo>
                  <a:cubicBezTo>
                    <a:pt x="3232" y="1569"/>
                    <a:pt x="3099" y="901"/>
                    <a:pt x="2654" y="456"/>
                  </a:cubicBezTo>
                  <a:cubicBezTo>
                    <a:pt x="2357" y="159"/>
                    <a:pt x="1959" y="1"/>
                    <a:pt x="1554" y="1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28"/>
            <p:cNvSpPr/>
            <p:nvPr/>
          </p:nvSpPr>
          <p:spPr>
            <a:xfrm>
              <a:off x="6565800" y="2723488"/>
              <a:ext cx="80225" cy="77225"/>
            </a:xfrm>
            <a:custGeom>
              <a:avLst/>
              <a:gdLst/>
              <a:ahLst/>
              <a:cxnLst/>
              <a:rect l="l" t="t" r="r" b="b"/>
              <a:pathLst>
                <a:path w="3209" h="3089" extrusionOk="0">
                  <a:moveTo>
                    <a:pt x="1449" y="1"/>
                  </a:moveTo>
                  <a:lnTo>
                    <a:pt x="1449" y="1"/>
                  </a:lnTo>
                  <a:cubicBezTo>
                    <a:pt x="854" y="83"/>
                    <a:pt x="359" y="500"/>
                    <a:pt x="181" y="1074"/>
                  </a:cubicBezTo>
                  <a:cubicBezTo>
                    <a:pt x="0" y="1647"/>
                    <a:pt x="167" y="2271"/>
                    <a:pt x="610" y="2679"/>
                  </a:cubicBezTo>
                  <a:cubicBezTo>
                    <a:pt x="902" y="2947"/>
                    <a:pt x="1278" y="3089"/>
                    <a:pt x="1661" y="3089"/>
                  </a:cubicBezTo>
                  <a:cubicBezTo>
                    <a:pt x="1857" y="3089"/>
                    <a:pt x="2055" y="3051"/>
                    <a:pt x="2244" y="2975"/>
                  </a:cubicBezTo>
                  <a:cubicBezTo>
                    <a:pt x="2801" y="2748"/>
                    <a:pt x="3176" y="2221"/>
                    <a:pt x="3208" y="1622"/>
                  </a:cubicBezTo>
                  <a:lnTo>
                    <a:pt x="3208" y="1622"/>
                  </a:lnTo>
                  <a:cubicBezTo>
                    <a:pt x="3142" y="1904"/>
                    <a:pt x="2687" y="2380"/>
                    <a:pt x="2088" y="2380"/>
                  </a:cubicBezTo>
                  <a:cubicBezTo>
                    <a:pt x="1897" y="2380"/>
                    <a:pt x="1691" y="2332"/>
                    <a:pt x="1479" y="2213"/>
                  </a:cubicBezTo>
                  <a:cubicBezTo>
                    <a:pt x="540" y="1687"/>
                    <a:pt x="720" y="487"/>
                    <a:pt x="1449" y="1"/>
                  </a:cubicBez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28"/>
            <p:cNvSpPr/>
            <p:nvPr/>
          </p:nvSpPr>
          <p:spPr>
            <a:xfrm>
              <a:off x="8145075" y="3238638"/>
              <a:ext cx="1610525" cy="962075"/>
            </a:xfrm>
            <a:custGeom>
              <a:avLst/>
              <a:gdLst/>
              <a:ahLst/>
              <a:cxnLst/>
              <a:rect l="l" t="t" r="r" b="b"/>
              <a:pathLst>
                <a:path w="64421" h="38483" extrusionOk="0">
                  <a:moveTo>
                    <a:pt x="57900" y="1"/>
                  </a:moveTo>
                  <a:cubicBezTo>
                    <a:pt x="57325" y="1"/>
                    <a:pt x="56804" y="130"/>
                    <a:pt x="56388" y="419"/>
                  </a:cubicBezTo>
                  <a:lnTo>
                    <a:pt x="51324" y="3378"/>
                  </a:lnTo>
                  <a:cubicBezTo>
                    <a:pt x="51317" y="3381"/>
                    <a:pt x="51317" y="3381"/>
                    <a:pt x="51315" y="3386"/>
                  </a:cubicBezTo>
                  <a:lnTo>
                    <a:pt x="48877" y="4769"/>
                  </a:lnTo>
                  <a:cubicBezTo>
                    <a:pt x="48847" y="4788"/>
                    <a:pt x="48819" y="4811"/>
                    <a:pt x="48794" y="4836"/>
                  </a:cubicBezTo>
                  <a:lnTo>
                    <a:pt x="45063" y="6991"/>
                  </a:lnTo>
                  <a:lnTo>
                    <a:pt x="44747" y="7172"/>
                  </a:lnTo>
                  <a:cubicBezTo>
                    <a:pt x="44746" y="7174"/>
                    <a:pt x="44744" y="7177"/>
                    <a:pt x="44741" y="7179"/>
                  </a:cubicBezTo>
                  <a:lnTo>
                    <a:pt x="9799" y="27342"/>
                  </a:lnTo>
                  <a:lnTo>
                    <a:pt x="9796" y="27335"/>
                  </a:lnTo>
                  <a:lnTo>
                    <a:pt x="2562" y="35569"/>
                  </a:lnTo>
                  <a:lnTo>
                    <a:pt x="0" y="38482"/>
                  </a:lnTo>
                  <a:lnTo>
                    <a:pt x="0" y="38482"/>
                  </a:lnTo>
                  <a:lnTo>
                    <a:pt x="14635" y="35579"/>
                  </a:lnTo>
                  <a:lnTo>
                    <a:pt x="63413" y="7389"/>
                  </a:lnTo>
                  <a:cubicBezTo>
                    <a:pt x="64230" y="6824"/>
                    <a:pt x="64421" y="5839"/>
                    <a:pt x="64202" y="4731"/>
                  </a:cubicBezTo>
                  <a:cubicBezTo>
                    <a:pt x="63745" y="2332"/>
                    <a:pt x="60339" y="1"/>
                    <a:pt x="57900" y="1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8"/>
            <p:cNvSpPr/>
            <p:nvPr/>
          </p:nvSpPr>
          <p:spPr>
            <a:xfrm>
              <a:off x="8145075" y="3847138"/>
              <a:ext cx="486950" cy="294300"/>
            </a:xfrm>
            <a:custGeom>
              <a:avLst/>
              <a:gdLst/>
              <a:ahLst/>
              <a:cxnLst/>
              <a:rect l="l" t="t" r="r" b="b"/>
              <a:pathLst>
                <a:path w="19478" h="11772" extrusionOk="0">
                  <a:moveTo>
                    <a:pt x="12051" y="1"/>
                  </a:moveTo>
                  <a:cubicBezTo>
                    <a:pt x="11314" y="1"/>
                    <a:pt x="10549" y="191"/>
                    <a:pt x="9796" y="624"/>
                  </a:cubicBezTo>
                  <a:lnTo>
                    <a:pt x="0" y="11772"/>
                  </a:lnTo>
                  <a:lnTo>
                    <a:pt x="0" y="11772"/>
                  </a:lnTo>
                  <a:lnTo>
                    <a:pt x="14633" y="8869"/>
                  </a:lnTo>
                  <a:cubicBezTo>
                    <a:pt x="19478" y="6080"/>
                    <a:pt x="16214" y="1"/>
                    <a:pt x="12051" y="1"/>
                  </a:cubicBez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28"/>
            <p:cNvSpPr/>
            <p:nvPr/>
          </p:nvSpPr>
          <p:spPr>
            <a:xfrm>
              <a:off x="8145075" y="3945463"/>
              <a:ext cx="437150" cy="195975"/>
            </a:xfrm>
            <a:custGeom>
              <a:avLst/>
              <a:gdLst/>
              <a:ahLst/>
              <a:cxnLst/>
              <a:rect l="l" t="t" r="r" b="b"/>
              <a:pathLst>
                <a:path w="17486" h="7839" extrusionOk="0">
                  <a:moveTo>
                    <a:pt x="15228" y="1"/>
                  </a:moveTo>
                  <a:lnTo>
                    <a:pt x="0" y="7839"/>
                  </a:lnTo>
                  <a:lnTo>
                    <a:pt x="14635" y="4935"/>
                  </a:lnTo>
                  <a:cubicBezTo>
                    <a:pt x="17475" y="3299"/>
                    <a:pt x="17485" y="2168"/>
                    <a:pt x="15228" y="1"/>
                  </a:cubicBezTo>
                  <a:close/>
                </a:path>
              </a:pathLst>
            </a:custGeom>
            <a:solidFill>
              <a:srgbClr val="F2E2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28"/>
            <p:cNvSpPr/>
            <p:nvPr/>
          </p:nvSpPr>
          <p:spPr>
            <a:xfrm>
              <a:off x="8145075" y="4068563"/>
              <a:ext cx="101800" cy="72875"/>
            </a:xfrm>
            <a:custGeom>
              <a:avLst/>
              <a:gdLst/>
              <a:ahLst/>
              <a:cxnLst/>
              <a:rect l="l" t="t" r="r" b="b"/>
              <a:pathLst>
                <a:path w="4072" h="2915" extrusionOk="0">
                  <a:moveTo>
                    <a:pt x="2562" y="1"/>
                  </a:moveTo>
                  <a:lnTo>
                    <a:pt x="0" y="2915"/>
                  </a:lnTo>
                  <a:lnTo>
                    <a:pt x="4072" y="2106"/>
                  </a:lnTo>
                  <a:lnTo>
                    <a:pt x="2939" y="1942"/>
                  </a:lnTo>
                  <a:lnTo>
                    <a:pt x="3534" y="1371"/>
                  </a:lnTo>
                  <a:lnTo>
                    <a:pt x="3534" y="1371"/>
                  </a:lnTo>
                  <a:lnTo>
                    <a:pt x="2600" y="1399"/>
                  </a:lnTo>
                  <a:lnTo>
                    <a:pt x="3016" y="604"/>
                  </a:lnTo>
                  <a:lnTo>
                    <a:pt x="2291" y="846"/>
                  </a:lnTo>
                  <a:lnTo>
                    <a:pt x="2562" y="1"/>
                  </a:lnTo>
                  <a:close/>
                </a:path>
              </a:pathLst>
            </a:custGeom>
            <a:solidFill>
              <a:srgbClr val="191F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28"/>
            <p:cNvSpPr/>
            <p:nvPr/>
          </p:nvSpPr>
          <p:spPr>
            <a:xfrm>
              <a:off x="8390050" y="3264013"/>
              <a:ext cx="1164725" cy="804825"/>
            </a:xfrm>
            <a:custGeom>
              <a:avLst/>
              <a:gdLst/>
              <a:ahLst/>
              <a:cxnLst/>
              <a:rect l="l" t="t" r="r" b="b"/>
              <a:pathLst>
                <a:path w="46589" h="32193" extrusionOk="0">
                  <a:moveTo>
                    <a:pt x="46589" y="8095"/>
                  </a:moveTo>
                  <a:lnTo>
                    <a:pt x="46547" y="8119"/>
                  </a:lnTo>
                  <a:lnTo>
                    <a:pt x="46547" y="8119"/>
                  </a:lnTo>
                  <a:cubicBezTo>
                    <a:pt x="46561" y="8112"/>
                    <a:pt x="46575" y="8104"/>
                    <a:pt x="46589" y="8095"/>
                  </a:cubicBezTo>
                  <a:close/>
                  <a:moveTo>
                    <a:pt x="41516" y="0"/>
                  </a:moveTo>
                  <a:lnTo>
                    <a:pt x="38997" y="1450"/>
                  </a:lnTo>
                  <a:lnTo>
                    <a:pt x="0" y="23952"/>
                  </a:lnTo>
                  <a:cubicBezTo>
                    <a:pt x="144" y="23870"/>
                    <a:pt x="309" y="23831"/>
                    <a:pt x="490" y="23831"/>
                  </a:cubicBezTo>
                  <a:cubicBezTo>
                    <a:pt x="1701" y="23831"/>
                    <a:pt x="3638" y="25566"/>
                    <a:pt x="4720" y="27662"/>
                  </a:cubicBezTo>
                  <a:cubicBezTo>
                    <a:pt x="5420" y="29018"/>
                    <a:pt x="5990" y="31528"/>
                    <a:pt x="4836" y="32193"/>
                  </a:cubicBezTo>
                  <a:lnTo>
                    <a:pt x="44181" y="9488"/>
                  </a:lnTo>
                  <a:lnTo>
                    <a:pt x="45496" y="8723"/>
                  </a:lnTo>
                  <a:lnTo>
                    <a:pt x="46547" y="8119"/>
                  </a:lnTo>
                  <a:lnTo>
                    <a:pt x="46547" y="8119"/>
                  </a:lnTo>
                  <a:cubicBezTo>
                    <a:pt x="46464" y="8162"/>
                    <a:pt x="46372" y="8183"/>
                    <a:pt x="46273" y="8183"/>
                  </a:cubicBezTo>
                  <a:cubicBezTo>
                    <a:pt x="44419" y="8183"/>
                    <a:pt x="40028" y="969"/>
                    <a:pt x="41516" y="0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28"/>
            <p:cNvSpPr/>
            <p:nvPr/>
          </p:nvSpPr>
          <p:spPr>
            <a:xfrm>
              <a:off x="8508050" y="3421938"/>
              <a:ext cx="1019400" cy="646900"/>
            </a:xfrm>
            <a:custGeom>
              <a:avLst/>
              <a:gdLst/>
              <a:ahLst/>
              <a:cxnLst/>
              <a:rect l="l" t="t" r="r" b="b"/>
              <a:pathLst>
                <a:path w="40776" h="25876" extrusionOk="0">
                  <a:moveTo>
                    <a:pt x="37548" y="0"/>
                  </a:moveTo>
                  <a:lnTo>
                    <a:pt x="0" y="21345"/>
                  </a:lnTo>
                  <a:cubicBezTo>
                    <a:pt x="660" y="22563"/>
                    <a:pt x="1257" y="25219"/>
                    <a:pt x="116" y="25876"/>
                  </a:cubicBezTo>
                  <a:lnTo>
                    <a:pt x="39461" y="3171"/>
                  </a:lnTo>
                  <a:lnTo>
                    <a:pt x="40776" y="2406"/>
                  </a:lnTo>
                  <a:lnTo>
                    <a:pt x="37548" y="0"/>
                  </a:ln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28"/>
            <p:cNvSpPr/>
            <p:nvPr/>
          </p:nvSpPr>
          <p:spPr>
            <a:xfrm>
              <a:off x="9405250" y="3158513"/>
              <a:ext cx="350350" cy="310100"/>
            </a:xfrm>
            <a:custGeom>
              <a:avLst/>
              <a:gdLst/>
              <a:ahLst/>
              <a:cxnLst/>
              <a:rect l="l" t="t" r="r" b="b"/>
              <a:pathLst>
                <a:path w="14014" h="12404" extrusionOk="0">
                  <a:moveTo>
                    <a:pt x="8665" y="0"/>
                  </a:moveTo>
                  <a:cubicBezTo>
                    <a:pt x="8273" y="0"/>
                    <a:pt x="7897" y="107"/>
                    <a:pt x="7553" y="346"/>
                  </a:cubicBezTo>
                  <a:lnTo>
                    <a:pt x="917" y="4210"/>
                  </a:lnTo>
                  <a:cubicBezTo>
                    <a:pt x="908" y="4213"/>
                    <a:pt x="908" y="4213"/>
                    <a:pt x="906" y="4220"/>
                  </a:cubicBezTo>
                  <a:cubicBezTo>
                    <a:pt x="1" y="4807"/>
                    <a:pt x="1277" y="7707"/>
                    <a:pt x="2826" y="9891"/>
                  </a:cubicBezTo>
                  <a:cubicBezTo>
                    <a:pt x="3823" y="11297"/>
                    <a:pt x="4938" y="12403"/>
                    <a:pt x="5664" y="12403"/>
                  </a:cubicBezTo>
                  <a:cubicBezTo>
                    <a:pt x="5780" y="12403"/>
                    <a:pt x="5886" y="12375"/>
                    <a:pt x="5981" y="12315"/>
                  </a:cubicBezTo>
                  <a:lnTo>
                    <a:pt x="13005" y="8223"/>
                  </a:lnTo>
                  <a:cubicBezTo>
                    <a:pt x="13823" y="7659"/>
                    <a:pt x="14014" y="6673"/>
                    <a:pt x="13795" y="5565"/>
                  </a:cubicBezTo>
                  <a:cubicBezTo>
                    <a:pt x="13318" y="3068"/>
                    <a:pt x="10764" y="0"/>
                    <a:pt x="8665" y="0"/>
                  </a:cubicBezTo>
                  <a:close/>
                </a:path>
              </a:pathLst>
            </a:custGeom>
            <a:solidFill>
              <a:srgbClr val="F9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28"/>
            <p:cNvSpPr/>
            <p:nvPr/>
          </p:nvSpPr>
          <p:spPr>
            <a:xfrm>
              <a:off x="9414825" y="3158513"/>
              <a:ext cx="338775" cy="207900"/>
            </a:xfrm>
            <a:custGeom>
              <a:avLst/>
              <a:gdLst/>
              <a:ahLst/>
              <a:cxnLst/>
              <a:rect l="l" t="t" r="r" b="b"/>
              <a:pathLst>
                <a:path w="13551" h="8316" extrusionOk="0">
                  <a:moveTo>
                    <a:pt x="8283" y="0"/>
                  </a:moveTo>
                  <a:cubicBezTo>
                    <a:pt x="7890" y="0"/>
                    <a:pt x="7514" y="107"/>
                    <a:pt x="7170" y="346"/>
                  </a:cubicBezTo>
                  <a:lnTo>
                    <a:pt x="534" y="4210"/>
                  </a:lnTo>
                  <a:cubicBezTo>
                    <a:pt x="525" y="4213"/>
                    <a:pt x="525" y="4213"/>
                    <a:pt x="523" y="4220"/>
                  </a:cubicBezTo>
                  <a:cubicBezTo>
                    <a:pt x="1" y="4559"/>
                    <a:pt x="208" y="5674"/>
                    <a:pt x="774" y="6975"/>
                  </a:cubicBezTo>
                  <a:lnTo>
                    <a:pt x="5135" y="8315"/>
                  </a:lnTo>
                  <a:lnTo>
                    <a:pt x="12064" y="4153"/>
                  </a:lnTo>
                  <a:cubicBezTo>
                    <a:pt x="12064" y="4153"/>
                    <a:pt x="13372" y="4898"/>
                    <a:pt x="13277" y="7448"/>
                  </a:cubicBezTo>
                  <a:cubicBezTo>
                    <a:pt x="13522" y="6918"/>
                    <a:pt x="13551" y="6267"/>
                    <a:pt x="13412" y="5565"/>
                  </a:cubicBezTo>
                  <a:cubicBezTo>
                    <a:pt x="12936" y="3068"/>
                    <a:pt x="10381" y="0"/>
                    <a:pt x="8283" y="0"/>
                  </a:cubicBezTo>
                  <a:close/>
                </a:path>
              </a:pathLst>
            </a:custGeom>
            <a:solidFill>
              <a:srgbClr val="FD9C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28"/>
            <p:cNvSpPr/>
            <p:nvPr/>
          </p:nvSpPr>
          <p:spPr>
            <a:xfrm>
              <a:off x="9364125" y="3262938"/>
              <a:ext cx="210200" cy="240350"/>
            </a:xfrm>
            <a:custGeom>
              <a:avLst/>
              <a:gdLst/>
              <a:ahLst/>
              <a:cxnLst/>
              <a:rect l="l" t="t" r="r" b="b"/>
              <a:pathLst>
                <a:path w="8408" h="9614" extrusionOk="0">
                  <a:moveTo>
                    <a:pt x="46" y="1470"/>
                  </a:moveTo>
                  <a:cubicBezTo>
                    <a:pt x="29" y="1477"/>
                    <a:pt x="14" y="1486"/>
                    <a:pt x="0" y="1497"/>
                  </a:cubicBezTo>
                  <a:lnTo>
                    <a:pt x="46" y="1470"/>
                  </a:lnTo>
                  <a:close/>
                  <a:moveTo>
                    <a:pt x="2831" y="1"/>
                  </a:moveTo>
                  <a:cubicBezTo>
                    <a:pt x="2678" y="1"/>
                    <a:pt x="2546" y="32"/>
                    <a:pt x="2441" y="97"/>
                  </a:cubicBezTo>
                  <a:lnTo>
                    <a:pt x="46" y="1470"/>
                  </a:lnTo>
                  <a:lnTo>
                    <a:pt x="46" y="1470"/>
                  </a:lnTo>
                  <a:cubicBezTo>
                    <a:pt x="54" y="1467"/>
                    <a:pt x="63" y="1465"/>
                    <a:pt x="72" y="1463"/>
                  </a:cubicBezTo>
                  <a:lnTo>
                    <a:pt x="80" y="1460"/>
                  </a:lnTo>
                  <a:cubicBezTo>
                    <a:pt x="152" y="1430"/>
                    <a:pt x="230" y="1416"/>
                    <a:pt x="313" y="1416"/>
                  </a:cubicBezTo>
                  <a:cubicBezTo>
                    <a:pt x="1045" y="1416"/>
                    <a:pt x="2170" y="2538"/>
                    <a:pt x="3168" y="3958"/>
                  </a:cubicBezTo>
                  <a:cubicBezTo>
                    <a:pt x="4710" y="6145"/>
                    <a:pt x="5962" y="9044"/>
                    <a:pt x="5043" y="9613"/>
                  </a:cubicBezTo>
                  <a:lnTo>
                    <a:pt x="5686" y="9244"/>
                  </a:lnTo>
                  <a:lnTo>
                    <a:pt x="7489" y="8215"/>
                  </a:lnTo>
                  <a:cubicBezTo>
                    <a:pt x="8408" y="7645"/>
                    <a:pt x="7718" y="4564"/>
                    <a:pt x="6175" y="2377"/>
                  </a:cubicBezTo>
                  <a:cubicBezTo>
                    <a:pt x="5193" y="976"/>
                    <a:pt x="3688" y="1"/>
                    <a:pt x="2831" y="1"/>
                  </a:cubicBez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28"/>
            <p:cNvSpPr/>
            <p:nvPr/>
          </p:nvSpPr>
          <p:spPr>
            <a:xfrm>
              <a:off x="9318425" y="3288063"/>
              <a:ext cx="236600" cy="241900"/>
            </a:xfrm>
            <a:custGeom>
              <a:avLst/>
              <a:gdLst/>
              <a:ahLst/>
              <a:cxnLst/>
              <a:rect l="l" t="t" r="r" b="b"/>
              <a:pathLst>
                <a:path w="9464" h="9676" extrusionOk="0">
                  <a:moveTo>
                    <a:pt x="31" y="1542"/>
                  </a:moveTo>
                  <a:cubicBezTo>
                    <a:pt x="20" y="1547"/>
                    <a:pt x="10" y="1553"/>
                    <a:pt x="0" y="1559"/>
                  </a:cubicBezTo>
                  <a:lnTo>
                    <a:pt x="31" y="1542"/>
                  </a:lnTo>
                  <a:close/>
                  <a:moveTo>
                    <a:pt x="2968" y="1"/>
                  </a:moveTo>
                  <a:cubicBezTo>
                    <a:pt x="2778" y="1"/>
                    <a:pt x="2601" y="47"/>
                    <a:pt x="2440" y="147"/>
                  </a:cubicBezTo>
                  <a:lnTo>
                    <a:pt x="31" y="1542"/>
                  </a:lnTo>
                  <a:lnTo>
                    <a:pt x="31" y="1542"/>
                  </a:lnTo>
                  <a:cubicBezTo>
                    <a:pt x="116" y="1496"/>
                    <a:pt x="211" y="1474"/>
                    <a:pt x="312" y="1474"/>
                  </a:cubicBezTo>
                  <a:cubicBezTo>
                    <a:pt x="2172" y="1474"/>
                    <a:pt x="6562" y="8733"/>
                    <a:pt x="5044" y="9676"/>
                  </a:cubicBezTo>
                  <a:lnTo>
                    <a:pt x="7484" y="8266"/>
                  </a:lnTo>
                  <a:cubicBezTo>
                    <a:pt x="9463" y="7036"/>
                    <a:pt x="5300" y="1"/>
                    <a:pt x="2968" y="1"/>
                  </a:cubicBezTo>
                  <a:close/>
                </a:path>
              </a:pathLst>
            </a:custGeom>
            <a:solidFill>
              <a:srgbClr val="3445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28"/>
            <p:cNvSpPr/>
            <p:nvPr/>
          </p:nvSpPr>
          <p:spPr>
            <a:xfrm>
              <a:off x="9260350" y="3322338"/>
              <a:ext cx="235600" cy="240625"/>
            </a:xfrm>
            <a:custGeom>
              <a:avLst/>
              <a:gdLst/>
              <a:ahLst/>
              <a:cxnLst/>
              <a:rect l="l" t="t" r="r" b="b"/>
              <a:pathLst>
                <a:path w="9424" h="9625" extrusionOk="0">
                  <a:moveTo>
                    <a:pt x="76" y="1487"/>
                  </a:moveTo>
                  <a:cubicBezTo>
                    <a:pt x="50" y="1500"/>
                    <a:pt x="26" y="1514"/>
                    <a:pt x="1" y="1530"/>
                  </a:cubicBezTo>
                  <a:lnTo>
                    <a:pt x="76" y="1487"/>
                  </a:lnTo>
                  <a:close/>
                  <a:moveTo>
                    <a:pt x="2888" y="0"/>
                  </a:moveTo>
                  <a:cubicBezTo>
                    <a:pt x="2714" y="0"/>
                    <a:pt x="2553" y="44"/>
                    <a:pt x="2409" y="136"/>
                  </a:cubicBezTo>
                  <a:lnTo>
                    <a:pt x="76" y="1487"/>
                  </a:lnTo>
                  <a:lnTo>
                    <a:pt x="76" y="1487"/>
                  </a:lnTo>
                  <a:cubicBezTo>
                    <a:pt x="252" y="1393"/>
                    <a:pt x="443" y="1349"/>
                    <a:pt x="644" y="1349"/>
                  </a:cubicBezTo>
                  <a:cubicBezTo>
                    <a:pt x="3163" y="1349"/>
                    <a:pt x="7245" y="8265"/>
                    <a:pt x="5073" y="9625"/>
                  </a:cubicBezTo>
                  <a:lnTo>
                    <a:pt x="7509" y="8241"/>
                  </a:lnTo>
                  <a:cubicBezTo>
                    <a:pt x="7541" y="8223"/>
                    <a:pt x="7568" y="8200"/>
                    <a:pt x="7593" y="8175"/>
                  </a:cubicBezTo>
                  <a:cubicBezTo>
                    <a:pt x="9424" y="6993"/>
                    <a:pt x="5102" y="0"/>
                    <a:pt x="2888" y="0"/>
                  </a:cubicBez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28"/>
            <p:cNvSpPr/>
            <p:nvPr/>
          </p:nvSpPr>
          <p:spPr>
            <a:xfrm>
              <a:off x="9260350" y="3262938"/>
              <a:ext cx="282850" cy="195825"/>
            </a:xfrm>
            <a:custGeom>
              <a:avLst/>
              <a:gdLst/>
              <a:ahLst/>
              <a:cxnLst/>
              <a:rect l="l" t="t" r="r" b="b"/>
              <a:pathLst>
                <a:path w="11314" h="7833" extrusionOk="0">
                  <a:moveTo>
                    <a:pt x="4197" y="1470"/>
                  </a:moveTo>
                  <a:cubicBezTo>
                    <a:pt x="4180" y="1477"/>
                    <a:pt x="4165" y="1486"/>
                    <a:pt x="4151" y="1497"/>
                  </a:cubicBezTo>
                  <a:lnTo>
                    <a:pt x="4197" y="1470"/>
                  </a:lnTo>
                  <a:close/>
                  <a:moveTo>
                    <a:pt x="74" y="3863"/>
                  </a:moveTo>
                  <a:cubicBezTo>
                    <a:pt x="50" y="3877"/>
                    <a:pt x="25" y="3891"/>
                    <a:pt x="1" y="3906"/>
                  </a:cubicBezTo>
                  <a:lnTo>
                    <a:pt x="74" y="3863"/>
                  </a:lnTo>
                  <a:close/>
                  <a:moveTo>
                    <a:pt x="6982" y="1"/>
                  </a:moveTo>
                  <a:cubicBezTo>
                    <a:pt x="6829" y="1"/>
                    <a:pt x="6697" y="32"/>
                    <a:pt x="6592" y="97"/>
                  </a:cubicBezTo>
                  <a:lnTo>
                    <a:pt x="4197" y="1470"/>
                  </a:lnTo>
                  <a:lnTo>
                    <a:pt x="4197" y="1470"/>
                  </a:lnTo>
                  <a:cubicBezTo>
                    <a:pt x="4205" y="1467"/>
                    <a:pt x="4214" y="1465"/>
                    <a:pt x="4223" y="1463"/>
                  </a:cubicBezTo>
                  <a:lnTo>
                    <a:pt x="4231" y="1460"/>
                  </a:lnTo>
                  <a:lnTo>
                    <a:pt x="4233" y="1460"/>
                  </a:lnTo>
                  <a:lnTo>
                    <a:pt x="2430" y="2502"/>
                  </a:lnTo>
                  <a:cubicBezTo>
                    <a:pt x="2424" y="2507"/>
                    <a:pt x="2415" y="2509"/>
                    <a:pt x="2409" y="2512"/>
                  </a:cubicBezTo>
                  <a:lnTo>
                    <a:pt x="74" y="3863"/>
                  </a:lnTo>
                  <a:lnTo>
                    <a:pt x="74" y="3863"/>
                  </a:lnTo>
                  <a:cubicBezTo>
                    <a:pt x="251" y="3769"/>
                    <a:pt x="442" y="3725"/>
                    <a:pt x="643" y="3725"/>
                  </a:cubicBezTo>
                  <a:cubicBezTo>
                    <a:pt x="2008" y="3725"/>
                    <a:pt x="3829" y="5755"/>
                    <a:pt x="4868" y="7832"/>
                  </a:cubicBezTo>
                  <a:lnTo>
                    <a:pt x="11314" y="4140"/>
                  </a:lnTo>
                  <a:cubicBezTo>
                    <a:pt x="11043" y="3520"/>
                    <a:pt x="10712" y="2930"/>
                    <a:pt x="10326" y="2377"/>
                  </a:cubicBezTo>
                  <a:cubicBezTo>
                    <a:pt x="9344" y="976"/>
                    <a:pt x="7839" y="1"/>
                    <a:pt x="69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8"/>
            <p:cNvSpPr/>
            <p:nvPr/>
          </p:nvSpPr>
          <p:spPr>
            <a:xfrm>
              <a:off x="7060137" y="4007600"/>
              <a:ext cx="1018225" cy="535600"/>
            </a:xfrm>
            <a:custGeom>
              <a:avLst/>
              <a:gdLst/>
              <a:ahLst/>
              <a:cxnLst/>
              <a:rect l="l" t="t" r="r" b="b"/>
              <a:pathLst>
                <a:path w="40729" h="21424" extrusionOk="0">
                  <a:moveTo>
                    <a:pt x="20367" y="0"/>
                  </a:moveTo>
                  <a:cubicBezTo>
                    <a:pt x="15619" y="0"/>
                    <a:pt x="10870" y="1046"/>
                    <a:pt x="7245" y="3138"/>
                  </a:cubicBezTo>
                  <a:cubicBezTo>
                    <a:pt x="1" y="7321"/>
                    <a:pt x="1" y="14103"/>
                    <a:pt x="7245" y="18287"/>
                  </a:cubicBezTo>
                  <a:cubicBezTo>
                    <a:pt x="10868" y="20378"/>
                    <a:pt x="15616" y="21424"/>
                    <a:pt x="20363" y="21424"/>
                  </a:cubicBezTo>
                  <a:cubicBezTo>
                    <a:pt x="25111" y="21424"/>
                    <a:pt x="29860" y="20378"/>
                    <a:pt x="33483" y="18287"/>
                  </a:cubicBezTo>
                  <a:cubicBezTo>
                    <a:pt x="40728" y="14103"/>
                    <a:pt x="40728" y="7321"/>
                    <a:pt x="33483" y="3138"/>
                  </a:cubicBezTo>
                  <a:cubicBezTo>
                    <a:pt x="29862" y="1046"/>
                    <a:pt x="25115" y="0"/>
                    <a:pt x="20367" y="0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28"/>
            <p:cNvSpPr/>
            <p:nvPr/>
          </p:nvSpPr>
          <p:spPr>
            <a:xfrm>
              <a:off x="7086662" y="3508900"/>
              <a:ext cx="965075" cy="919850"/>
            </a:xfrm>
            <a:custGeom>
              <a:avLst/>
              <a:gdLst/>
              <a:ahLst/>
              <a:cxnLst/>
              <a:rect l="l" t="t" r="r" b="b"/>
              <a:pathLst>
                <a:path w="38603" h="36794" extrusionOk="0">
                  <a:moveTo>
                    <a:pt x="19305" y="1"/>
                  </a:moveTo>
                  <a:cubicBezTo>
                    <a:pt x="15773" y="1"/>
                    <a:pt x="12240" y="718"/>
                    <a:pt x="9412" y="2151"/>
                  </a:cubicBezTo>
                  <a:lnTo>
                    <a:pt x="9412" y="2139"/>
                  </a:lnTo>
                  <a:cubicBezTo>
                    <a:pt x="6729" y="3484"/>
                    <a:pt x="1461" y="6688"/>
                    <a:pt x="713" y="13793"/>
                  </a:cubicBezTo>
                  <a:cubicBezTo>
                    <a:pt x="1" y="20551"/>
                    <a:pt x="3504" y="29964"/>
                    <a:pt x="9351" y="34044"/>
                  </a:cubicBezTo>
                  <a:cubicBezTo>
                    <a:pt x="9377" y="34064"/>
                    <a:pt x="9406" y="34083"/>
                    <a:pt x="9432" y="34101"/>
                  </a:cubicBezTo>
                  <a:cubicBezTo>
                    <a:pt x="9703" y="34288"/>
                    <a:pt x="9979" y="34467"/>
                    <a:pt x="10259" y="34631"/>
                  </a:cubicBezTo>
                  <a:cubicBezTo>
                    <a:pt x="12757" y="36073"/>
                    <a:pt x="16031" y="36793"/>
                    <a:pt x="19305" y="36793"/>
                  </a:cubicBezTo>
                  <a:cubicBezTo>
                    <a:pt x="22578" y="36793"/>
                    <a:pt x="25852" y="36073"/>
                    <a:pt x="28351" y="34631"/>
                  </a:cubicBezTo>
                  <a:cubicBezTo>
                    <a:pt x="28398" y="34602"/>
                    <a:pt x="28436" y="34574"/>
                    <a:pt x="28481" y="34547"/>
                  </a:cubicBezTo>
                  <a:cubicBezTo>
                    <a:pt x="28697" y="34418"/>
                    <a:pt x="28910" y="34281"/>
                    <a:pt x="29119" y="34139"/>
                  </a:cubicBezTo>
                  <a:cubicBezTo>
                    <a:pt x="29178" y="34098"/>
                    <a:pt x="29238" y="34058"/>
                    <a:pt x="29295" y="34017"/>
                  </a:cubicBezTo>
                  <a:cubicBezTo>
                    <a:pt x="35116" y="29921"/>
                    <a:pt x="38603" y="20536"/>
                    <a:pt x="37891" y="13793"/>
                  </a:cubicBezTo>
                  <a:cubicBezTo>
                    <a:pt x="37142" y="6690"/>
                    <a:pt x="31874" y="3484"/>
                    <a:pt x="29193" y="2139"/>
                  </a:cubicBezTo>
                  <a:lnTo>
                    <a:pt x="29193" y="2149"/>
                  </a:lnTo>
                  <a:cubicBezTo>
                    <a:pt x="26366" y="717"/>
                    <a:pt x="22835" y="1"/>
                    <a:pt x="19305" y="1"/>
                  </a:cubicBez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28"/>
            <p:cNvSpPr/>
            <p:nvPr/>
          </p:nvSpPr>
          <p:spPr>
            <a:xfrm>
              <a:off x="7465187" y="3670800"/>
              <a:ext cx="208200" cy="109550"/>
            </a:xfrm>
            <a:custGeom>
              <a:avLst/>
              <a:gdLst/>
              <a:ahLst/>
              <a:cxnLst/>
              <a:rect l="l" t="t" r="r" b="b"/>
              <a:pathLst>
                <a:path w="8328" h="4382" extrusionOk="0">
                  <a:moveTo>
                    <a:pt x="4163" y="0"/>
                  </a:moveTo>
                  <a:cubicBezTo>
                    <a:pt x="3193" y="0"/>
                    <a:pt x="2222" y="214"/>
                    <a:pt x="1481" y="642"/>
                  </a:cubicBezTo>
                  <a:cubicBezTo>
                    <a:pt x="1" y="1497"/>
                    <a:pt x="1" y="2884"/>
                    <a:pt x="1481" y="3739"/>
                  </a:cubicBezTo>
                  <a:cubicBezTo>
                    <a:pt x="2222" y="4167"/>
                    <a:pt x="3193" y="4381"/>
                    <a:pt x="4163" y="4381"/>
                  </a:cubicBezTo>
                  <a:cubicBezTo>
                    <a:pt x="5134" y="4381"/>
                    <a:pt x="6105" y="4167"/>
                    <a:pt x="6846" y="3739"/>
                  </a:cubicBezTo>
                  <a:cubicBezTo>
                    <a:pt x="8328" y="2882"/>
                    <a:pt x="8326" y="1497"/>
                    <a:pt x="6846" y="642"/>
                  </a:cubicBezTo>
                  <a:cubicBezTo>
                    <a:pt x="6105" y="214"/>
                    <a:pt x="5134" y="0"/>
                    <a:pt x="4163" y="0"/>
                  </a:cubicBezTo>
                  <a:close/>
                </a:path>
              </a:pathLst>
            </a:custGeom>
            <a:solidFill>
              <a:srgbClr val="BF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28"/>
            <p:cNvSpPr/>
            <p:nvPr/>
          </p:nvSpPr>
          <p:spPr>
            <a:xfrm>
              <a:off x="7321912" y="3415000"/>
              <a:ext cx="338750" cy="323725"/>
            </a:xfrm>
            <a:custGeom>
              <a:avLst/>
              <a:gdLst/>
              <a:ahLst/>
              <a:cxnLst/>
              <a:rect l="l" t="t" r="r" b="b"/>
              <a:pathLst>
                <a:path w="13550" h="12949" extrusionOk="0">
                  <a:moveTo>
                    <a:pt x="2445" y="0"/>
                  </a:moveTo>
                  <a:cubicBezTo>
                    <a:pt x="2445" y="1"/>
                    <a:pt x="1" y="5895"/>
                    <a:pt x="2609" y="9387"/>
                  </a:cubicBezTo>
                  <a:cubicBezTo>
                    <a:pt x="5215" y="12879"/>
                    <a:pt x="9895" y="12949"/>
                    <a:pt x="9895" y="12949"/>
                  </a:cubicBezTo>
                  <a:cubicBezTo>
                    <a:pt x="9895" y="12949"/>
                    <a:pt x="13549" y="9034"/>
                    <a:pt x="10931" y="4832"/>
                  </a:cubicBezTo>
                  <a:cubicBezTo>
                    <a:pt x="8260" y="547"/>
                    <a:pt x="2445" y="0"/>
                    <a:pt x="2445" y="0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8"/>
            <p:cNvSpPr/>
            <p:nvPr/>
          </p:nvSpPr>
          <p:spPr>
            <a:xfrm>
              <a:off x="7321962" y="3415000"/>
              <a:ext cx="247350" cy="323725"/>
            </a:xfrm>
            <a:custGeom>
              <a:avLst/>
              <a:gdLst/>
              <a:ahLst/>
              <a:cxnLst/>
              <a:rect l="l" t="t" r="r" b="b"/>
              <a:pathLst>
                <a:path w="9894" h="12949" extrusionOk="0">
                  <a:moveTo>
                    <a:pt x="2443" y="0"/>
                  </a:moveTo>
                  <a:cubicBezTo>
                    <a:pt x="2443" y="1"/>
                    <a:pt x="0" y="5895"/>
                    <a:pt x="2607" y="9387"/>
                  </a:cubicBezTo>
                  <a:cubicBezTo>
                    <a:pt x="5213" y="12879"/>
                    <a:pt x="9893" y="12949"/>
                    <a:pt x="9893" y="12949"/>
                  </a:cubicBezTo>
                  <a:cubicBezTo>
                    <a:pt x="9252" y="4960"/>
                    <a:pt x="2443" y="1"/>
                    <a:pt x="2443" y="0"/>
                  </a:cubicBezTo>
                  <a:close/>
                </a:path>
              </a:pathLst>
            </a:custGeom>
            <a:solidFill>
              <a:srgbClr val="1BBC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28"/>
            <p:cNvSpPr/>
            <p:nvPr/>
          </p:nvSpPr>
          <p:spPr>
            <a:xfrm>
              <a:off x="7565737" y="3415950"/>
              <a:ext cx="359975" cy="337850"/>
            </a:xfrm>
            <a:custGeom>
              <a:avLst/>
              <a:gdLst/>
              <a:ahLst/>
              <a:cxnLst/>
              <a:rect l="l" t="t" r="r" b="b"/>
              <a:pathLst>
                <a:path w="14399" h="13514" extrusionOk="0">
                  <a:moveTo>
                    <a:pt x="9651" y="1"/>
                  </a:moveTo>
                  <a:cubicBezTo>
                    <a:pt x="9651" y="1"/>
                    <a:pt x="7086" y="155"/>
                    <a:pt x="3544" y="3152"/>
                  </a:cubicBezTo>
                  <a:cubicBezTo>
                    <a:pt x="0" y="6149"/>
                    <a:pt x="142" y="12911"/>
                    <a:pt x="142" y="12911"/>
                  </a:cubicBezTo>
                  <a:cubicBezTo>
                    <a:pt x="142" y="12911"/>
                    <a:pt x="77" y="13421"/>
                    <a:pt x="737" y="13506"/>
                  </a:cubicBezTo>
                  <a:cubicBezTo>
                    <a:pt x="780" y="13511"/>
                    <a:pt x="820" y="13514"/>
                    <a:pt x="858" y="13514"/>
                  </a:cubicBezTo>
                  <a:cubicBezTo>
                    <a:pt x="1329" y="13514"/>
                    <a:pt x="1402" y="13120"/>
                    <a:pt x="1402" y="13120"/>
                  </a:cubicBezTo>
                  <a:cubicBezTo>
                    <a:pt x="1402" y="12380"/>
                    <a:pt x="2804" y="7356"/>
                    <a:pt x="5880" y="4864"/>
                  </a:cubicBezTo>
                  <a:cubicBezTo>
                    <a:pt x="8956" y="2373"/>
                    <a:pt x="13420" y="2176"/>
                    <a:pt x="13420" y="2176"/>
                  </a:cubicBezTo>
                  <a:cubicBezTo>
                    <a:pt x="14399" y="1917"/>
                    <a:pt x="11739" y="1"/>
                    <a:pt x="9651" y="1"/>
                  </a:cubicBezTo>
                  <a:close/>
                </a:path>
              </a:pathLst>
            </a:custGeom>
            <a:solidFill>
              <a:srgbClr val="A33D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28"/>
            <p:cNvSpPr/>
            <p:nvPr/>
          </p:nvSpPr>
          <p:spPr>
            <a:xfrm>
              <a:off x="7795837" y="3415950"/>
              <a:ext cx="129875" cy="54925"/>
            </a:xfrm>
            <a:custGeom>
              <a:avLst/>
              <a:gdLst/>
              <a:ahLst/>
              <a:cxnLst/>
              <a:rect l="l" t="t" r="r" b="b"/>
              <a:pathLst>
                <a:path w="5195" h="2197" extrusionOk="0">
                  <a:moveTo>
                    <a:pt x="447" y="1"/>
                  </a:moveTo>
                  <a:cubicBezTo>
                    <a:pt x="0" y="69"/>
                    <a:pt x="97" y="748"/>
                    <a:pt x="1327" y="1381"/>
                  </a:cubicBezTo>
                  <a:cubicBezTo>
                    <a:pt x="2466" y="1968"/>
                    <a:pt x="3080" y="2197"/>
                    <a:pt x="3796" y="2197"/>
                  </a:cubicBezTo>
                  <a:cubicBezTo>
                    <a:pt x="3869" y="2197"/>
                    <a:pt x="3943" y="2194"/>
                    <a:pt x="4019" y="2190"/>
                  </a:cubicBezTo>
                  <a:cubicBezTo>
                    <a:pt x="4147" y="2180"/>
                    <a:pt x="4216" y="2176"/>
                    <a:pt x="4216" y="2176"/>
                  </a:cubicBezTo>
                  <a:cubicBezTo>
                    <a:pt x="5195" y="1917"/>
                    <a:pt x="2535" y="1"/>
                    <a:pt x="447" y="1"/>
                  </a:cubicBezTo>
                  <a:close/>
                </a:path>
              </a:pathLst>
            </a:custGeom>
            <a:solidFill>
              <a:srgbClr val="822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4" name="Google Shape;314;p28"/>
          <p:cNvSpPr txBox="1">
            <a:spLocks noGrp="1"/>
          </p:cNvSpPr>
          <p:nvPr>
            <p:ph type="ctrTitle"/>
          </p:nvPr>
        </p:nvSpPr>
        <p:spPr>
          <a:xfrm>
            <a:off x="554475" y="378576"/>
            <a:ext cx="4067100" cy="147368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id-ID" sz="2200" dirty="0"/>
              <a:t>RANCANG BANGUN APLIKASI</a:t>
            </a:r>
            <a:br>
              <a:rPr lang="en-US" sz="2200" dirty="0"/>
            </a:br>
            <a:r>
              <a:rPr lang="id-ID" sz="2200" dirty="0"/>
              <a:t>LINK-MATCH KAMPUS STT-NF MODUL DOSEN BERBASIS MOBILE MENGGUNAKAN FLUTTER</a:t>
            </a:r>
            <a:endParaRPr lang="en-ID" sz="2200" dirty="0"/>
          </a:p>
        </p:txBody>
      </p:sp>
      <p:sp>
        <p:nvSpPr>
          <p:cNvPr id="315" name="Google Shape;315;p28"/>
          <p:cNvSpPr txBox="1">
            <a:spLocks noGrp="1"/>
          </p:cNvSpPr>
          <p:nvPr>
            <p:ph type="subTitle" idx="1"/>
          </p:nvPr>
        </p:nvSpPr>
        <p:spPr>
          <a:xfrm>
            <a:off x="613941" y="1912595"/>
            <a:ext cx="3947708" cy="8588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Ardith Lutfiawan (0110217068)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Teknik </a:t>
            </a:r>
            <a:r>
              <a:rPr lang="en-GB" dirty="0" err="1"/>
              <a:t>Informatika</a:t>
            </a:r>
            <a:r>
              <a:rPr lang="en-GB" dirty="0"/>
              <a:t> – STT </a:t>
            </a:r>
            <a:r>
              <a:rPr lang="en-GB" dirty="0" err="1"/>
              <a:t>Terpadu</a:t>
            </a:r>
            <a:r>
              <a:rPr lang="en-GB" dirty="0"/>
              <a:t> Nurul Fikri</a:t>
            </a:r>
          </a:p>
        </p:txBody>
      </p:sp>
      <p:sp>
        <p:nvSpPr>
          <p:cNvPr id="325" name="Google Shape;900;p37">
            <a:extLst>
              <a:ext uri="{FF2B5EF4-FFF2-40B4-BE49-F238E27FC236}">
                <a16:creationId xmlns:a16="http://schemas.microsoft.com/office/drawing/2014/main" id="{FDB8EA11-D5DF-4E31-87FC-3BD589B1B4F7}"/>
              </a:ext>
            </a:extLst>
          </p:cNvPr>
          <p:cNvSpPr txBox="1">
            <a:spLocks/>
          </p:cNvSpPr>
          <p:nvPr/>
        </p:nvSpPr>
        <p:spPr>
          <a:xfrm flipH="1">
            <a:off x="5087679" y="234273"/>
            <a:ext cx="2407449" cy="906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Dosis ExtraLight"/>
              <a:buNone/>
              <a:defRPr sz="4800" b="0" i="0" u="none" strike="noStrike" cap="none">
                <a:solidFill>
                  <a:schemeClr val="l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Dosis ExtraLight"/>
              <a:buNone/>
              <a:defRPr sz="5200" b="0" i="0" u="none" strike="noStrike" cap="none">
                <a:solidFill>
                  <a:schemeClr val="l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Dosis ExtraLight"/>
              <a:buNone/>
              <a:defRPr sz="5200" b="0" i="0" u="none" strike="noStrike" cap="none">
                <a:solidFill>
                  <a:schemeClr val="l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Dosis ExtraLight"/>
              <a:buNone/>
              <a:defRPr sz="5200" b="0" i="0" u="none" strike="noStrike" cap="none">
                <a:solidFill>
                  <a:schemeClr val="l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Dosis ExtraLight"/>
              <a:buNone/>
              <a:defRPr sz="5200" b="0" i="0" u="none" strike="noStrike" cap="none">
                <a:solidFill>
                  <a:schemeClr val="l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Dosis ExtraLight"/>
              <a:buNone/>
              <a:defRPr sz="5200" b="0" i="0" u="none" strike="noStrike" cap="none">
                <a:solidFill>
                  <a:schemeClr val="l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Dosis ExtraLight"/>
              <a:buNone/>
              <a:defRPr sz="5200" b="0" i="0" u="none" strike="noStrike" cap="none">
                <a:solidFill>
                  <a:schemeClr val="l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Dosis ExtraLight"/>
              <a:buNone/>
              <a:defRPr sz="5200" b="0" i="0" u="none" strike="noStrike" cap="none">
                <a:solidFill>
                  <a:schemeClr val="l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Dosis ExtraLight"/>
              <a:buNone/>
              <a:defRPr sz="5200" b="0" i="0" u="none" strike="noStrike" cap="none">
                <a:solidFill>
                  <a:schemeClr val="l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r>
              <a:rPr lang="en-GB" sz="2400" dirty="0">
                <a:solidFill>
                  <a:srgbClr val="324788"/>
                </a:solidFill>
              </a:rPr>
              <a:t>SIDANG</a:t>
            </a:r>
          </a:p>
          <a:p>
            <a:r>
              <a:rPr lang="en-GB" sz="2400" dirty="0">
                <a:solidFill>
                  <a:srgbClr val="324788"/>
                </a:solidFill>
              </a:rPr>
              <a:t>TUGAS AKHIR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C8047B-BEA0-423C-90AD-0385E169C0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9741" y="-8559"/>
            <a:ext cx="884343" cy="971385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F01BDCE4-37FB-4811-B105-C02E5B4F567D}"/>
              </a:ext>
            </a:extLst>
          </p:cNvPr>
          <p:cNvGrpSpPr/>
          <p:nvPr/>
        </p:nvGrpSpPr>
        <p:grpSpPr>
          <a:xfrm>
            <a:off x="586807" y="3037605"/>
            <a:ext cx="4377882" cy="1650777"/>
            <a:chOff x="243274" y="3147310"/>
            <a:chExt cx="4377882" cy="1650777"/>
          </a:xfrm>
        </p:grpSpPr>
        <p:sp>
          <p:nvSpPr>
            <p:cNvPr id="4" name="TextShape 87">
              <a:extLst>
                <a:ext uri="{FF2B5EF4-FFF2-40B4-BE49-F238E27FC236}">
                  <a16:creationId xmlns:a16="http://schemas.microsoft.com/office/drawing/2014/main" id="{0808B95B-5F04-4D32-9D98-FD0DE3627888}"/>
                </a:ext>
              </a:extLst>
            </p:cNvPr>
            <p:cNvSpPr txBox="1"/>
            <p:nvPr/>
          </p:nvSpPr>
          <p:spPr>
            <a:xfrm>
              <a:off x="243274" y="3147310"/>
              <a:ext cx="4377882" cy="865396"/>
            </a:xfrm>
            <a:prstGeom prst="rect">
              <a:avLst/>
            </a:prstGeom>
            <a:noFill/>
            <a:ln>
              <a:noFill/>
            </a:ln>
          </p:spPr>
          <p:txBody>
            <a:bodyPr tIns="91440" bIns="91440"/>
            <a:lstStyle/>
            <a:p>
              <a:pPr>
                <a:lnSpc>
                  <a:spcPct val="150000"/>
                </a:lnSpc>
              </a:pPr>
              <a:r>
                <a:rPr lang="en-US" sz="1400" b="1" strike="noStrike" spc="-1" dirty="0" err="1">
                  <a:solidFill>
                    <a:srgbClr val="324788"/>
                  </a:solidFill>
                  <a:latin typeface="Raleway Light"/>
                  <a:ea typeface="Raleway Light"/>
                </a:rPr>
                <a:t>Dosen</a:t>
              </a:r>
              <a:r>
                <a:rPr lang="en-US" sz="1400" b="1" strike="noStrike" spc="-1" dirty="0">
                  <a:solidFill>
                    <a:srgbClr val="324788"/>
                  </a:solidFill>
                  <a:latin typeface="Raleway Light"/>
                  <a:ea typeface="Raleway Light"/>
                </a:rPr>
                <a:t> </a:t>
              </a:r>
              <a:r>
                <a:rPr lang="en-US" sz="1400" b="1" strike="noStrike" spc="-1" dirty="0" err="1">
                  <a:solidFill>
                    <a:srgbClr val="324788"/>
                  </a:solidFill>
                  <a:latin typeface="Raleway Light"/>
                  <a:ea typeface="Raleway Light"/>
                </a:rPr>
                <a:t>Pembimbing</a:t>
              </a:r>
              <a:r>
                <a:rPr lang="en-US" sz="1400" b="1" strike="noStrike" spc="-1" dirty="0">
                  <a:solidFill>
                    <a:srgbClr val="324788"/>
                  </a:solidFill>
                  <a:latin typeface="Raleway Light"/>
                  <a:ea typeface="Raleway Light"/>
                </a:rPr>
                <a:t>:</a:t>
              </a:r>
            </a:p>
            <a:p>
              <a:pPr>
                <a:lnSpc>
                  <a:spcPct val="150000"/>
                </a:lnSpc>
              </a:pPr>
              <a:r>
                <a:rPr lang="en-US" sz="1400" spc="-1" dirty="0">
                  <a:solidFill>
                    <a:srgbClr val="324788"/>
                  </a:solidFill>
                  <a:latin typeface="Raleway Light"/>
                  <a:ea typeface="Raleway Light"/>
                </a:rPr>
                <a:t>	</a:t>
              </a:r>
              <a:r>
                <a:rPr lang="en-US" sz="1400" i="1" spc="-1" dirty="0" err="1">
                  <a:solidFill>
                    <a:srgbClr val="324788"/>
                  </a:solidFill>
                  <a:latin typeface="Raleway Light"/>
                  <a:ea typeface="Raleway Light"/>
                </a:rPr>
                <a:t>Sirojul</a:t>
              </a:r>
              <a:r>
                <a:rPr lang="en-US" sz="1400" i="1" spc="-1" dirty="0">
                  <a:solidFill>
                    <a:srgbClr val="324788"/>
                  </a:solidFill>
                  <a:latin typeface="Raleway Light"/>
                  <a:ea typeface="Raleway Light"/>
                </a:rPr>
                <a:t> Munir, </a:t>
              </a:r>
              <a:r>
                <a:rPr lang="en-US" sz="1400" i="1" spc="-1" dirty="0" err="1">
                  <a:solidFill>
                    <a:srgbClr val="324788"/>
                  </a:solidFill>
                  <a:latin typeface="Raleway Light"/>
                  <a:ea typeface="Raleway Light"/>
                </a:rPr>
                <a:t>S.Si</a:t>
              </a:r>
              <a:r>
                <a:rPr lang="en-US" sz="1400" i="1" spc="-1" dirty="0">
                  <a:solidFill>
                    <a:srgbClr val="324788"/>
                  </a:solidFill>
                  <a:latin typeface="Raleway Light"/>
                  <a:ea typeface="Raleway Light"/>
                </a:rPr>
                <a:t>., </a:t>
              </a:r>
              <a:r>
                <a:rPr lang="en-US" sz="1400" i="1" spc="-1" dirty="0" err="1">
                  <a:solidFill>
                    <a:srgbClr val="324788"/>
                  </a:solidFill>
                  <a:latin typeface="Raleway Light"/>
                  <a:ea typeface="Raleway Light"/>
                </a:rPr>
                <a:t>M.Kom</a:t>
              </a:r>
              <a:r>
                <a:rPr lang="en-US" sz="1400" i="1" spc="-1" dirty="0">
                  <a:solidFill>
                    <a:srgbClr val="324788"/>
                  </a:solidFill>
                  <a:latin typeface="Raleway Light"/>
                  <a:ea typeface="Raleway Light"/>
                </a:rPr>
                <a:t>.</a:t>
              </a:r>
              <a:endParaRPr lang="en-US" sz="1400" i="1" strike="noStrike" spc="-1" dirty="0">
                <a:latin typeface="Arial"/>
              </a:endParaRPr>
            </a:p>
          </p:txBody>
        </p:sp>
        <p:sp>
          <p:nvSpPr>
            <p:cNvPr id="5" name="TextShape 87">
              <a:extLst>
                <a:ext uri="{FF2B5EF4-FFF2-40B4-BE49-F238E27FC236}">
                  <a16:creationId xmlns:a16="http://schemas.microsoft.com/office/drawing/2014/main" id="{0F71CB98-3E30-4408-A79B-D345D7E77A51}"/>
                </a:ext>
              </a:extLst>
            </p:cNvPr>
            <p:cNvSpPr txBox="1"/>
            <p:nvPr/>
          </p:nvSpPr>
          <p:spPr>
            <a:xfrm>
              <a:off x="243274" y="3932691"/>
              <a:ext cx="4377882" cy="865396"/>
            </a:xfrm>
            <a:prstGeom prst="rect">
              <a:avLst/>
            </a:prstGeom>
            <a:noFill/>
            <a:ln>
              <a:noFill/>
            </a:ln>
          </p:spPr>
          <p:txBody>
            <a:bodyPr tIns="91440" bIns="91440"/>
            <a:lstStyle/>
            <a:p>
              <a:pPr>
                <a:lnSpc>
                  <a:spcPct val="150000"/>
                </a:lnSpc>
              </a:pPr>
              <a:r>
                <a:rPr lang="en-US" sz="1400" b="1" strike="noStrike" spc="-1" dirty="0" err="1">
                  <a:solidFill>
                    <a:srgbClr val="324788"/>
                  </a:solidFill>
                  <a:latin typeface="Raleway Light"/>
                  <a:ea typeface="Raleway Light"/>
                </a:rPr>
                <a:t>Dosen</a:t>
              </a:r>
              <a:r>
                <a:rPr lang="en-US" sz="1400" b="1" strike="noStrike" spc="-1" dirty="0">
                  <a:solidFill>
                    <a:srgbClr val="324788"/>
                  </a:solidFill>
                  <a:latin typeface="Raleway Light"/>
                  <a:ea typeface="Raleway Light"/>
                </a:rPr>
                <a:t> </a:t>
              </a:r>
              <a:r>
                <a:rPr lang="en-US" sz="1400" b="1" strike="noStrike" spc="-1" dirty="0" err="1">
                  <a:solidFill>
                    <a:srgbClr val="324788"/>
                  </a:solidFill>
                  <a:latin typeface="Raleway Light"/>
                  <a:ea typeface="Raleway Light"/>
                </a:rPr>
                <a:t>Penguji</a:t>
              </a:r>
              <a:r>
                <a:rPr lang="en-US" sz="1400" b="1" strike="noStrike" spc="-1" dirty="0">
                  <a:solidFill>
                    <a:srgbClr val="324788"/>
                  </a:solidFill>
                  <a:latin typeface="Raleway Light"/>
                  <a:ea typeface="Raleway Light"/>
                </a:rPr>
                <a:t>:</a:t>
              </a:r>
            </a:p>
            <a:p>
              <a:pPr>
                <a:lnSpc>
                  <a:spcPct val="150000"/>
                </a:lnSpc>
              </a:pPr>
              <a:r>
                <a:rPr lang="en-US" sz="1400" spc="-1" dirty="0">
                  <a:solidFill>
                    <a:srgbClr val="324788"/>
                  </a:solidFill>
                  <a:latin typeface="Raleway Light"/>
                  <a:ea typeface="Raleway Light"/>
                </a:rPr>
                <a:t>	</a:t>
              </a:r>
              <a:r>
                <a:rPr lang="en-GB" sz="1400" i="1" spc="-1" dirty="0" err="1">
                  <a:solidFill>
                    <a:srgbClr val="324788"/>
                  </a:solidFill>
                  <a:latin typeface="Raleway Light"/>
                  <a:ea typeface="Raleway Light"/>
                </a:rPr>
                <a:t>Hilmy</a:t>
              </a:r>
              <a:r>
                <a:rPr lang="en-GB" sz="1400" i="1" spc="-1" dirty="0">
                  <a:solidFill>
                    <a:srgbClr val="324788"/>
                  </a:solidFill>
                  <a:latin typeface="Raleway Light"/>
                  <a:ea typeface="Raleway Light"/>
                </a:rPr>
                <a:t> </a:t>
              </a:r>
              <a:r>
                <a:rPr lang="en-GB" sz="1400" i="1" spc="-1" dirty="0" err="1">
                  <a:solidFill>
                    <a:srgbClr val="324788"/>
                  </a:solidFill>
                  <a:latin typeface="Raleway Light"/>
                  <a:ea typeface="Raleway Light"/>
                </a:rPr>
                <a:t>Abidzar</a:t>
              </a:r>
              <a:r>
                <a:rPr lang="en-GB" sz="1400" i="1" spc="-1" dirty="0">
                  <a:solidFill>
                    <a:srgbClr val="324788"/>
                  </a:solidFill>
                  <a:latin typeface="Raleway Light"/>
                  <a:ea typeface="Raleway Light"/>
                </a:rPr>
                <a:t> </a:t>
              </a:r>
              <a:r>
                <a:rPr lang="en-GB" sz="1400" i="1" spc="-1" dirty="0" err="1">
                  <a:solidFill>
                    <a:srgbClr val="324788"/>
                  </a:solidFill>
                  <a:latin typeface="Raleway Light"/>
                  <a:ea typeface="Raleway Light"/>
                </a:rPr>
                <a:t>Tawakal</a:t>
              </a:r>
              <a:r>
                <a:rPr lang="en-GB" sz="1400" i="1" spc="-1" dirty="0">
                  <a:solidFill>
                    <a:srgbClr val="324788"/>
                  </a:solidFill>
                  <a:latin typeface="Raleway Light"/>
                  <a:ea typeface="Raleway Light"/>
                </a:rPr>
                <a:t>, ST., </a:t>
              </a:r>
              <a:r>
                <a:rPr lang="en-GB" sz="1400" i="1" spc="-1" dirty="0" err="1">
                  <a:solidFill>
                    <a:srgbClr val="324788"/>
                  </a:solidFill>
                  <a:latin typeface="Raleway Light"/>
                  <a:ea typeface="Raleway Light"/>
                </a:rPr>
                <a:t>M.Kom</a:t>
              </a:r>
              <a:r>
                <a:rPr lang="en-GB" sz="1400" i="1" spc="-1" dirty="0">
                  <a:solidFill>
                    <a:srgbClr val="324788"/>
                  </a:solidFill>
                  <a:latin typeface="Raleway Light"/>
                  <a:ea typeface="Raleway Light"/>
                </a:rPr>
                <a:t>.</a:t>
              </a:r>
            </a:p>
            <a:p>
              <a:pPr>
                <a:lnSpc>
                  <a:spcPct val="150000"/>
                </a:lnSpc>
              </a:pPr>
              <a:r>
                <a:rPr lang="en-GB" i="1" strike="noStrike" spc="-1" dirty="0">
                  <a:solidFill>
                    <a:srgbClr val="324788"/>
                  </a:solidFill>
                  <a:latin typeface="Raleway Light"/>
                </a:rPr>
                <a:t>	Tiffany </a:t>
              </a:r>
              <a:r>
                <a:rPr lang="en-GB" i="1" strike="noStrike" spc="-1" dirty="0" err="1">
                  <a:solidFill>
                    <a:srgbClr val="324788"/>
                  </a:solidFill>
                  <a:latin typeface="Raleway Light"/>
                </a:rPr>
                <a:t>Nabarian</a:t>
              </a:r>
              <a:r>
                <a:rPr lang="en-GB" i="1" strike="noStrike" spc="-1" dirty="0">
                  <a:solidFill>
                    <a:srgbClr val="324788"/>
                  </a:solidFill>
                  <a:latin typeface="Raleway Light"/>
                </a:rPr>
                <a:t>, </a:t>
              </a:r>
              <a:r>
                <a:rPr lang="en-GB" i="1" strike="noStrike" spc="-1" dirty="0" err="1">
                  <a:solidFill>
                    <a:srgbClr val="324788"/>
                  </a:solidFill>
                  <a:latin typeface="Raleway Light"/>
                </a:rPr>
                <a:t>S.Kom</a:t>
              </a:r>
              <a:r>
                <a:rPr lang="en-GB" i="1" strike="noStrike" spc="-1" dirty="0">
                  <a:solidFill>
                    <a:srgbClr val="324788"/>
                  </a:solidFill>
                  <a:latin typeface="Raleway Light"/>
                </a:rPr>
                <a:t>., M.T.I.</a:t>
              </a:r>
              <a:endParaRPr lang="en-US" sz="1400" i="1" strike="noStrike" spc="-1" dirty="0"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" name="Google Shape;1751;p47"/>
          <p:cNvSpPr/>
          <p:nvPr/>
        </p:nvSpPr>
        <p:spPr>
          <a:xfrm>
            <a:off x="865500" y="-1134700"/>
            <a:ext cx="7413000" cy="7413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2" name="Google Shape;1752;p47"/>
          <p:cNvSpPr txBox="1">
            <a:spLocks noGrp="1"/>
          </p:cNvSpPr>
          <p:nvPr>
            <p:ph type="ctrTitle"/>
          </p:nvPr>
        </p:nvSpPr>
        <p:spPr>
          <a:xfrm flipH="1">
            <a:off x="2726850" y="3153013"/>
            <a:ext cx="3690300" cy="45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152400" lvl="0">
              <a:lnSpc>
                <a:spcPct val="115000"/>
              </a:lnSpc>
              <a:buSzPts val="1200"/>
            </a:pPr>
            <a:r>
              <a:rPr lang="en-GB" dirty="0"/>
              <a:t>PENDAHULUAN</a:t>
            </a:r>
          </a:p>
        </p:txBody>
      </p:sp>
      <p:sp>
        <p:nvSpPr>
          <p:cNvPr id="1769" name="Google Shape;1769;p47"/>
          <p:cNvSpPr txBox="1">
            <a:spLocks noGrp="1"/>
          </p:cNvSpPr>
          <p:nvPr>
            <p:ph type="title" idx="2"/>
          </p:nvPr>
        </p:nvSpPr>
        <p:spPr>
          <a:xfrm flipH="1">
            <a:off x="3451650" y="3924607"/>
            <a:ext cx="22407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lt1"/>
                </a:solidFill>
              </a:rPr>
              <a:t>01</a:t>
            </a:r>
            <a:endParaRPr dirty="0">
              <a:solidFill>
                <a:schemeClr val="lt1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B7C5404-BEC8-4B16-B601-483848121CAC}"/>
              </a:ext>
            </a:extLst>
          </p:cNvPr>
          <p:cNvGrpSpPr/>
          <p:nvPr/>
        </p:nvGrpSpPr>
        <p:grpSpPr>
          <a:xfrm>
            <a:off x="3643818" y="277906"/>
            <a:ext cx="1856363" cy="2056862"/>
            <a:chOff x="7133500" y="3310683"/>
            <a:chExt cx="794020" cy="879779"/>
          </a:xfrm>
        </p:grpSpPr>
        <p:sp>
          <p:nvSpPr>
            <p:cNvPr id="22" name="Google Shape;238;p28">
              <a:extLst>
                <a:ext uri="{FF2B5EF4-FFF2-40B4-BE49-F238E27FC236}">
                  <a16:creationId xmlns:a16="http://schemas.microsoft.com/office/drawing/2014/main" id="{4CEB5205-ED1C-424E-8EB5-0C00F07C4A30}"/>
                </a:ext>
              </a:extLst>
            </p:cNvPr>
            <p:cNvSpPr/>
            <p:nvPr/>
          </p:nvSpPr>
          <p:spPr>
            <a:xfrm>
              <a:off x="7133500" y="3772797"/>
              <a:ext cx="794020" cy="417665"/>
            </a:xfrm>
            <a:custGeom>
              <a:avLst/>
              <a:gdLst/>
              <a:ahLst/>
              <a:cxnLst/>
              <a:rect l="l" t="t" r="r" b="b"/>
              <a:pathLst>
                <a:path w="40729" h="21424" extrusionOk="0">
                  <a:moveTo>
                    <a:pt x="20367" y="0"/>
                  </a:moveTo>
                  <a:cubicBezTo>
                    <a:pt x="15619" y="0"/>
                    <a:pt x="10870" y="1046"/>
                    <a:pt x="7245" y="3138"/>
                  </a:cubicBezTo>
                  <a:cubicBezTo>
                    <a:pt x="1" y="7321"/>
                    <a:pt x="1" y="14103"/>
                    <a:pt x="7245" y="18287"/>
                  </a:cubicBezTo>
                  <a:cubicBezTo>
                    <a:pt x="10868" y="20378"/>
                    <a:pt x="15616" y="21424"/>
                    <a:pt x="20363" y="21424"/>
                  </a:cubicBezTo>
                  <a:cubicBezTo>
                    <a:pt x="25111" y="21424"/>
                    <a:pt x="29860" y="20378"/>
                    <a:pt x="33483" y="18287"/>
                  </a:cubicBezTo>
                  <a:cubicBezTo>
                    <a:pt x="40728" y="14103"/>
                    <a:pt x="40728" y="7321"/>
                    <a:pt x="33483" y="3138"/>
                  </a:cubicBezTo>
                  <a:cubicBezTo>
                    <a:pt x="29862" y="1046"/>
                    <a:pt x="25115" y="0"/>
                    <a:pt x="20367" y="0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9;p28">
              <a:extLst>
                <a:ext uri="{FF2B5EF4-FFF2-40B4-BE49-F238E27FC236}">
                  <a16:creationId xmlns:a16="http://schemas.microsoft.com/office/drawing/2014/main" id="{CE763569-AA97-491B-9876-5E91D76EF304}"/>
                </a:ext>
              </a:extLst>
            </p:cNvPr>
            <p:cNvSpPr/>
            <p:nvPr/>
          </p:nvSpPr>
          <p:spPr>
            <a:xfrm>
              <a:off x="7154184" y="3383907"/>
              <a:ext cx="752573" cy="717307"/>
            </a:xfrm>
            <a:custGeom>
              <a:avLst/>
              <a:gdLst/>
              <a:ahLst/>
              <a:cxnLst/>
              <a:rect l="l" t="t" r="r" b="b"/>
              <a:pathLst>
                <a:path w="38603" h="36794" extrusionOk="0">
                  <a:moveTo>
                    <a:pt x="19305" y="1"/>
                  </a:moveTo>
                  <a:cubicBezTo>
                    <a:pt x="15773" y="1"/>
                    <a:pt x="12240" y="718"/>
                    <a:pt x="9412" y="2151"/>
                  </a:cubicBezTo>
                  <a:lnTo>
                    <a:pt x="9412" y="2139"/>
                  </a:lnTo>
                  <a:cubicBezTo>
                    <a:pt x="6729" y="3484"/>
                    <a:pt x="1461" y="6688"/>
                    <a:pt x="713" y="13793"/>
                  </a:cubicBezTo>
                  <a:cubicBezTo>
                    <a:pt x="1" y="20551"/>
                    <a:pt x="3504" y="29964"/>
                    <a:pt x="9351" y="34044"/>
                  </a:cubicBezTo>
                  <a:cubicBezTo>
                    <a:pt x="9377" y="34064"/>
                    <a:pt x="9406" y="34083"/>
                    <a:pt x="9432" y="34101"/>
                  </a:cubicBezTo>
                  <a:cubicBezTo>
                    <a:pt x="9703" y="34288"/>
                    <a:pt x="9979" y="34467"/>
                    <a:pt x="10259" y="34631"/>
                  </a:cubicBezTo>
                  <a:cubicBezTo>
                    <a:pt x="12757" y="36073"/>
                    <a:pt x="16031" y="36793"/>
                    <a:pt x="19305" y="36793"/>
                  </a:cubicBezTo>
                  <a:cubicBezTo>
                    <a:pt x="22578" y="36793"/>
                    <a:pt x="25852" y="36073"/>
                    <a:pt x="28351" y="34631"/>
                  </a:cubicBezTo>
                  <a:cubicBezTo>
                    <a:pt x="28398" y="34602"/>
                    <a:pt x="28436" y="34574"/>
                    <a:pt x="28481" y="34547"/>
                  </a:cubicBezTo>
                  <a:cubicBezTo>
                    <a:pt x="28697" y="34418"/>
                    <a:pt x="28910" y="34281"/>
                    <a:pt x="29119" y="34139"/>
                  </a:cubicBezTo>
                  <a:cubicBezTo>
                    <a:pt x="29178" y="34098"/>
                    <a:pt x="29238" y="34058"/>
                    <a:pt x="29295" y="34017"/>
                  </a:cubicBezTo>
                  <a:cubicBezTo>
                    <a:pt x="35116" y="29921"/>
                    <a:pt x="38603" y="20536"/>
                    <a:pt x="37891" y="13793"/>
                  </a:cubicBezTo>
                  <a:cubicBezTo>
                    <a:pt x="37142" y="6690"/>
                    <a:pt x="31874" y="3484"/>
                    <a:pt x="29193" y="2139"/>
                  </a:cubicBezTo>
                  <a:lnTo>
                    <a:pt x="29193" y="2149"/>
                  </a:lnTo>
                  <a:cubicBezTo>
                    <a:pt x="26366" y="717"/>
                    <a:pt x="22835" y="1"/>
                    <a:pt x="19305" y="1"/>
                  </a:cubicBez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0;p28">
              <a:extLst>
                <a:ext uri="{FF2B5EF4-FFF2-40B4-BE49-F238E27FC236}">
                  <a16:creationId xmlns:a16="http://schemas.microsoft.com/office/drawing/2014/main" id="{1F762CD5-2FFD-40DA-B2CE-F5FDACBE2297}"/>
                </a:ext>
              </a:extLst>
            </p:cNvPr>
            <p:cNvSpPr/>
            <p:nvPr/>
          </p:nvSpPr>
          <p:spPr>
            <a:xfrm>
              <a:off x="7449361" y="3510158"/>
              <a:ext cx="162356" cy="85428"/>
            </a:xfrm>
            <a:custGeom>
              <a:avLst/>
              <a:gdLst/>
              <a:ahLst/>
              <a:cxnLst/>
              <a:rect l="l" t="t" r="r" b="b"/>
              <a:pathLst>
                <a:path w="8328" h="4382" extrusionOk="0">
                  <a:moveTo>
                    <a:pt x="4163" y="0"/>
                  </a:moveTo>
                  <a:cubicBezTo>
                    <a:pt x="3193" y="0"/>
                    <a:pt x="2222" y="214"/>
                    <a:pt x="1481" y="642"/>
                  </a:cubicBezTo>
                  <a:cubicBezTo>
                    <a:pt x="1" y="1497"/>
                    <a:pt x="1" y="2884"/>
                    <a:pt x="1481" y="3739"/>
                  </a:cubicBezTo>
                  <a:cubicBezTo>
                    <a:pt x="2222" y="4167"/>
                    <a:pt x="3193" y="4381"/>
                    <a:pt x="4163" y="4381"/>
                  </a:cubicBezTo>
                  <a:cubicBezTo>
                    <a:pt x="5134" y="4381"/>
                    <a:pt x="6105" y="4167"/>
                    <a:pt x="6846" y="3739"/>
                  </a:cubicBezTo>
                  <a:cubicBezTo>
                    <a:pt x="8328" y="2882"/>
                    <a:pt x="8326" y="1497"/>
                    <a:pt x="6846" y="642"/>
                  </a:cubicBezTo>
                  <a:cubicBezTo>
                    <a:pt x="6105" y="214"/>
                    <a:pt x="5134" y="0"/>
                    <a:pt x="4163" y="0"/>
                  </a:cubicBezTo>
                  <a:close/>
                </a:path>
              </a:pathLst>
            </a:custGeom>
            <a:solidFill>
              <a:srgbClr val="BF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41;p28">
              <a:extLst>
                <a:ext uri="{FF2B5EF4-FFF2-40B4-BE49-F238E27FC236}">
                  <a16:creationId xmlns:a16="http://schemas.microsoft.com/office/drawing/2014/main" id="{AA6B2A76-10BF-45F8-9A27-09366793670D}"/>
                </a:ext>
              </a:extLst>
            </p:cNvPr>
            <p:cNvSpPr/>
            <p:nvPr/>
          </p:nvSpPr>
          <p:spPr>
            <a:xfrm>
              <a:off x="7337634" y="3310683"/>
              <a:ext cx="264160" cy="252443"/>
            </a:xfrm>
            <a:custGeom>
              <a:avLst/>
              <a:gdLst/>
              <a:ahLst/>
              <a:cxnLst/>
              <a:rect l="l" t="t" r="r" b="b"/>
              <a:pathLst>
                <a:path w="13550" h="12949" extrusionOk="0">
                  <a:moveTo>
                    <a:pt x="2445" y="0"/>
                  </a:moveTo>
                  <a:cubicBezTo>
                    <a:pt x="2445" y="1"/>
                    <a:pt x="1" y="5895"/>
                    <a:pt x="2609" y="9387"/>
                  </a:cubicBezTo>
                  <a:cubicBezTo>
                    <a:pt x="5215" y="12879"/>
                    <a:pt x="9895" y="12949"/>
                    <a:pt x="9895" y="12949"/>
                  </a:cubicBezTo>
                  <a:cubicBezTo>
                    <a:pt x="9895" y="12949"/>
                    <a:pt x="13549" y="9034"/>
                    <a:pt x="10931" y="4832"/>
                  </a:cubicBezTo>
                  <a:cubicBezTo>
                    <a:pt x="8260" y="547"/>
                    <a:pt x="2445" y="0"/>
                    <a:pt x="2445" y="0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42;p28">
              <a:extLst>
                <a:ext uri="{FF2B5EF4-FFF2-40B4-BE49-F238E27FC236}">
                  <a16:creationId xmlns:a16="http://schemas.microsoft.com/office/drawing/2014/main" id="{2139ADDF-AB01-4464-96E6-CC69D058BB2D}"/>
                </a:ext>
              </a:extLst>
            </p:cNvPr>
            <p:cNvSpPr/>
            <p:nvPr/>
          </p:nvSpPr>
          <p:spPr>
            <a:xfrm>
              <a:off x="7337673" y="3310683"/>
              <a:ext cx="192885" cy="252443"/>
            </a:xfrm>
            <a:custGeom>
              <a:avLst/>
              <a:gdLst/>
              <a:ahLst/>
              <a:cxnLst/>
              <a:rect l="l" t="t" r="r" b="b"/>
              <a:pathLst>
                <a:path w="9894" h="12949" extrusionOk="0">
                  <a:moveTo>
                    <a:pt x="2443" y="0"/>
                  </a:moveTo>
                  <a:cubicBezTo>
                    <a:pt x="2443" y="1"/>
                    <a:pt x="0" y="5895"/>
                    <a:pt x="2607" y="9387"/>
                  </a:cubicBezTo>
                  <a:cubicBezTo>
                    <a:pt x="5213" y="12879"/>
                    <a:pt x="9893" y="12949"/>
                    <a:pt x="9893" y="12949"/>
                  </a:cubicBezTo>
                  <a:cubicBezTo>
                    <a:pt x="9252" y="4960"/>
                    <a:pt x="2443" y="1"/>
                    <a:pt x="2443" y="0"/>
                  </a:cubicBezTo>
                  <a:close/>
                </a:path>
              </a:pathLst>
            </a:custGeom>
            <a:solidFill>
              <a:srgbClr val="1BBC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43;p28">
              <a:extLst>
                <a:ext uri="{FF2B5EF4-FFF2-40B4-BE49-F238E27FC236}">
                  <a16:creationId xmlns:a16="http://schemas.microsoft.com/office/drawing/2014/main" id="{C080B255-964C-4587-8487-79205853D329}"/>
                </a:ext>
              </a:extLst>
            </p:cNvPr>
            <p:cNvSpPr/>
            <p:nvPr/>
          </p:nvSpPr>
          <p:spPr>
            <a:xfrm>
              <a:off x="7527771" y="3311424"/>
              <a:ext cx="280711" cy="263458"/>
            </a:xfrm>
            <a:custGeom>
              <a:avLst/>
              <a:gdLst/>
              <a:ahLst/>
              <a:cxnLst/>
              <a:rect l="l" t="t" r="r" b="b"/>
              <a:pathLst>
                <a:path w="14399" h="13514" extrusionOk="0">
                  <a:moveTo>
                    <a:pt x="9651" y="1"/>
                  </a:moveTo>
                  <a:cubicBezTo>
                    <a:pt x="9651" y="1"/>
                    <a:pt x="7086" y="155"/>
                    <a:pt x="3544" y="3152"/>
                  </a:cubicBezTo>
                  <a:cubicBezTo>
                    <a:pt x="0" y="6149"/>
                    <a:pt x="142" y="12911"/>
                    <a:pt x="142" y="12911"/>
                  </a:cubicBezTo>
                  <a:cubicBezTo>
                    <a:pt x="142" y="12911"/>
                    <a:pt x="77" y="13421"/>
                    <a:pt x="737" y="13506"/>
                  </a:cubicBezTo>
                  <a:cubicBezTo>
                    <a:pt x="780" y="13511"/>
                    <a:pt x="820" y="13514"/>
                    <a:pt x="858" y="13514"/>
                  </a:cubicBezTo>
                  <a:cubicBezTo>
                    <a:pt x="1329" y="13514"/>
                    <a:pt x="1402" y="13120"/>
                    <a:pt x="1402" y="13120"/>
                  </a:cubicBezTo>
                  <a:cubicBezTo>
                    <a:pt x="1402" y="12380"/>
                    <a:pt x="2804" y="7356"/>
                    <a:pt x="5880" y="4864"/>
                  </a:cubicBezTo>
                  <a:cubicBezTo>
                    <a:pt x="8956" y="2373"/>
                    <a:pt x="13420" y="2176"/>
                    <a:pt x="13420" y="2176"/>
                  </a:cubicBezTo>
                  <a:cubicBezTo>
                    <a:pt x="14399" y="1917"/>
                    <a:pt x="11739" y="1"/>
                    <a:pt x="9651" y="1"/>
                  </a:cubicBezTo>
                  <a:close/>
                </a:path>
              </a:pathLst>
            </a:custGeom>
            <a:solidFill>
              <a:srgbClr val="A33D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44;p28">
              <a:extLst>
                <a:ext uri="{FF2B5EF4-FFF2-40B4-BE49-F238E27FC236}">
                  <a16:creationId xmlns:a16="http://schemas.microsoft.com/office/drawing/2014/main" id="{9CF7BE95-BC25-4648-B6DB-0F2B35709D63}"/>
                </a:ext>
              </a:extLst>
            </p:cNvPr>
            <p:cNvSpPr/>
            <p:nvPr/>
          </p:nvSpPr>
          <p:spPr>
            <a:xfrm>
              <a:off x="7707205" y="3311424"/>
              <a:ext cx="101278" cy="42831"/>
            </a:xfrm>
            <a:custGeom>
              <a:avLst/>
              <a:gdLst/>
              <a:ahLst/>
              <a:cxnLst/>
              <a:rect l="l" t="t" r="r" b="b"/>
              <a:pathLst>
                <a:path w="5195" h="2197" extrusionOk="0">
                  <a:moveTo>
                    <a:pt x="447" y="1"/>
                  </a:moveTo>
                  <a:cubicBezTo>
                    <a:pt x="0" y="69"/>
                    <a:pt x="97" y="748"/>
                    <a:pt x="1327" y="1381"/>
                  </a:cubicBezTo>
                  <a:cubicBezTo>
                    <a:pt x="2466" y="1968"/>
                    <a:pt x="3080" y="2197"/>
                    <a:pt x="3796" y="2197"/>
                  </a:cubicBezTo>
                  <a:cubicBezTo>
                    <a:pt x="3869" y="2197"/>
                    <a:pt x="3943" y="2194"/>
                    <a:pt x="4019" y="2190"/>
                  </a:cubicBezTo>
                  <a:cubicBezTo>
                    <a:pt x="4147" y="2180"/>
                    <a:pt x="4216" y="2176"/>
                    <a:pt x="4216" y="2176"/>
                  </a:cubicBezTo>
                  <a:cubicBezTo>
                    <a:pt x="5195" y="1917"/>
                    <a:pt x="2535" y="1"/>
                    <a:pt x="447" y="1"/>
                  </a:cubicBezTo>
                  <a:close/>
                </a:path>
              </a:pathLst>
            </a:custGeom>
            <a:solidFill>
              <a:srgbClr val="822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369610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5" name="Google Shape;1775;p48"/>
          <p:cNvGrpSpPr/>
          <p:nvPr/>
        </p:nvGrpSpPr>
        <p:grpSpPr>
          <a:xfrm>
            <a:off x="630688" y="1608434"/>
            <a:ext cx="3103282" cy="2939467"/>
            <a:chOff x="745650" y="1479275"/>
            <a:chExt cx="3169722" cy="3002400"/>
          </a:xfrm>
        </p:grpSpPr>
        <p:sp>
          <p:nvSpPr>
            <p:cNvPr id="1776" name="Google Shape;1776;p48"/>
            <p:cNvSpPr/>
            <p:nvPr/>
          </p:nvSpPr>
          <p:spPr>
            <a:xfrm>
              <a:off x="745650" y="1479275"/>
              <a:ext cx="3002400" cy="3002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48"/>
            <p:cNvSpPr/>
            <p:nvPr/>
          </p:nvSpPr>
          <p:spPr>
            <a:xfrm rot="10800000" flipH="1">
              <a:off x="3447072" y="2150875"/>
              <a:ext cx="468300" cy="370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78" name="Google Shape;1778;p48"/>
          <p:cNvSpPr txBox="1">
            <a:spLocks noGrp="1"/>
          </p:cNvSpPr>
          <p:nvPr>
            <p:ph type="title" idx="4"/>
          </p:nvPr>
        </p:nvSpPr>
        <p:spPr>
          <a:xfrm>
            <a:off x="4441907" y="136479"/>
            <a:ext cx="4101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dirty="0">
                <a:solidFill>
                  <a:schemeClr val="accent2"/>
                </a:solidFill>
              </a:rPr>
              <a:t>PENDAHULUAN</a:t>
            </a:r>
            <a:endParaRPr sz="3600" dirty="0">
              <a:solidFill>
                <a:schemeClr val="accent2"/>
              </a:solidFill>
            </a:endParaRPr>
          </a:p>
        </p:txBody>
      </p:sp>
      <p:grpSp>
        <p:nvGrpSpPr>
          <p:cNvPr id="1805" name="Google Shape;1805;p48"/>
          <p:cNvGrpSpPr/>
          <p:nvPr/>
        </p:nvGrpSpPr>
        <p:grpSpPr>
          <a:xfrm rot="10800000" flipH="1">
            <a:off x="5383504" y="1678345"/>
            <a:ext cx="3160003" cy="3002400"/>
            <a:chOff x="5238497" y="1479275"/>
            <a:chExt cx="3160003" cy="3002400"/>
          </a:xfrm>
        </p:grpSpPr>
        <p:sp>
          <p:nvSpPr>
            <p:cNvPr id="1806" name="Google Shape;1806;p48"/>
            <p:cNvSpPr/>
            <p:nvPr/>
          </p:nvSpPr>
          <p:spPr>
            <a:xfrm>
              <a:off x="5396100" y="1479275"/>
              <a:ext cx="3002400" cy="3002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48"/>
            <p:cNvSpPr/>
            <p:nvPr/>
          </p:nvSpPr>
          <p:spPr>
            <a:xfrm rot="10800000">
              <a:off x="5238497" y="3508000"/>
              <a:ext cx="468300" cy="370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09" name="Google Shape;1809;p48"/>
          <p:cNvSpPr txBox="1">
            <a:spLocks noGrp="1"/>
          </p:cNvSpPr>
          <p:nvPr>
            <p:ph type="ctrTitle" idx="2"/>
          </p:nvPr>
        </p:nvSpPr>
        <p:spPr>
          <a:xfrm flipH="1">
            <a:off x="970098" y="2261006"/>
            <a:ext cx="2245749" cy="131003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2400" dirty="0"/>
              <a:t>PEMBELAJARAN TERINTEGRASI</a:t>
            </a:r>
          </a:p>
        </p:txBody>
      </p:sp>
      <p:sp>
        <p:nvSpPr>
          <p:cNvPr id="1811" name="Google Shape;1811;p48"/>
          <p:cNvSpPr txBox="1">
            <a:spLocks noGrp="1"/>
          </p:cNvSpPr>
          <p:nvPr>
            <p:ph type="ctrTitle"/>
          </p:nvPr>
        </p:nvSpPr>
        <p:spPr>
          <a:xfrm flipH="1">
            <a:off x="5903083" y="2738596"/>
            <a:ext cx="2250000" cy="92097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2400" dirty="0"/>
              <a:t>SUMBER DAYA MANUSIA</a:t>
            </a:r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DD12D2C0-4DA1-4860-9009-E516703CB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00" y="-19050"/>
            <a:ext cx="1007899" cy="1107102"/>
          </a:xfrm>
          <a:prstGeom prst="rect">
            <a:avLst/>
          </a:prstGeom>
        </p:spPr>
      </p:pic>
      <p:grpSp>
        <p:nvGrpSpPr>
          <p:cNvPr id="74" name="Google Shape;3891;p55">
            <a:extLst>
              <a:ext uri="{FF2B5EF4-FFF2-40B4-BE49-F238E27FC236}">
                <a16:creationId xmlns:a16="http://schemas.microsoft.com/office/drawing/2014/main" id="{28DEAE28-E6A4-41E6-8822-6C7709636029}"/>
              </a:ext>
            </a:extLst>
          </p:cNvPr>
          <p:cNvGrpSpPr/>
          <p:nvPr/>
        </p:nvGrpSpPr>
        <p:grpSpPr>
          <a:xfrm>
            <a:off x="3722657" y="1776156"/>
            <a:ext cx="1534333" cy="2302458"/>
            <a:chOff x="5804850" y="4607575"/>
            <a:chExt cx="578875" cy="868675"/>
          </a:xfrm>
        </p:grpSpPr>
        <p:sp>
          <p:nvSpPr>
            <p:cNvPr id="75" name="Google Shape;3892;p55">
              <a:extLst>
                <a:ext uri="{FF2B5EF4-FFF2-40B4-BE49-F238E27FC236}">
                  <a16:creationId xmlns:a16="http://schemas.microsoft.com/office/drawing/2014/main" id="{766333D7-8C28-48A1-A109-C1AF05EAE44E}"/>
                </a:ext>
              </a:extLst>
            </p:cNvPr>
            <p:cNvSpPr/>
            <p:nvPr/>
          </p:nvSpPr>
          <p:spPr>
            <a:xfrm>
              <a:off x="5819875" y="5163100"/>
              <a:ext cx="542375" cy="313150"/>
            </a:xfrm>
            <a:custGeom>
              <a:avLst/>
              <a:gdLst/>
              <a:ahLst/>
              <a:cxnLst/>
              <a:rect l="l" t="t" r="r" b="b"/>
              <a:pathLst>
                <a:path w="21695" h="12526" extrusionOk="0">
                  <a:moveTo>
                    <a:pt x="10847" y="0"/>
                  </a:moveTo>
                  <a:cubicBezTo>
                    <a:pt x="7970" y="0"/>
                    <a:pt x="5212" y="660"/>
                    <a:pt x="3178" y="1834"/>
                  </a:cubicBezTo>
                  <a:cubicBezTo>
                    <a:pt x="1143" y="3008"/>
                    <a:pt x="1" y="4601"/>
                    <a:pt x="1" y="6262"/>
                  </a:cubicBezTo>
                  <a:cubicBezTo>
                    <a:pt x="1" y="7923"/>
                    <a:pt x="1143" y="9516"/>
                    <a:pt x="3178" y="10690"/>
                  </a:cubicBezTo>
                  <a:cubicBezTo>
                    <a:pt x="5212" y="11865"/>
                    <a:pt x="7970" y="12525"/>
                    <a:pt x="10847" y="12525"/>
                  </a:cubicBezTo>
                  <a:cubicBezTo>
                    <a:pt x="13725" y="12525"/>
                    <a:pt x="16483" y="11865"/>
                    <a:pt x="18517" y="10690"/>
                  </a:cubicBezTo>
                  <a:cubicBezTo>
                    <a:pt x="20552" y="9516"/>
                    <a:pt x="21694" y="7923"/>
                    <a:pt x="21694" y="6262"/>
                  </a:cubicBezTo>
                  <a:cubicBezTo>
                    <a:pt x="21694" y="4601"/>
                    <a:pt x="20552" y="3008"/>
                    <a:pt x="18517" y="1834"/>
                  </a:cubicBezTo>
                  <a:cubicBezTo>
                    <a:pt x="16483" y="660"/>
                    <a:pt x="13725" y="0"/>
                    <a:pt x="10847" y="0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3893;p55">
              <a:extLst>
                <a:ext uri="{FF2B5EF4-FFF2-40B4-BE49-F238E27FC236}">
                  <a16:creationId xmlns:a16="http://schemas.microsoft.com/office/drawing/2014/main" id="{C55B5B22-4373-41A5-9402-5E18A79BE959}"/>
                </a:ext>
              </a:extLst>
            </p:cNvPr>
            <p:cNvSpPr/>
            <p:nvPr/>
          </p:nvSpPr>
          <p:spPr>
            <a:xfrm>
              <a:off x="5903000" y="5208600"/>
              <a:ext cx="158950" cy="68625"/>
            </a:xfrm>
            <a:custGeom>
              <a:avLst/>
              <a:gdLst/>
              <a:ahLst/>
              <a:cxnLst/>
              <a:rect l="l" t="t" r="r" b="b"/>
              <a:pathLst>
                <a:path w="6358" h="2745" extrusionOk="0">
                  <a:moveTo>
                    <a:pt x="5997" y="1"/>
                  </a:moveTo>
                  <a:cubicBezTo>
                    <a:pt x="5997" y="1"/>
                    <a:pt x="5997" y="1"/>
                    <a:pt x="5997" y="1"/>
                  </a:cubicBezTo>
                  <a:lnTo>
                    <a:pt x="5997" y="1"/>
                  </a:lnTo>
                  <a:lnTo>
                    <a:pt x="5997" y="1"/>
                  </a:lnTo>
                  <a:close/>
                  <a:moveTo>
                    <a:pt x="5997" y="1"/>
                  </a:moveTo>
                  <a:lnTo>
                    <a:pt x="4161" y="92"/>
                  </a:lnTo>
                  <a:cubicBezTo>
                    <a:pt x="3732" y="613"/>
                    <a:pt x="1985" y="533"/>
                    <a:pt x="631" y="736"/>
                  </a:cubicBezTo>
                  <a:cubicBezTo>
                    <a:pt x="587" y="743"/>
                    <a:pt x="543" y="750"/>
                    <a:pt x="505" y="774"/>
                  </a:cubicBezTo>
                  <a:cubicBezTo>
                    <a:pt x="1" y="1086"/>
                    <a:pt x="688" y="1909"/>
                    <a:pt x="1092" y="2080"/>
                  </a:cubicBezTo>
                  <a:cubicBezTo>
                    <a:pt x="1399" y="2210"/>
                    <a:pt x="1721" y="2302"/>
                    <a:pt x="2051" y="2352"/>
                  </a:cubicBezTo>
                  <a:cubicBezTo>
                    <a:pt x="2428" y="2407"/>
                    <a:pt x="2729" y="2379"/>
                    <a:pt x="3110" y="2401"/>
                  </a:cubicBezTo>
                  <a:cubicBezTo>
                    <a:pt x="3427" y="2420"/>
                    <a:pt x="3887" y="2426"/>
                    <a:pt x="4189" y="2522"/>
                  </a:cubicBezTo>
                  <a:cubicBezTo>
                    <a:pt x="4420" y="2595"/>
                    <a:pt x="4622" y="2649"/>
                    <a:pt x="4928" y="2719"/>
                  </a:cubicBezTo>
                  <a:cubicBezTo>
                    <a:pt x="5004" y="2736"/>
                    <a:pt x="5087" y="2744"/>
                    <a:pt x="5173" y="2744"/>
                  </a:cubicBezTo>
                  <a:cubicBezTo>
                    <a:pt x="5554" y="2744"/>
                    <a:pt x="5999" y="2580"/>
                    <a:pt x="6217" y="2305"/>
                  </a:cubicBezTo>
                  <a:cubicBezTo>
                    <a:pt x="6283" y="2221"/>
                    <a:pt x="6340" y="2127"/>
                    <a:pt x="6351" y="2020"/>
                  </a:cubicBezTo>
                  <a:cubicBezTo>
                    <a:pt x="6358" y="1946"/>
                    <a:pt x="6341" y="1870"/>
                    <a:pt x="6325" y="1795"/>
                  </a:cubicBezTo>
                  <a:cubicBezTo>
                    <a:pt x="6296" y="1661"/>
                    <a:pt x="5942" y="4"/>
                    <a:pt x="5997" y="1"/>
                  </a:cubicBezTo>
                  <a:close/>
                </a:path>
              </a:pathLst>
            </a:custGeom>
            <a:solidFill>
              <a:srgbClr val="2D29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3894;p55">
              <a:extLst>
                <a:ext uri="{FF2B5EF4-FFF2-40B4-BE49-F238E27FC236}">
                  <a16:creationId xmlns:a16="http://schemas.microsoft.com/office/drawing/2014/main" id="{924473EA-36B4-469D-970C-1C7DA142DA3C}"/>
                </a:ext>
              </a:extLst>
            </p:cNvPr>
            <p:cNvSpPr/>
            <p:nvPr/>
          </p:nvSpPr>
          <p:spPr>
            <a:xfrm>
              <a:off x="5990225" y="4980025"/>
              <a:ext cx="70975" cy="238100"/>
            </a:xfrm>
            <a:custGeom>
              <a:avLst/>
              <a:gdLst/>
              <a:ahLst/>
              <a:cxnLst/>
              <a:rect l="l" t="t" r="r" b="b"/>
              <a:pathLst>
                <a:path w="2839" h="9524" extrusionOk="0">
                  <a:moveTo>
                    <a:pt x="0" y="1"/>
                  </a:moveTo>
                  <a:lnTo>
                    <a:pt x="0" y="1"/>
                  </a:lnTo>
                  <a:cubicBezTo>
                    <a:pt x="124" y="1250"/>
                    <a:pt x="672" y="9235"/>
                    <a:pt x="672" y="9235"/>
                  </a:cubicBezTo>
                  <a:cubicBezTo>
                    <a:pt x="919" y="9449"/>
                    <a:pt x="1188" y="9523"/>
                    <a:pt x="1441" y="9523"/>
                  </a:cubicBezTo>
                  <a:cubicBezTo>
                    <a:pt x="2009" y="9523"/>
                    <a:pt x="2501" y="9151"/>
                    <a:pt x="2501" y="9151"/>
                  </a:cubicBezTo>
                  <a:cubicBezTo>
                    <a:pt x="2501" y="9151"/>
                    <a:pt x="2815" y="2400"/>
                    <a:pt x="2826" y="1946"/>
                  </a:cubicBezTo>
                  <a:cubicBezTo>
                    <a:pt x="2838" y="1491"/>
                    <a:pt x="2351" y="226"/>
                    <a:pt x="2351" y="226"/>
                  </a:cubicBezTo>
                  <a:lnTo>
                    <a:pt x="1586" y="86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AACA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3895;p55">
              <a:extLst>
                <a:ext uri="{FF2B5EF4-FFF2-40B4-BE49-F238E27FC236}">
                  <a16:creationId xmlns:a16="http://schemas.microsoft.com/office/drawing/2014/main" id="{DF6DD410-E863-4FDB-A9CB-A46590D0B7A4}"/>
                </a:ext>
              </a:extLst>
            </p:cNvPr>
            <p:cNvSpPr/>
            <p:nvPr/>
          </p:nvSpPr>
          <p:spPr>
            <a:xfrm>
              <a:off x="5804850" y="5258050"/>
              <a:ext cx="156325" cy="68500"/>
            </a:xfrm>
            <a:custGeom>
              <a:avLst/>
              <a:gdLst/>
              <a:ahLst/>
              <a:cxnLst/>
              <a:rect l="l" t="t" r="r" b="b"/>
              <a:pathLst>
                <a:path w="6253" h="2740" extrusionOk="0">
                  <a:moveTo>
                    <a:pt x="6071" y="76"/>
                  </a:moveTo>
                  <a:lnTo>
                    <a:pt x="6071" y="76"/>
                  </a:lnTo>
                  <a:cubicBezTo>
                    <a:pt x="6071" y="76"/>
                    <a:pt x="6071" y="76"/>
                    <a:pt x="6071" y="76"/>
                  </a:cubicBezTo>
                  <a:close/>
                  <a:moveTo>
                    <a:pt x="4234" y="1"/>
                  </a:moveTo>
                  <a:cubicBezTo>
                    <a:pt x="3969" y="267"/>
                    <a:pt x="3313" y="311"/>
                    <a:pt x="2547" y="311"/>
                  </a:cubicBezTo>
                  <a:cubicBezTo>
                    <a:pt x="2178" y="311"/>
                    <a:pt x="1783" y="301"/>
                    <a:pt x="1394" y="301"/>
                  </a:cubicBezTo>
                  <a:cubicBezTo>
                    <a:pt x="1144" y="301"/>
                    <a:pt x="896" y="305"/>
                    <a:pt x="659" y="319"/>
                  </a:cubicBezTo>
                  <a:cubicBezTo>
                    <a:pt x="615" y="321"/>
                    <a:pt x="570" y="325"/>
                    <a:pt x="531" y="344"/>
                  </a:cubicBezTo>
                  <a:cubicBezTo>
                    <a:pt x="0" y="609"/>
                    <a:pt x="609" y="1492"/>
                    <a:pt x="996" y="1700"/>
                  </a:cubicBezTo>
                  <a:cubicBezTo>
                    <a:pt x="1289" y="1856"/>
                    <a:pt x="1601" y="1976"/>
                    <a:pt x="1925" y="2057"/>
                  </a:cubicBezTo>
                  <a:cubicBezTo>
                    <a:pt x="2296" y="2146"/>
                    <a:pt x="2598" y="2146"/>
                    <a:pt x="2976" y="2202"/>
                  </a:cubicBezTo>
                  <a:cubicBezTo>
                    <a:pt x="3291" y="2250"/>
                    <a:pt x="3747" y="2299"/>
                    <a:pt x="4039" y="2421"/>
                  </a:cubicBezTo>
                  <a:cubicBezTo>
                    <a:pt x="4263" y="2516"/>
                    <a:pt x="4459" y="2589"/>
                    <a:pt x="4757" y="2686"/>
                  </a:cubicBezTo>
                  <a:cubicBezTo>
                    <a:pt x="4868" y="2722"/>
                    <a:pt x="4996" y="2740"/>
                    <a:pt x="5128" y="2740"/>
                  </a:cubicBezTo>
                  <a:cubicBezTo>
                    <a:pt x="5478" y="2740"/>
                    <a:pt x="5863" y="2617"/>
                    <a:pt x="6078" y="2392"/>
                  </a:cubicBezTo>
                  <a:cubicBezTo>
                    <a:pt x="6153" y="2315"/>
                    <a:pt x="6217" y="2226"/>
                    <a:pt x="6237" y="2121"/>
                  </a:cubicBezTo>
                  <a:cubicBezTo>
                    <a:pt x="6252" y="2047"/>
                    <a:pt x="6242" y="1969"/>
                    <a:pt x="6233" y="1894"/>
                  </a:cubicBezTo>
                  <a:cubicBezTo>
                    <a:pt x="6215" y="1757"/>
                    <a:pt x="6016" y="76"/>
                    <a:pt x="6071" y="76"/>
                  </a:cubicBezTo>
                  <a:cubicBezTo>
                    <a:pt x="6071" y="76"/>
                    <a:pt x="6071" y="76"/>
                    <a:pt x="6071" y="76"/>
                  </a:cubicBezTo>
                  <a:lnTo>
                    <a:pt x="6071" y="76"/>
                  </a:lnTo>
                  <a:lnTo>
                    <a:pt x="4234" y="1"/>
                  </a:lnTo>
                  <a:close/>
                </a:path>
              </a:pathLst>
            </a:custGeom>
            <a:solidFill>
              <a:srgbClr val="2D29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3896;p55">
              <a:extLst>
                <a:ext uri="{FF2B5EF4-FFF2-40B4-BE49-F238E27FC236}">
                  <a16:creationId xmlns:a16="http://schemas.microsoft.com/office/drawing/2014/main" id="{17BC558A-BC7C-476B-9D4B-0313D388B7D5}"/>
                </a:ext>
              </a:extLst>
            </p:cNvPr>
            <p:cNvSpPr/>
            <p:nvPr/>
          </p:nvSpPr>
          <p:spPr>
            <a:xfrm>
              <a:off x="5894100" y="5031225"/>
              <a:ext cx="70725" cy="235100"/>
            </a:xfrm>
            <a:custGeom>
              <a:avLst/>
              <a:gdLst/>
              <a:ahLst/>
              <a:cxnLst/>
              <a:rect l="l" t="t" r="r" b="b"/>
              <a:pathLst>
                <a:path w="2829" h="9404" extrusionOk="0">
                  <a:moveTo>
                    <a:pt x="1" y="1"/>
                  </a:moveTo>
                  <a:cubicBezTo>
                    <a:pt x="124" y="1250"/>
                    <a:pt x="664" y="9074"/>
                    <a:pt x="664" y="9074"/>
                  </a:cubicBezTo>
                  <a:cubicBezTo>
                    <a:pt x="952" y="9323"/>
                    <a:pt x="1271" y="9403"/>
                    <a:pt x="1561" y="9403"/>
                  </a:cubicBezTo>
                  <a:cubicBezTo>
                    <a:pt x="2077" y="9403"/>
                    <a:pt x="2501" y="9151"/>
                    <a:pt x="2501" y="9151"/>
                  </a:cubicBezTo>
                  <a:cubicBezTo>
                    <a:pt x="2501" y="9151"/>
                    <a:pt x="2815" y="2400"/>
                    <a:pt x="2826" y="1944"/>
                  </a:cubicBezTo>
                  <a:cubicBezTo>
                    <a:pt x="2829" y="1845"/>
                    <a:pt x="2808" y="1707"/>
                    <a:pt x="2773" y="1552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C4D9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3897;p55">
              <a:extLst>
                <a:ext uri="{FF2B5EF4-FFF2-40B4-BE49-F238E27FC236}">
                  <a16:creationId xmlns:a16="http://schemas.microsoft.com/office/drawing/2014/main" id="{E354E05C-6DD0-4CA1-B2B9-94198B055AC6}"/>
                </a:ext>
              </a:extLst>
            </p:cNvPr>
            <p:cNvSpPr/>
            <p:nvPr/>
          </p:nvSpPr>
          <p:spPr>
            <a:xfrm>
              <a:off x="5987325" y="4934200"/>
              <a:ext cx="237475" cy="159825"/>
            </a:xfrm>
            <a:custGeom>
              <a:avLst/>
              <a:gdLst/>
              <a:ahLst/>
              <a:cxnLst/>
              <a:rect l="l" t="t" r="r" b="b"/>
              <a:pathLst>
                <a:path w="9499" h="6393" extrusionOk="0">
                  <a:moveTo>
                    <a:pt x="1963" y="1"/>
                  </a:moveTo>
                  <a:cubicBezTo>
                    <a:pt x="1041" y="1"/>
                    <a:pt x="0" y="675"/>
                    <a:pt x="115" y="1834"/>
                  </a:cubicBezTo>
                  <a:lnTo>
                    <a:pt x="1702" y="2702"/>
                  </a:lnTo>
                  <a:lnTo>
                    <a:pt x="7961" y="6316"/>
                  </a:lnTo>
                  <a:cubicBezTo>
                    <a:pt x="8058" y="6368"/>
                    <a:pt x="8149" y="6392"/>
                    <a:pt x="8234" y="6392"/>
                  </a:cubicBezTo>
                  <a:cubicBezTo>
                    <a:pt x="9292" y="6392"/>
                    <a:pt x="9499" y="2702"/>
                    <a:pt x="9499" y="2702"/>
                  </a:cubicBezTo>
                  <a:cubicBezTo>
                    <a:pt x="9499" y="2702"/>
                    <a:pt x="3424" y="422"/>
                    <a:pt x="2524" y="95"/>
                  </a:cubicBezTo>
                  <a:cubicBezTo>
                    <a:pt x="2350" y="31"/>
                    <a:pt x="2159" y="1"/>
                    <a:pt x="1963" y="1"/>
                  </a:cubicBezTo>
                  <a:close/>
                </a:path>
              </a:pathLst>
            </a:custGeom>
            <a:solidFill>
              <a:srgbClr val="AACA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3898;p55">
              <a:extLst>
                <a:ext uri="{FF2B5EF4-FFF2-40B4-BE49-F238E27FC236}">
                  <a16:creationId xmlns:a16="http://schemas.microsoft.com/office/drawing/2014/main" id="{EAC55D0C-C0BE-400F-B43C-8A9BBF40DF2A}"/>
                </a:ext>
              </a:extLst>
            </p:cNvPr>
            <p:cNvSpPr/>
            <p:nvPr/>
          </p:nvSpPr>
          <p:spPr>
            <a:xfrm>
              <a:off x="5872600" y="4897500"/>
              <a:ext cx="285300" cy="100800"/>
            </a:xfrm>
            <a:custGeom>
              <a:avLst/>
              <a:gdLst/>
              <a:ahLst/>
              <a:cxnLst/>
              <a:rect l="l" t="t" r="r" b="b"/>
              <a:pathLst>
                <a:path w="11412" h="4032" extrusionOk="0">
                  <a:moveTo>
                    <a:pt x="11411" y="0"/>
                  </a:moveTo>
                  <a:lnTo>
                    <a:pt x="1" y="1046"/>
                  </a:lnTo>
                  <a:cubicBezTo>
                    <a:pt x="1" y="1213"/>
                    <a:pt x="89" y="1367"/>
                    <a:pt x="233" y="1450"/>
                  </a:cubicBezTo>
                  <a:lnTo>
                    <a:pt x="4597" y="3969"/>
                  </a:lnTo>
                  <a:cubicBezTo>
                    <a:pt x="4669" y="4010"/>
                    <a:pt x="4749" y="4031"/>
                    <a:pt x="4830" y="4031"/>
                  </a:cubicBezTo>
                  <a:cubicBezTo>
                    <a:pt x="4910" y="4031"/>
                    <a:pt x="4990" y="4010"/>
                    <a:pt x="5063" y="3969"/>
                  </a:cubicBezTo>
                  <a:lnTo>
                    <a:pt x="11179" y="438"/>
                  </a:lnTo>
                  <a:cubicBezTo>
                    <a:pt x="11322" y="355"/>
                    <a:pt x="11411" y="202"/>
                    <a:pt x="11411" y="36"/>
                  </a:cubicBezTo>
                  <a:lnTo>
                    <a:pt x="11411" y="0"/>
                  </a:lnTo>
                  <a:close/>
                </a:path>
              </a:pathLst>
            </a:custGeom>
            <a:solidFill>
              <a:srgbClr val="C8E2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3899;p55">
              <a:extLst>
                <a:ext uri="{FF2B5EF4-FFF2-40B4-BE49-F238E27FC236}">
                  <a16:creationId xmlns:a16="http://schemas.microsoft.com/office/drawing/2014/main" id="{BF8826A4-A545-49E6-BA35-8AD081400019}"/>
                </a:ext>
              </a:extLst>
            </p:cNvPr>
            <p:cNvSpPr/>
            <p:nvPr/>
          </p:nvSpPr>
          <p:spPr>
            <a:xfrm>
              <a:off x="6016675" y="4913700"/>
              <a:ext cx="119450" cy="70100"/>
            </a:xfrm>
            <a:custGeom>
              <a:avLst/>
              <a:gdLst/>
              <a:ahLst/>
              <a:cxnLst/>
              <a:rect l="l" t="t" r="r" b="b"/>
              <a:pathLst>
                <a:path w="4778" h="2804" extrusionOk="0">
                  <a:moveTo>
                    <a:pt x="4748" y="1"/>
                  </a:moveTo>
                  <a:cubicBezTo>
                    <a:pt x="4739" y="1"/>
                    <a:pt x="4728" y="4"/>
                    <a:pt x="4716" y="11"/>
                  </a:cubicBezTo>
                  <a:lnTo>
                    <a:pt x="59" y="2688"/>
                  </a:lnTo>
                  <a:cubicBezTo>
                    <a:pt x="27" y="2708"/>
                    <a:pt x="1" y="2746"/>
                    <a:pt x="1" y="2775"/>
                  </a:cubicBezTo>
                  <a:cubicBezTo>
                    <a:pt x="1" y="2794"/>
                    <a:pt x="11" y="2804"/>
                    <a:pt x="27" y="2804"/>
                  </a:cubicBezTo>
                  <a:cubicBezTo>
                    <a:pt x="37" y="2804"/>
                    <a:pt x="48" y="2801"/>
                    <a:pt x="59" y="2793"/>
                  </a:cubicBezTo>
                  <a:lnTo>
                    <a:pt x="4719" y="114"/>
                  </a:lnTo>
                  <a:cubicBezTo>
                    <a:pt x="4752" y="96"/>
                    <a:pt x="4777" y="58"/>
                    <a:pt x="4776" y="29"/>
                  </a:cubicBezTo>
                  <a:cubicBezTo>
                    <a:pt x="4776" y="11"/>
                    <a:pt x="4765" y="1"/>
                    <a:pt x="4748" y="1"/>
                  </a:cubicBez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3900;p55">
              <a:extLst>
                <a:ext uri="{FF2B5EF4-FFF2-40B4-BE49-F238E27FC236}">
                  <a16:creationId xmlns:a16="http://schemas.microsoft.com/office/drawing/2014/main" id="{18CF5709-854A-4C44-955E-3FCB6621E267}"/>
                </a:ext>
              </a:extLst>
            </p:cNvPr>
            <p:cNvSpPr/>
            <p:nvPr/>
          </p:nvSpPr>
          <p:spPr>
            <a:xfrm>
              <a:off x="5872600" y="4923650"/>
              <a:ext cx="120775" cy="74650"/>
            </a:xfrm>
            <a:custGeom>
              <a:avLst/>
              <a:gdLst/>
              <a:ahLst/>
              <a:cxnLst/>
              <a:rect l="l" t="t" r="r" b="b"/>
              <a:pathLst>
                <a:path w="4831" h="2986" extrusionOk="0">
                  <a:moveTo>
                    <a:pt x="1" y="0"/>
                  </a:moveTo>
                  <a:cubicBezTo>
                    <a:pt x="1" y="167"/>
                    <a:pt x="89" y="321"/>
                    <a:pt x="233" y="404"/>
                  </a:cubicBezTo>
                  <a:lnTo>
                    <a:pt x="4597" y="2923"/>
                  </a:lnTo>
                  <a:cubicBezTo>
                    <a:pt x="4667" y="2964"/>
                    <a:pt x="4748" y="2985"/>
                    <a:pt x="4830" y="2985"/>
                  </a:cubicBezTo>
                  <a:lnTo>
                    <a:pt x="4830" y="0"/>
                  </a:ln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3901;p55">
              <a:extLst>
                <a:ext uri="{FF2B5EF4-FFF2-40B4-BE49-F238E27FC236}">
                  <a16:creationId xmlns:a16="http://schemas.microsoft.com/office/drawing/2014/main" id="{1CCB4C94-43C6-494D-A893-AA9DAB7211AD}"/>
                </a:ext>
              </a:extLst>
            </p:cNvPr>
            <p:cNvSpPr/>
            <p:nvPr/>
          </p:nvSpPr>
          <p:spPr>
            <a:xfrm>
              <a:off x="5984200" y="4987450"/>
              <a:ext cx="18275" cy="10850"/>
            </a:xfrm>
            <a:custGeom>
              <a:avLst/>
              <a:gdLst/>
              <a:ahLst/>
              <a:cxnLst/>
              <a:rect l="l" t="t" r="r" b="b"/>
              <a:pathLst>
                <a:path w="731" h="434" extrusionOk="0">
                  <a:moveTo>
                    <a:pt x="0" y="0"/>
                  </a:moveTo>
                  <a:lnTo>
                    <a:pt x="0" y="295"/>
                  </a:lnTo>
                  <a:lnTo>
                    <a:pt x="133" y="371"/>
                  </a:lnTo>
                  <a:cubicBezTo>
                    <a:pt x="205" y="412"/>
                    <a:pt x="285" y="433"/>
                    <a:pt x="366" y="433"/>
                  </a:cubicBezTo>
                  <a:cubicBezTo>
                    <a:pt x="446" y="433"/>
                    <a:pt x="526" y="412"/>
                    <a:pt x="599" y="371"/>
                  </a:cubicBezTo>
                  <a:lnTo>
                    <a:pt x="731" y="29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rgbClr val="B7D6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3902;p55">
              <a:extLst>
                <a:ext uri="{FF2B5EF4-FFF2-40B4-BE49-F238E27FC236}">
                  <a16:creationId xmlns:a16="http://schemas.microsoft.com/office/drawing/2014/main" id="{07FA2642-F591-40AC-BBF4-FEC98B902D6D}"/>
                </a:ext>
              </a:extLst>
            </p:cNvPr>
            <p:cNvSpPr/>
            <p:nvPr/>
          </p:nvSpPr>
          <p:spPr>
            <a:xfrm>
              <a:off x="5872600" y="4827400"/>
              <a:ext cx="285825" cy="164700"/>
            </a:xfrm>
            <a:custGeom>
              <a:avLst/>
              <a:gdLst/>
              <a:ahLst/>
              <a:cxnLst/>
              <a:rect l="l" t="t" r="r" b="b"/>
              <a:pathLst>
                <a:path w="11433" h="6588" extrusionOk="0">
                  <a:moveTo>
                    <a:pt x="6669" y="1"/>
                  </a:moveTo>
                  <a:lnTo>
                    <a:pt x="1" y="3852"/>
                  </a:lnTo>
                  <a:lnTo>
                    <a:pt x="4666" y="6544"/>
                  </a:lnTo>
                  <a:cubicBezTo>
                    <a:pt x="4717" y="6573"/>
                    <a:pt x="4773" y="6588"/>
                    <a:pt x="4830" y="6588"/>
                  </a:cubicBezTo>
                  <a:cubicBezTo>
                    <a:pt x="4886" y="6588"/>
                    <a:pt x="4942" y="6573"/>
                    <a:pt x="4993" y="6544"/>
                  </a:cubicBezTo>
                  <a:lnTo>
                    <a:pt x="11351" y="2874"/>
                  </a:lnTo>
                  <a:cubicBezTo>
                    <a:pt x="11432" y="2828"/>
                    <a:pt x="11432" y="2752"/>
                    <a:pt x="11351" y="2704"/>
                  </a:cubicBezTo>
                  <a:lnTo>
                    <a:pt x="6669" y="1"/>
                  </a:lnTo>
                  <a:close/>
                </a:path>
              </a:pathLst>
            </a:custGeom>
            <a:solidFill>
              <a:srgbClr val="EFF6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3903;p55">
              <a:extLst>
                <a:ext uri="{FF2B5EF4-FFF2-40B4-BE49-F238E27FC236}">
                  <a16:creationId xmlns:a16="http://schemas.microsoft.com/office/drawing/2014/main" id="{8FE1E571-5067-45EB-A2BC-65D9DF746D16}"/>
                </a:ext>
              </a:extLst>
            </p:cNvPr>
            <p:cNvSpPr/>
            <p:nvPr/>
          </p:nvSpPr>
          <p:spPr>
            <a:xfrm>
              <a:off x="5887200" y="4835750"/>
              <a:ext cx="155925" cy="89875"/>
            </a:xfrm>
            <a:custGeom>
              <a:avLst/>
              <a:gdLst/>
              <a:ahLst/>
              <a:cxnLst/>
              <a:rect l="l" t="t" r="r" b="b"/>
              <a:pathLst>
                <a:path w="6237" h="3595" extrusionOk="0">
                  <a:moveTo>
                    <a:pt x="5995" y="1"/>
                  </a:moveTo>
                  <a:cubicBezTo>
                    <a:pt x="5979" y="1"/>
                    <a:pt x="5962" y="5"/>
                    <a:pt x="5946" y="13"/>
                  </a:cubicBezTo>
                  <a:lnTo>
                    <a:pt x="27" y="3431"/>
                  </a:lnTo>
                  <a:cubicBezTo>
                    <a:pt x="0" y="3447"/>
                    <a:pt x="0" y="3472"/>
                    <a:pt x="27" y="3487"/>
                  </a:cubicBezTo>
                  <a:lnTo>
                    <a:pt x="191" y="3582"/>
                  </a:lnTo>
                  <a:cubicBezTo>
                    <a:pt x="206" y="3590"/>
                    <a:pt x="223" y="3594"/>
                    <a:pt x="240" y="3594"/>
                  </a:cubicBezTo>
                  <a:cubicBezTo>
                    <a:pt x="257" y="3594"/>
                    <a:pt x="274" y="3590"/>
                    <a:pt x="289" y="3582"/>
                  </a:cubicBezTo>
                  <a:lnTo>
                    <a:pt x="6209" y="165"/>
                  </a:lnTo>
                  <a:cubicBezTo>
                    <a:pt x="6236" y="149"/>
                    <a:pt x="6236" y="123"/>
                    <a:pt x="6209" y="107"/>
                  </a:cubicBezTo>
                  <a:lnTo>
                    <a:pt x="6044" y="13"/>
                  </a:lnTo>
                  <a:cubicBezTo>
                    <a:pt x="6029" y="5"/>
                    <a:pt x="6012" y="1"/>
                    <a:pt x="5995" y="1"/>
                  </a:cubicBezTo>
                  <a:close/>
                </a:path>
              </a:pathLst>
            </a:custGeom>
            <a:solidFill>
              <a:srgbClr val="D2EA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3904;p55">
              <a:extLst>
                <a:ext uri="{FF2B5EF4-FFF2-40B4-BE49-F238E27FC236}">
                  <a16:creationId xmlns:a16="http://schemas.microsoft.com/office/drawing/2014/main" id="{D51B4A12-EC65-4B26-9D90-142D24EA68FC}"/>
                </a:ext>
              </a:extLst>
            </p:cNvPr>
            <p:cNvSpPr/>
            <p:nvPr/>
          </p:nvSpPr>
          <p:spPr>
            <a:xfrm>
              <a:off x="6010550" y="4907075"/>
              <a:ext cx="80525" cy="46475"/>
            </a:xfrm>
            <a:custGeom>
              <a:avLst/>
              <a:gdLst/>
              <a:ahLst/>
              <a:cxnLst/>
              <a:rect l="l" t="t" r="r" b="b"/>
              <a:pathLst>
                <a:path w="3221" h="1859" extrusionOk="0">
                  <a:moveTo>
                    <a:pt x="2071" y="0"/>
                  </a:moveTo>
                  <a:lnTo>
                    <a:pt x="1" y="1195"/>
                  </a:lnTo>
                  <a:lnTo>
                    <a:pt x="33" y="1213"/>
                  </a:lnTo>
                  <a:lnTo>
                    <a:pt x="1152" y="1858"/>
                  </a:lnTo>
                  <a:lnTo>
                    <a:pt x="3190" y="682"/>
                  </a:lnTo>
                  <a:lnTo>
                    <a:pt x="3220" y="663"/>
                  </a:lnTo>
                  <a:lnTo>
                    <a:pt x="2071" y="0"/>
                  </a:lnTo>
                  <a:close/>
                </a:path>
              </a:pathLst>
            </a:custGeom>
            <a:solidFill>
              <a:srgbClr val="97C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3905;p55">
              <a:extLst>
                <a:ext uri="{FF2B5EF4-FFF2-40B4-BE49-F238E27FC236}">
                  <a16:creationId xmlns:a16="http://schemas.microsoft.com/office/drawing/2014/main" id="{A4C7CCD2-AE4C-4D6F-8B89-99D713BD6B3A}"/>
                </a:ext>
              </a:extLst>
            </p:cNvPr>
            <p:cNvSpPr/>
            <p:nvPr/>
          </p:nvSpPr>
          <p:spPr>
            <a:xfrm>
              <a:off x="6011350" y="4907975"/>
              <a:ext cx="78950" cy="45575"/>
            </a:xfrm>
            <a:custGeom>
              <a:avLst/>
              <a:gdLst/>
              <a:ahLst/>
              <a:cxnLst/>
              <a:rect l="l" t="t" r="r" b="b"/>
              <a:pathLst>
                <a:path w="3158" h="1823" extrusionOk="0">
                  <a:moveTo>
                    <a:pt x="2040" y="1"/>
                  </a:moveTo>
                  <a:lnTo>
                    <a:pt x="1" y="1177"/>
                  </a:lnTo>
                  <a:lnTo>
                    <a:pt x="1120" y="1822"/>
                  </a:lnTo>
                  <a:lnTo>
                    <a:pt x="3158" y="646"/>
                  </a:lnTo>
                  <a:lnTo>
                    <a:pt x="2040" y="1"/>
                  </a:lnTo>
                  <a:close/>
                </a:path>
              </a:pathLst>
            </a:custGeom>
            <a:solidFill>
              <a:srgbClr val="D2EA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3906;p55">
              <a:extLst>
                <a:ext uri="{FF2B5EF4-FFF2-40B4-BE49-F238E27FC236}">
                  <a16:creationId xmlns:a16="http://schemas.microsoft.com/office/drawing/2014/main" id="{997D9F49-F4C7-4C03-B4E8-791CDF9FE03F}"/>
                </a:ext>
              </a:extLst>
            </p:cNvPr>
            <p:cNvSpPr/>
            <p:nvPr/>
          </p:nvSpPr>
          <p:spPr>
            <a:xfrm>
              <a:off x="6037350" y="4907975"/>
              <a:ext cx="52950" cy="45575"/>
            </a:xfrm>
            <a:custGeom>
              <a:avLst/>
              <a:gdLst/>
              <a:ahLst/>
              <a:cxnLst/>
              <a:rect l="l" t="t" r="r" b="b"/>
              <a:pathLst>
                <a:path w="2118" h="1823" extrusionOk="0">
                  <a:moveTo>
                    <a:pt x="1000" y="1"/>
                  </a:moveTo>
                  <a:lnTo>
                    <a:pt x="833" y="96"/>
                  </a:lnTo>
                  <a:cubicBezTo>
                    <a:pt x="1123" y="254"/>
                    <a:pt x="1242" y="1044"/>
                    <a:pt x="0" y="1777"/>
                  </a:cubicBezTo>
                  <a:lnTo>
                    <a:pt x="80" y="1822"/>
                  </a:lnTo>
                  <a:lnTo>
                    <a:pt x="2118" y="647"/>
                  </a:lnTo>
                  <a:lnTo>
                    <a:pt x="1000" y="1"/>
                  </a:lnTo>
                  <a:close/>
                </a:path>
              </a:pathLst>
            </a:custGeom>
            <a:solidFill>
              <a:srgbClr val="AAD1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3907;p55">
              <a:extLst>
                <a:ext uri="{FF2B5EF4-FFF2-40B4-BE49-F238E27FC236}">
                  <a16:creationId xmlns:a16="http://schemas.microsoft.com/office/drawing/2014/main" id="{E58FD03F-62B4-4460-BD41-E1D74252B970}"/>
                </a:ext>
              </a:extLst>
            </p:cNvPr>
            <p:cNvSpPr/>
            <p:nvPr/>
          </p:nvSpPr>
          <p:spPr>
            <a:xfrm>
              <a:off x="5898650" y="4843050"/>
              <a:ext cx="202975" cy="117000"/>
            </a:xfrm>
            <a:custGeom>
              <a:avLst/>
              <a:gdLst/>
              <a:ahLst/>
              <a:cxnLst/>
              <a:rect l="l" t="t" r="r" b="b"/>
              <a:pathLst>
                <a:path w="8119" h="4680" extrusionOk="0">
                  <a:moveTo>
                    <a:pt x="5951" y="0"/>
                  </a:moveTo>
                  <a:cubicBezTo>
                    <a:pt x="5935" y="0"/>
                    <a:pt x="5918" y="4"/>
                    <a:pt x="5903" y="12"/>
                  </a:cubicBezTo>
                  <a:lnTo>
                    <a:pt x="28" y="3405"/>
                  </a:lnTo>
                  <a:cubicBezTo>
                    <a:pt x="1" y="3420"/>
                    <a:pt x="1" y="3446"/>
                    <a:pt x="28" y="3462"/>
                  </a:cubicBezTo>
                  <a:lnTo>
                    <a:pt x="30" y="3463"/>
                  </a:lnTo>
                  <a:lnTo>
                    <a:pt x="2115" y="4668"/>
                  </a:lnTo>
                  <a:cubicBezTo>
                    <a:pt x="2130" y="4676"/>
                    <a:pt x="2147" y="4680"/>
                    <a:pt x="2164" y="4680"/>
                  </a:cubicBezTo>
                  <a:cubicBezTo>
                    <a:pt x="2181" y="4680"/>
                    <a:pt x="2198" y="4676"/>
                    <a:pt x="2214" y="4668"/>
                  </a:cubicBezTo>
                  <a:lnTo>
                    <a:pt x="8090" y="1278"/>
                  </a:lnTo>
                  <a:lnTo>
                    <a:pt x="8092" y="1278"/>
                  </a:lnTo>
                  <a:cubicBezTo>
                    <a:pt x="8118" y="1262"/>
                    <a:pt x="8118" y="1237"/>
                    <a:pt x="8092" y="1219"/>
                  </a:cubicBezTo>
                  <a:lnTo>
                    <a:pt x="6000" y="12"/>
                  </a:lnTo>
                  <a:cubicBezTo>
                    <a:pt x="5985" y="4"/>
                    <a:pt x="5968" y="0"/>
                    <a:pt x="5951" y="0"/>
                  </a:cubicBezTo>
                  <a:close/>
                </a:path>
              </a:pathLst>
            </a:custGeom>
            <a:solidFill>
              <a:srgbClr val="97C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3908;p55">
              <a:extLst>
                <a:ext uri="{FF2B5EF4-FFF2-40B4-BE49-F238E27FC236}">
                  <a16:creationId xmlns:a16="http://schemas.microsoft.com/office/drawing/2014/main" id="{EDC90BE8-FCC4-4119-A357-700A53E3015D}"/>
                </a:ext>
              </a:extLst>
            </p:cNvPr>
            <p:cNvSpPr/>
            <p:nvPr/>
          </p:nvSpPr>
          <p:spPr>
            <a:xfrm>
              <a:off x="5899250" y="4928150"/>
              <a:ext cx="200" cy="100"/>
            </a:xfrm>
            <a:custGeom>
              <a:avLst/>
              <a:gdLst/>
              <a:ahLst/>
              <a:cxnLst/>
              <a:rect l="l" t="t" r="r" b="b"/>
              <a:pathLst>
                <a:path w="8" h="4" extrusionOk="0">
                  <a:moveTo>
                    <a:pt x="8" y="0"/>
                  </a:moveTo>
                  <a:lnTo>
                    <a:pt x="4" y="1"/>
                  </a:lnTo>
                  <a:cubicBezTo>
                    <a:pt x="3" y="2"/>
                    <a:pt x="3" y="2"/>
                    <a:pt x="3" y="3"/>
                  </a:cubicBezTo>
                  <a:lnTo>
                    <a:pt x="3" y="3"/>
                  </a:lnTo>
                  <a:lnTo>
                    <a:pt x="8" y="0"/>
                  </a:lnTo>
                  <a:close/>
                  <a:moveTo>
                    <a:pt x="3" y="3"/>
                  </a:moveTo>
                  <a:lnTo>
                    <a:pt x="0" y="4"/>
                  </a:lnTo>
                  <a:cubicBezTo>
                    <a:pt x="1" y="4"/>
                    <a:pt x="2" y="3"/>
                    <a:pt x="3" y="3"/>
                  </a:cubicBezTo>
                  <a:close/>
                </a:path>
              </a:pathLst>
            </a:custGeom>
            <a:solidFill>
              <a:srgbClr val="97C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3909;p55">
              <a:extLst>
                <a:ext uri="{FF2B5EF4-FFF2-40B4-BE49-F238E27FC236}">
                  <a16:creationId xmlns:a16="http://schemas.microsoft.com/office/drawing/2014/main" id="{6EAD6223-C1FA-433D-A3BA-F0037BA2BF9E}"/>
                </a:ext>
              </a:extLst>
            </p:cNvPr>
            <p:cNvSpPr/>
            <p:nvPr/>
          </p:nvSpPr>
          <p:spPr>
            <a:xfrm>
              <a:off x="5899400" y="4844475"/>
              <a:ext cx="201525" cy="115575"/>
            </a:xfrm>
            <a:custGeom>
              <a:avLst/>
              <a:gdLst/>
              <a:ahLst/>
              <a:cxnLst/>
              <a:rect l="l" t="t" r="r" b="b"/>
              <a:pathLst>
                <a:path w="8061" h="4623" extrusionOk="0">
                  <a:moveTo>
                    <a:pt x="5921" y="1"/>
                  </a:moveTo>
                  <a:cubicBezTo>
                    <a:pt x="5905" y="1"/>
                    <a:pt x="5888" y="5"/>
                    <a:pt x="5873" y="13"/>
                  </a:cubicBezTo>
                  <a:lnTo>
                    <a:pt x="0" y="3406"/>
                  </a:lnTo>
                  <a:lnTo>
                    <a:pt x="2085" y="4611"/>
                  </a:lnTo>
                  <a:cubicBezTo>
                    <a:pt x="2100" y="4619"/>
                    <a:pt x="2117" y="4623"/>
                    <a:pt x="2134" y="4623"/>
                  </a:cubicBezTo>
                  <a:cubicBezTo>
                    <a:pt x="2151" y="4623"/>
                    <a:pt x="2168" y="4619"/>
                    <a:pt x="2184" y="4611"/>
                  </a:cubicBezTo>
                  <a:lnTo>
                    <a:pt x="8060" y="1222"/>
                  </a:lnTo>
                  <a:lnTo>
                    <a:pt x="5970" y="13"/>
                  </a:lnTo>
                  <a:cubicBezTo>
                    <a:pt x="5955" y="5"/>
                    <a:pt x="5938" y="1"/>
                    <a:pt x="5921" y="1"/>
                  </a:cubicBezTo>
                  <a:close/>
                </a:path>
              </a:pathLst>
            </a:custGeom>
            <a:solidFill>
              <a:srgbClr val="AAD1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3910;p55">
              <a:extLst>
                <a:ext uri="{FF2B5EF4-FFF2-40B4-BE49-F238E27FC236}">
                  <a16:creationId xmlns:a16="http://schemas.microsoft.com/office/drawing/2014/main" id="{8182010D-786B-4C30-9920-7AB75203FEBE}"/>
                </a:ext>
              </a:extLst>
            </p:cNvPr>
            <p:cNvSpPr/>
            <p:nvPr/>
          </p:nvSpPr>
          <p:spPr>
            <a:xfrm>
              <a:off x="5866900" y="4691100"/>
              <a:ext cx="172425" cy="232575"/>
            </a:xfrm>
            <a:custGeom>
              <a:avLst/>
              <a:gdLst/>
              <a:ahLst/>
              <a:cxnLst/>
              <a:rect l="l" t="t" r="r" b="b"/>
              <a:pathLst>
                <a:path w="6897" h="9303" extrusionOk="0">
                  <a:moveTo>
                    <a:pt x="6560" y="1"/>
                  </a:moveTo>
                  <a:cubicBezTo>
                    <a:pt x="6481" y="1"/>
                    <a:pt x="6401" y="21"/>
                    <a:pt x="6330" y="63"/>
                  </a:cubicBezTo>
                  <a:lnTo>
                    <a:pt x="229" y="3585"/>
                  </a:lnTo>
                  <a:cubicBezTo>
                    <a:pt x="87" y="3668"/>
                    <a:pt x="0" y="3820"/>
                    <a:pt x="0" y="3984"/>
                  </a:cubicBezTo>
                  <a:lnTo>
                    <a:pt x="0" y="8904"/>
                  </a:lnTo>
                  <a:cubicBezTo>
                    <a:pt x="42" y="9159"/>
                    <a:pt x="87" y="9220"/>
                    <a:pt x="229" y="9302"/>
                  </a:cubicBezTo>
                  <a:lnTo>
                    <a:pt x="6897" y="5453"/>
                  </a:lnTo>
                  <a:lnTo>
                    <a:pt x="6897" y="207"/>
                  </a:lnTo>
                  <a:lnTo>
                    <a:pt x="6845" y="90"/>
                  </a:lnTo>
                  <a:lnTo>
                    <a:pt x="6790" y="63"/>
                  </a:lnTo>
                  <a:cubicBezTo>
                    <a:pt x="6719" y="21"/>
                    <a:pt x="6640" y="1"/>
                    <a:pt x="6560" y="1"/>
                  </a:cubicBez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3911;p55">
              <a:extLst>
                <a:ext uri="{FF2B5EF4-FFF2-40B4-BE49-F238E27FC236}">
                  <a16:creationId xmlns:a16="http://schemas.microsoft.com/office/drawing/2014/main" id="{0D834E8E-CA3B-497D-8B68-12151A8FE94C}"/>
                </a:ext>
              </a:extLst>
            </p:cNvPr>
            <p:cNvSpPr/>
            <p:nvPr/>
          </p:nvSpPr>
          <p:spPr>
            <a:xfrm>
              <a:off x="5868225" y="4691125"/>
              <a:ext cx="171100" cy="105500"/>
            </a:xfrm>
            <a:custGeom>
              <a:avLst/>
              <a:gdLst/>
              <a:ahLst/>
              <a:cxnLst/>
              <a:rect l="l" t="t" r="r" b="b"/>
              <a:pathLst>
                <a:path w="6844" h="4220" extrusionOk="0">
                  <a:moveTo>
                    <a:pt x="6507" y="1"/>
                  </a:moveTo>
                  <a:cubicBezTo>
                    <a:pt x="6428" y="1"/>
                    <a:pt x="6348" y="21"/>
                    <a:pt x="6277" y="62"/>
                  </a:cubicBezTo>
                  <a:lnTo>
                    <a:pt x="177" y="3585"/>
                  </a:lnTo>
                  <a:cubicBezTo>
                    <a:pt x="102" y="3628"/>
                    <a:pt x="41" y="3691"/>
                    <a:pt x="1" y="3767"/>
                  </a:cubicBezTo>
                  <a:lnTo>
                    <a:pt x="787" y="4220"/>
                  </a:lnTo>
                  <a:lnTo>
                    <a:pt x="6844" y="383"/>
                  </a:lnTo>
                  <a:lnTo>
                    <a:pt x="6844" y="208"/>
                  </a:lnTo>
                  <a:lnTo>
                    <a:pt x="6792" y="90"/>
                  </a:lnTo>
                  <a:lnTo>
                    <a:pt x="6737" y="62"/>
                  </a:lnTo>
                  <a:cubicBezTo>
                    <a:pt x="6666" y="21"/>
                    <a:pt x="6587" y="1"/>
                    <a:pt x="6507" y="1"/>
                  </a:cubicBezTo>
                  <a:close/>
                </a:path>
              </a:pathLst>
            </a:custGeom>
            <a:solidFill>
              <a:srgbClr val="C8E2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3912;p55">
              <a:extLst>
                <a:ext uri="{FF2B5EF4-FFF2-40B4-BE49-F238E27FC236}">
                  <a16:creationId xmlns:a16="http://schemas.microsoft.com/office/drawing/2014/main" id="{C22B25E4-D22D-4CD2-B87E-153039564D59}"/>
                </a:ext>
              </a:extLst>
            </p:cNvPr>
            <p:cNvSpPr/>
            <p:nvPr/>
          </p:nvSpPr>
          <p:spPr>
            <a:xfrm>
              <a:off x="5866850" y="4778525"/>
              <a:ext cx="22225" cy="23950"/>
            </a:xfrm>
            <a:custGeom>
              <a:avLst/>
              <a:gdLst/>
              <a:ahLst/>
              <a:cxnLst/>
              <a:rect l="l" t="t" r="r" b="b"/>
              <a:pathLst>
                <a:path w="889" h="958" extrusionOk="0">
                  <a:moveTo>
                    <a:pt x="382" y="1"/>
                  </a:moveTo>
                  <a:lnTo>
                    <a:pt x="221" y="95"/>
                  </a:lnTo>
                  <a:cubicBezTo>
                    <a:pt x="84" y="178"/>
                    <a:pt x="1" y="328"/>
                    <a:pt x="1" y="488"/>
                  </a:cubicBezTo>
                  <a:lnTo>
                    <a:pt x="1" y="729"/>
                  </a:lnTo>
                  <a:lnTo>
                    <a:pt x="396" y="958"/>
                  </a:lnTo>
                  <a:lnTo>
                    <a:pt x="889" y="291"/>
                  </a:lnTo>
                  <a:lnTo>
                    <a:pt x="382" y="1"/>
                  </a:lnTo>
                  <a:close/>
                </a:path>
              </a:pathLst>
            </a:custGeom>
            <a:solidFill>
              <a:srgbClr val="B7D6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3913;p55">
              <a:extLst>
                <a:ext uri="{FF2B5EF4-FFF2-40B4-BE49-F238E27FC236}">
                  <a16:creationId xmlns:a16="http://schemas.microsoft.com/office/drawing/2014/main" id="{B85EB97B-D706-4660-AC28-9AFF38FBB73D}"/>
                </a:ext>
              </a:extLst>
            </p:cNvPr>
            <p:cNvSpPr/>
            <p:nvPr/>
          </p:nvSpPr>
          <p:spPr>
            <a:xfrm>
              <a:off x="5872600" y="4693000"/>
              <a:ext cx="166725" cy="230675"/>
            </a:xfrm>
            <a:custGeom>
              <a:avLst/>
              <a:gdLst/>
              <a:ahLst/>
              <a:cxnLst/>
              <a:rect l="l" t="t" r="r" b="b"/>
              <a:pathLst>
                <a:path w="6669" h="9227" extrusionOk="0">
                  <a:moveTo>
                    <a:pt x="6567" y="1"/>
                  </a:moveTo>
                  <a:cubicBezTo>
                    <a:pt x="6550" y="1"/>
                    <a:pt x="6532" y="5"/>
                    <a:pt x="6516" y="15"/>
                  </a:cubicBezTo>
                  <a:lnTo>
                    <a:pt x="112" y="3712"/>
                  </a:lnTo>
                  <a:cubicBezTo>
                    <a:pt x="44" y="3751"/>
                    <a:pt x="1" y="3824"/>
                    <a:pt x="1" y="3904"/>
                  </a:cubicBezTo>
                  <a:lnTo>
                    <a:pt x="1" y="9226"/>
                  </a:lnTo>
                  <a:lnTo>
                    <a:pt x="6669" y="5377"/>
                  </a:lnTo>
                  <a:lnTo>
                    <a:pt x="6669" y="103"/>
                  </a:lnTo>
                  <a:cubicBezTo>
                    <a:pt x="6669" y="44"/>
                    <a:pt x="6620" y="1"/>
                    <a:pt x="6567" y="1"/>
                  </a:cubicBezTo>
                  <a:close/>
                </a:path>
              </a:pathLst>
            </a:custGeom>
            <a:solidFill>
              <a:srgbClr val="DCEE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3914;p55">
              <a:extLst>
                <a:ext uri="{FF2B5EF4-FFF2-40B4-BE49-F238E27FC236}">
                  <a16:creationId xmlns:a16="http://schemas.microsoft.com/office/drawing/2014/main" id="{A7130272-814D-41FF-8B2A-EA77BBEF10AB}"/>
                </a:ext>
              </a:extLst>
            </p:cNvPr>
            <p:cNvSpPr/>
            <p:nvPr/>
          </p:nvSpPr>
          <p:spPr>
            <a:xfrm>
              <a:off x="5872600" y="4693000"/>
              <a:ext cx="166725" cy="230675"/>
            </a:xfrm>
            <a:custGeom>
              <a:avLst/>
              <a:gdLst/>
              <a:ahLst/>
              <a:cxnLst/>
              <a:rect l="l" t="t" r="r" b="b"/>
              <a:pathLst>
                <a:path w="6669" h="9227" extrusionOk="0">
                  <a:moveTo>
                    <a:pt x="6567" y="1"/>
                  </a:moveTo>
                  <a:cubicBezTo>
                    <a:pt x="6550" y="1"/>
                    <a:pt x="6532" y="5"/>
                    <a:pt x="6516" y="15"/>
                  </a:cubicBezTo>
                  <a:lnTo>
                    <a:pt x="112" y="3712"/>
                  </a:lnTo>
                  <a:cubicBezTo>
                    <a:pt x="44" y="3751"/>
                    <a:pt x="1" y="3824"/>
                    <a:pt x="1" y="3904"/>
                  </a:cubicBezTo>
                  <a:lnTo>
                    <a:pt x="1" y="9226"/>
                  </a:lnTo>
                  <a:lnTo>
                    <a:pt x="6669" y="5377"/>
                  </a:lnTo>
                  <a:lnTo>
                    <a:pt x="6669" y="103"/>
                  </a:lnTo>
                  <a:cubicBezTo>
                    <a:pt x="6669" y="44"/>
                    <a:pt x="6620" y="1"/>
                    <a:pt x="6567" y="1"/>
                  </a:cubicBezTo>
                  <a:close/>
                </a:path>
              </a:pathLst>
            </a:custGeom>
            <a:solidFill>
              <a:srgbClr val="DCEE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3915;p55">
              <a:extLst>
                <a:ext uri="{FF2B5EF4-FFF2-40B4-BE49-F238E27FC236}">
                  <a16:creationId xmlns:a16="http://schemas.microsoft.com/office/drawing/2014/main" id="{0E1FFED6-C432-4251-8A2D-A5FC1BE9C3F4}"/>
                </a:ext>
              </a:extLst>
            </p:cNvPr>
            <p:cNvSpPr/>
            <p:nvPr/>
          </p:nvSpPr>
          <p:spPr>
            <a:xfrm>
              <a:off x="5874575" y="4693000"/>
              <a:ext cx="164775" cy="229550"/>
            </a:xfrm>
            <a:custGeom>
              <a:avLst/>
              <a:gdLst/>
              <a:ahLst/>
              <a:cxnLst/>
              <a:rect l="l" t="t" r="r" b="b"/>
              <a:pathLst>
                <a:path w="6591" h="9182" extrusionOk="0">
                  <a:moveTo>
                    <a:pt x="6488" y="1"/>
                  </a:moveTo>
                  <a:cubicBezTo>
                    <a:pt x="6471" y="1"/>
                    <a:pt x="6453" y="5"/>
                    <a:pt x="6437" y="15"/>
                  </a:cubicBezTo>
                  <a:lnTo>
                    <a:pt x="5694" y="443"/>
                  </a:lnTo>
                  <a:lnTo>
                    <a:pt x="5462" y="575"/>
                  </a:lnTo>
                  <a:cubicBezTo>
                    <a:pt x="5462" y="1890"/>
                    <a:pt x="5341" y="5256"/>
                    <a:pt x="0" y="8382"/>
                  </a:cubicBezTo>
                  <a:lnTo>
                    <a:pt x="0" y="9181"/>
                  </a:lnTo>
                  <a:lnTo>
                    <a:pt x="6591" y="5375"/>
                  </a:lnTo>
                  <a:lnTo>
                    <a:pt x="6591" y="103"/>
                  </a:lnTo>
                  <a:cubicBezTo>
                    <a:pt x="6590" y="43"/>
                    <a:pt x="6541" y="1"/>
                    <a:pt x="6488" y="1"/>
                  </a:cubicBezTo>
                  <a:close/>
                </a:path>
              </a:pathLst>
            </a:custGeom>
            <a:solidFill>
              <a:srgbClr val="94C3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3916;p55">
              <a:extLst>
                <a:ext uri="{FF2B5EF4-FFF2-40B4-BE49-F238E27FC236}">
                  <a16:creationId xmlns:a16="http://schemas.microsoft.com/office/drawing/2014/main" id="{E8FD7C62-201D-4963-87F3-8E31E19CC982}"/>
                </a:ext>
              </a:extLst>
            </p:cNvPr>
            <p:cNvSpPr/>
            <p:nvPr/>
          </p:nvSpPr>
          <p:spPr>
            <a:xfrm>
              <a:off x="5872600" y="4822625"/>
              <a:ext cx="166725" cy="101050"/>
            </a:xfrm>
            <a:custGeom>
              <a:avLst/>
              <a:gdLst/>
              <a:ahLst/>
              <a:cxnLst/>
              <a:rect l="l" t="t" r="r" b="b"/>
              <a:pathLst>
                <a:path w="6669" h="4042" extrusionOk="0">
                  <a:moveTo>
                    <a:pt x="6669" y="1"/>
                  </a:moveTo>
                  <a:lnTo>
                    <a:pt x="1" y="3852"/>
                  </a:lnTo>
                  <a:lnTo>
                    <a:pt x="1" y="4041"/>
                  </a:lnTo>
                  <a:lnTo>
                    <a:pt x="6669" y="192"/>
                  </a:lnTo>
                  <a:lnTo>
                    <a:pt x="6669" y="1"/>
                  </a:lnTo>
                  <a:close/>
                </a:path>
              </a:pathLst>
            </a:custGeom>
            <a:solidFill>
              <a:srgbClr val="94C3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3917;p55">
              <a:extLst>
                <a:ext uri="{FF2B5EF4-FFF2-40B4-BE49-F238E27FC236}">
                  <a16:creationId xmlns:a16="http://schemas.microsoft.com/office/drawing/2014/main" id="{D5C3805E-C766-4C11-8014-18A15C51BAA8}"/>
                </a:ext>
              </a:extLst>
            </p:cNvPr>
            <p:cNvSpPr/>
            <p:nvPr/>
          </p:nvSpPr>
          <p:spPr>
            <a:xfrm>
              <a:off x="6032975" y="4700225"/>
              <a:ext cx="2025" cy="120200"/>
            </a:xfrm>
            <a:custGeom>
              <a:avLst/>
              <a:gdLst/>
              <a:ahLst/>
              <a:cxnLst/>
              <a:rect l="l" t="t" r="r" b="b"/>
              <a:pathLst>
                <a:path w="81" h="4808" extrusionOk="0">
                  <a:moveTo>
                    <a:pt x="80" y="0"/>
                  </a:moveTo>
                  <a:lnTo>
                    <a:pt x="1" y="47"/>
                  </a:lnTo>
                  <a:lnTo>
                    <a:pt x="1" y="4767"/>
                  </a:lnTo>
                  <a:lnTo>
                    <a:pt x="80" y="4808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rgbClr val="1E37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3918;p55">
              <a:extLst>
                <a:ext uri="{FF2B5EF4-FFF2-40B4-BE49-F238E27FC236}">
                  <a16:creationId xmlns:a16="http://schemas.microsoft.com/office/drawing/2014/main" id="{A2A97BAC-9786-491A-A14E-A9EFE2BFEA20}"/>
                </a:ext>
              </a:extLst>
            </p:cNvPr>
            <p:cNvSpPr/>
            <p:nvPr/>
          </p:nvSpPr>
          <p:spPr>
            <a:xfrm>
              <a:off x="5878000" y="4701375"/>
              <a:ext cx="155000" cy="207300"/>
            </a:xfrm>
            <a:custGeom>
              <a:avLst/>
              <a:gdLst/>
              <a:ahLst/>
              <a:cxnLst/>
              <a:rect l="l" t="t" r="r" b="b"/>
              <a:pathLst>
                <a:path w="6200" h="8292" extrusionOk="0">
                  <a:moveTo>
                    <a:pt x="6200" y="1"/>
                  </a:moveTo>
                  <a:lnTo>
                    <a:pt x="0" y="3581"/>
                  </a:lnTo>
                  <a:lnTo>
                    <a:pt x="0" y="8292"/>
                  </a:lnTo>
                  <a:lnTo>
                    <a:pt x="6200" y="4721"/>
                  </a:lnTo>
                  <a:lnTo>
                    <a:pt x="6200" y="1"/>
                  </a:lnTo>
                  <a:close/>
                </a:path>
              </a:pathLst>
            </a:custGeom>
            <a:solidFill>
              <a:srgbClr val="3445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3919;p55">
              <a:extLst>
                <a:ext uri="{FF2B5EF4-FFF2-40B4-BE49-F238E27FC236}">
                  <a16:creationId xmlns:a16="http://schemas.microsoft.com/office/drawing/2014/main" id="{9B2F65CB-F693-4159-A83F-11EBFF2D1006}"/>
                </a:ext>
              </a:extLst>
            </p:cNvPr>
            <p:cNvSpPr/>
            <p:nvPr/>
          </p:nvSpPr>
          <p:spPr>
            <a:xfrm>
              <a:off x="5878000" y="4819400"/>
              <a:ext cx="157000" cy="91650"/>
            </a:xfrm>
            <a:custGeom>
              <a:avLst/>
              <a:gdLst/>
              <a:ahLst/>
              <a:cxnLst/>
              <a:rect l="l" t="t" r="r" b="b"/>
              <a:pathLst>
                <a:path w="6280" h="3666" extrusionOk="0">
                  <a:moveTo>
                    <a:pt x="6200" y="0"/>
                  </a:moveTo>
                  <a:lnTo>
                    <a:pt x="0" y="3571"/>
                  </a:lnTo>
                  <a:lnTo>
                    <a:pt x="0" y="3665"/>
                  </a:lnTo>
                  <a:lnTo>
                    <a:pt x="6279" y="41"/>
                  </a:lnTo>
                  <a:lnTo>
                    <a:pt x="6200" y="0"/>
                  </a:lnTo>
                  <a:close/>
                </a:path>
              </a:pathLst>
            </a:custGeom>
            <a:solidFill>
              <a:srgbClr val="031F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3920;p55">
              <a:extLst>
                <a:ext uri="{FF2B5EF4-FFF2-40B4-BE49-F238E27FC236}">
                  <a16:creationId xmlns:a16="http://schemas.microsoft.com/office/drawing/2014/main" id="{B7F3C453-C50A-43A8-8F97-5AE71B8FBC35}"/>
                </a:ext>
              </a:extLst>
            </p:cNvPr>
            <p:cNvSpPr/>
            <p:nvPr/>
          </p:nvSpPr>
          <p:spPr>
            <a:xfrm>
              <a:off x="5877950" y="4701375"/>
              <a:ext cx="155050" cy="207300"/>
            </a:xfrm>
            <a:custGeom>
              <a:avLst/>
              <a:gdLst/>
              <a:ahLst/>
              <a:cxnLst/>
              <a:rect l="l" t="t" r="r" b="b"/>
              <a:pathLst>
                <a:path w="6202" h="8292" extrusionOk="0">
                  <a:moveTo>
                    <a:pt x="6202" y="1"/>
                  </a:moveTo>
                  <a:lnTo>
                    <a:pt x="5324" y="507"/>
                  </a:lnTo>
                  <a:cubicBezTo>
                    <a:pt x="5293" y="1957"/>
                    <a:pt x="4883" y="5056"/>
                    <a:pt x="1" y="7967"/>
                  </a:cubicBezTo>
                  <a:lnTo>
                    <a:pt x="1" y="8292"/>
                  </a:lnTo>
                  <a:lnTo>
                    <a:pt x="6202" y="4721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rgbClr val="2B3D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3921;p55">
              <a:extLst>
                <a:ext uri="{FF2B5EF4-FFF2-40B4-BE49-F238E27FC236}">
                  <a16:creationId xmlns:a16="http://schemas.microsoft.com/office/drawing/2014/main" id="{68743A7B-5B60-4D19-8570-D9FE34BF0296}"/>
                </a:ext>
              </a:extLst>
            </p:cNvPr>
            <p:cNvSpPr/>
            <p:nvPr/>
          </p:nvSpPr>
          <p:spPr>
            <a:xfrm>
              <a:off x="6149100" y="5154750"/>
              <a:ext cx="14400" cy="280425"/>
            </a:xfrm>
            <a:custGeom>
              <a:avLst/>
              <a:gdLst/>
              <a:ahLst/>
              <a:cxnLst/>
              <a:rect l="l" t="t" r="r" b="b"/>
              <a:pathLst>
                <a:path w="576" h="11217" extrusionOk="0">
                  <a:moveTo>
                    <a:pt x="288" y="0"/>
                  </a:moveTo>
                  <a:cubicBezTo>
                    <a:pt x="129" y="0"/>
                    <a:pt x="0" y="131"/>
                    <a:pt x="4" y="290"/>
                  </a:cubicBezTo>
                  <a:lnTo>
                    <a:pt x="4" y="10933"/>
                  </a:lnTo>
                  <a:cubicBezTo>
                    <a:pt x="4" y="11089"/>
                    <a:pt x="131" y="11216"/>
                    <a:pt x="288" y="11216"/>
                  </a:cubicBezTo>
                  <a:cubicBezTo>
                    <a:pt x="444" y="11216"/>
                    <a:pt x="571" y="11089"/>
                    <a:pt x="571" y="10933"/>
                  </a:cubicBezTo>
                  <a:lnTo>
                    <a:pt x="571" y="290"/>
                  </a:lnTo>
                  <a:cubicBezTo>
                    <a:pt x="575" y="131"/>
                    <a:pt x="447" y="0"/>
                    <a:pt x="288" y="0"/>
                  </a:cubicBezTo>
                  <a:close/>
                </a:path>
              </a:pathLst>
            </a:custGeom>
            <a:solidFill>
              <a:srgbClr val="2234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3922;p55">
              <a:extLst>
                <a:ext uri="{FF2B5EF4-FFF2-40B4-BE49-F238E27FC236}">
                  <a16:creationId xmlns:a16="http://schemas.microsoft.com/office/drawing/2014/main" id="{5F2C8590-E1CC-4A75-BFA9-25E48183035D}"/>
                </a:ext>
              </a:extLst>
            </p:cNvPr>
            <p:cNvSpPr/>
            <p:nvPr/>
          </p:nvSpPr>
          <p:spPr>
            <a:xfrm>
              <a:off x="5975625" y="5088200"/>
              <a:ext cx="73650" cy="247225"/>
            </a:xfrm>
            <a:custGeom>
              <a:avLst/>
              <a:gdLst/>
              <a:ahLst/>
              <a:cxnLst/>
              <a:rect l="l" t="t" r="r" b="b"/>
              <a:pathLst>
                <a:path w="2946" h="9889" extrusionOk="0">
                  <a:moveTo>
                    <a:pt x="2629" y="1"/>
                  </a:moveTo>
                  <a:cubicBezTo>
                    <a:pt x="2499" y="1"/>
                    <a:pt x="2381" y="91"/>
                    <a:pt x="2352" y="224"/>
                  </a:cubicBezTo>
                  <a:lnTo>
                    <a:pt x="39" y="9536"/>
                  </a:lnTo>
                  <a:cubicBezTo>
                    <a:pt x="1" y="9688"/>
                    <a:pt x="94" y="9842"/>
                    <a:pt x="246" y="9880"/>
                  </a:cubicBezTo>
                  <a:cubicBezTo>
                    <a:pt x="268" y="9885"/>
                    <a:pt x="291" y="9888"/>
                    <a:pt x="314" y="9888"/>
                  </a:cubicBezTo>
                  <a:cubicBezTo>
                    <a:pt x="444" y="9887"/>
                    <a:pt x="557" y="9799"/>
                    <a:pt x="589" y="9673"/>
                  </a:cubicBezTo>
                  <a:lnTo>
                    <a:pt x="2902" y="360"/>
                  </a:lnTo>
                  <a:cubicBezTo>
                    <a:pt x="2945" y="206"/>
                    <a:pt x="2852" y="47"/>
                    <a:pt x="2697" y="9"/>
                  </a:cubicBezTo>
                  <a:cubicBezTo>
                    <a:pt x="2674" y="4"/>
                    <a:pt x="2651" y="1"/>
                    <a:pt x="2629" y="1"/>
                  </a:cubicBezTo>
                  <a:close/>
                </a:path>
              </a:pathLst>
            </a:custGeom>
            <a:solidFill>
              <a:srgbClr val="2234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3923;p55">
              <a:extLst>
                <a:ext uri="{FF2B5EF4-FFF2-40B4-BE49-F238E27FC236}">
                  <a16:creationId xmlns:a16="http://schemas.microsoft.com/office/drawing/2014/main" id="{92B82E0F-3F06-410B-869B-695A5B1EE04F}"/>
                </a:ext>
              </a:extLst>
            </p:cNvPr>
            <p:cNvSpPr/>
            <p:nvPr/>
          </p:nvSpPr>
          <p:spPr>
            <a:xfrm>
              <a:off x="6263550" y="5088575"/>
              <a:ext cx="73400" cy="246850"/>
            </a:xfrm>
            <a:custGeom>
              <a:avLst/>
              <a:gdLst/>
              <a:ahLst/>
              <a:cxnLst/>
              <a:rect l="l" t="t" r="r" b="b"/>
              <a:pathLst>
                <a:path w="2936" h="9874" extrusionOk="0">
                  <a:moveTo>
                    <a:pt x="311" y="1"/>
                  </a:moveTo>
                  <a:cubicBezTo>
                    <a:pt x="288" y="1"/>
                    <a:pt x="266" y="3"/>
                    <a:pt x="243" y="9"/>
                  </a:cubicBezTo>
                  <a:cubicBezTo>
                    <a:pt x="94" y="47"/>
                    <a:pt x="1" y="195"/>
                    <a:pt x="34" y="345"/>
                  </a:cubicBezTo>
                  <a:lnTo>
                    <a:pt x="2347" y="9658"/>
                  </a:lnTo>
                  <a:cubicBezTo>
                    <a:pt x="2379" y="9784"/>
                    <a:pt x="2493" y="9872"/>
                    <a:pt x="2622" y="9873"/>
                  </a:cubicBezTo>
                  <a:cubicBezTo>
                    <a:pt x="2646" y="9873"/>
                    <a:pt x="2669" y="9870"/>
                    <a:pt x="2691" y="9865"/>
                  </a:cubicBezTo>
                  <a:cubicBezTo>
                    <a:pt x="2842" y="9827"/>
                    <a:pt x="2935" y="9673"/>
                    <a:pt x="2898" y="9521"/>
                  </a:cubicBezTo>
                  <a:lnTo>
                    <a:pt x="584" y="209"/>
                  </a:lnTo>
                  <a:cubicBezTo>
                    <a:pt x="550" y="84"/>
                    <a:pt x="436" y="1"/>
                    <a:pt x="311" y="1"/>
                  </a:cubicBezTo>
                  <a:close/>
                </a:path>
              </a:pathLst>
            </a:custGeom>
            <a:solidFill>
              <a:srgbClr val="2234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3924;p55">
              <a:extLst>
                <a:ext uri="{FF2B5EF4-FFF2-40B4-BE49-F238E27FC236}">
                  <a16:creationId xmlns:a16="http://schemas.microsoft.com/office/drawing/2014/main" id="{21CEF474-97F0-426A-826C-0E97A477A3A0}"/>
                </a:ext>
              </a:extLst>
            </p:cNvPr>
            <p:cNvSpPr/>
            <p:nvPr/>
          </p:nvSpPr>
          <p:spPr>
            <a:xfrm>
              <a:off x="5942325" y="5008175"/>
              <a:ext cx="329175" cy="180925"/>
            </a:xfrm>
            <a:custGeom>
              <a:avLst/>
              <a:gdLst/>
              <a:ahLst/>
              <a:cxnLst/>
              <a:rect l="l" t="t" r="r" b="b"/>
              <a:pathLst>
                <a:path w="13167" h="7237" extrusionOk="0">
                  <a:moveTo>
                    <a:pt x="6254" y="0"/>
                  </a:moveTo>
                  <a:cubicBezTo>
                    <a:pt x="5721" y="0"/>
                    <a:pt x="5187" y="118"/>
                    <a:pt x="4780" y="353"/>
                  </a:cubicBezTo>
                  <a:lnTo>
                    <a:pt x="815" y="2643"/>
                  </a:lnTo>
                  <a:cubicBezTo>
                    <a:pt x="2" y="3112"/>
                    <a:pt x="1" y="3874"/>
                    <a:pt x="815" y="4344"/>
                  </a:cubicBezTo>
                  <a:lnTo>
                    <a:pt x="3958" y="6161"/>
                  </a:lnTo>
                  <a:cubicBezTo>
                    <a:pt x="3958" y="6161"/>
                    <a:pt x="5833" y="7237"/>
                    <a:pt x="7360" y="7237"/>
                  </a:cubicBezTo>
                  <a:cubicBezTo>
                    <a:pt x="7572" y="7237"/>
                    <a:pt x="7778" y="7216"/>
                    <a:pt x="7970" y="7169"/>
                  </a:cubicBezTo>
                  <a:cubicBezTo>
                    <a:pt x="9552" y="6781"/>
                    <a:pt x="13167" y="3493"/>
                    <a:pt x="13167" y="3493"/>
                  </a:cubicBezTo>
                  <a:lnTo>
                    <a:pt x="7728" y="353"/>
                  </a:lnTo>
                  <a:cubicBezTo>
                    <a:pt x="7321" y="118"/>
                    <a:pt x="6787" y="0"/>
                    <a:pt x="6254" y="0"/>
                  </a:cubicBez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3925;p55">
              <a:extLst>
                <a:ext uri="{FF2B5EF4-FFF2-40B4-BE49-F238E27FC236}">
                  <a16:creationId xmlns:a16="http://schemas.microsoft.com/office/drawing/2014/main" id="{8D81FA1A-3CE6-444C-ADF1-EB4053E8921E}"/>
                </a:ext>
              </a:extLst>
            </p:cNvPr>
            <p:cNvSpPr/>
            <p:nvPr/>
          </p:nvSpPr>
          <p:spPr>
            <a:xfrm>
              <a:off x="6146250" y="4736650"/>
              <a:ext cx="102975" cy="80600"/>
            </a:xfrm>
            <a:custGeom>
              <a:avLst/>
              <a:gdLst/>
              <a:ahLst/>
              <a:cxnLst/>
              <a:rect l="l" t="t" r="r" b="b"/>
              <a:pathLst>
                <a:path w="4119" h="3224" extrusionOk="0">
                  <a:moveTo>
                    <a:pt x="2526" y="0"/>
                  </a:moveTo>
                  <a:lnTo>
                    <a:pt x="624" y="1140"/>
                  </a:lnTo>
                  <a:cubicBezTo>
                    <a:pt x="624" y="1140"/>
                    <a:pt x="731" y="1518"/>
                    <a:pt x="804" y="1762"/>
                  </a:cubicBezTo>
                  <a:cubicBezTo>
                    <a:pt x="876" y="2004"/>
                    <a:pt x="870" y="2136"/>
                    <a:pt x="408" y="2488"/>
                  </a:cubicBezTo>
                  <a:cubicBezTo>
                    <a:pt x="1" y="2798"/>
                    <a:pt x="961" y="3224"/>
                    <a:pt x="1743" y="3224"/>
                  </a:cubicBezTo>
                  <a:cubicBezTo>
                    <a:pt x="1849" y="3224"/>
                    <a:pt x="1951" y="3216"/>
                    <a:pt x="2047" y="3199"/>
                  </a:cubicBezTo>
                  <a:cubicBezTo>
                    <a:pt x="2848" y="3057"/>
                    <a:pt x="3709" y="2480"/>
                    <a:pt x="3906" y="1932"/>
                  </a:cubicBezTo>
                  <a:cubicBezTo>
                    <a:pt x="4118" y="1344"/>
                    <a:pt x="4051" y="716"/>
                    <a:pt x="3735" y="716"/>
                  </a:cubicBezTo>
                  <a:cubicBezTo>
                    <a:pt x="3722" y="716"/>
                    <a:pt x="3709" y="717"/>
                    <a:pt x="3696" y="719"/>
                  </a:cubicBezTo>
                  <a:cubicBezTo>
                    <a:pt x="3346" y="771"/>
                    <a:pt x="3056" y="854"/>
                    <a:pt x="2883" y="854"/>
                  </a:cubicBezTo>
                  <a:cubicBezTo>
                    <a:pt x="2804" y="854"/>
                    <a:pt x="2748" y="836"/>
                    <a:pt x="2723" y="790"/>
                  </a:cubicBezTo>
                  <a:cubicBezTo>
                    <a:pt x="2662" y="678"/>
                    <a:pt x="2526" y="0"/>
                    <a:pt x="2526" y="0"/>
                  </a:cubicBezTo>
                  <a:close/>
                </a:path>
              </a:pathLst>
            </a:custGeom>
            <a:solidFill>
              <a:srgbClr val="B44C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3926;p55">
              <a:extLst>
                <a:ext uri="{FF2B5EF4-FFF2-40B4-BE49-F238E27FC236}">
                  <a16:creationId xmlns:a16="http://schemas.microsoft.com/office/drawing/2014/main" id="{7147BB26-A1EE-4B35-8774-785592CC63B3}"/>
                </a:ext>
              </a:extLst>
            </p:cNvPr>
            <p:cNvSpPr/>
            <p:nvPr/>
          </p:nvSpPr>
          <p:spPr>
            <a:xfrm>
              <a:off x="5891200" y="4985400"/>
              <a:ext cx="391900" cy="169475"/>
            </a:xfrm>
            <a:custGeom>
              <a:avLst/>
              <a:gdLst/>
              <a:ahLst/>
              <a:cxnLst/>
              <a:rect l="l" t="t" r="r" b="b"/>
              <a:pathLst>
                <a:path w="15676" h="6779" extrusionOk="0">
                  <a:moveTo>
                    <a:pt x="1962" y="0"/>
                  </a:moveTo>
                  <a:cubicBezTo>
                    <a:pt x="1040" y="0"/>
                    <a:pt x="1" y="674"/>
                    <a:pt x="117" y="1832"/>
                  </a:cubicBezTo>
                  <a:lnTo>
                    <a:pt x="2715" y="3287"/>
                  </a:lnTo>
                  <a:lnTo>
                    <a:pt x="2715" y="3287"/>
                  </a:lnTo>
                  <a:lnTo>
                    <a:pt x="7961" y="6316"/>
                  </a:lnTo>
                  <a:cubicBezTo>
                    <a:pt x="8547" y="6630"/>
                    <a:pt x="9193" y="6779"/>
                    <a:pt x="9880" y="6779"/>
                  </a:cubicBezTo>
                  <a:cubicBezTo>
                    <a:pt x="10714" y="6779"/>
                    <a:pt x="11608" y="6560"/>
                    <a:pt x="12530" y="6155"/>
                  </a:cubicBezTo>
                  <a:cubicBezTo>
                    <a:pt x="14213" y="5415"/>
                    <a:pt x="15675" y="4449"/>
                    <a:pt x="15528" y="2193"/>
                  </a:cubicBezTo>
                  <a:lnTo>
                    <a:pt x="15528" y="2193"/>
                  </a:lnTo>
                  <a:lnTo>
                    <a:pt x="9499" y="2702"/>
                  </a:lnTo>
                  <a:cubicBezTo>
                    <a:pt x="9499" y="2702"/>
                    <a:pt x="3424" y="422"/>
                    <a:pt x="2524" y="94"/>
                  </a:cubicBezTo>
                  <a:cubicBezTo>
                    <a:pt x="2350" y="31"/>
                    <a:pt x="2159" y="0"/>
                    <a:pt x="1962" y="0"/>
                  </a:cubicBezTo>
                  <a:close/>
                </a:path>
              </a:pathLst>
            </a:custGeom>
            <a:solidFill>
              <a:srgbClr val="C4D9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3927;p55">
              <a:extLst>
                <a:ext uri="{FF2B5EF4-FFF2-40B4-BE49-F238E27FC236}">
                  <a16:creationId xmlns:a16="http://schemas.microsoft.com/office/drawing/2014/main" id="{33556FBD-75FC-4CCE-B926-D77B227F27E7}"/>
                </a:ext>
              </a:extLst>
            </p:cNvPr>
            <p:cNvSpPr/>
            <p:nvPr/>
          </p:nvSpPr>
          <p:spPr>
            <a:xfrm>
              <a:off x="6111825" y="4614975"/>
              <a:ext cx="124825" cy="151350"/>
            </a:xfrm>
            <a:custGeom>
              <a:avLst/>
              <a:gdLst/>
              <a:ahLst/>
              <a:cxnLst/>
              <a:rect l="l" t="t" r="r" b="b"/>
              <a:pathLst>
                <a:path w="4993" h="6054" extrusionOk="0">
                  <a:moveTo>
                    <a:pt x="2448" y="1"/>
                  </a:moveTo>
                  <a:cubicBezTo>
                    <a:pt x="1139" y="1"/>
                    <a:pt x="275" y="1010"/>
                    <a:pt x="144" y="2291"/>
                  </a:cubicBezTo>
                  <a:cubicBezTo>
                    <a:pt x="69" y="2926"/>
                    <a:pt x="0" y="4270"/>
                    <a:pt x="487" y="5248"/>
                  </a:cubicBezTo>
                  <a:cubicBezTo>
                    <a:pt x="762" y="5802"/>
                    <a:pt x="1055" y="6003"/>
                    <a:pt x="1576" y="6051"/>
                  </a:cubicBezTo>
                  <a:cubicBezTo>
                    <a:pt x="1593" y="6053"/>
                    <a:pt x="1612" y="6053"/>
                    <a:pt x="1632" y="6053"/>
                  </a:cubicBezTo>
                  <a:cubicBezTo>
                    <a:pt x="2098" y="6053"/>
                    <a:pt x="3389" y="5658"/>
                    <a:pt x="3808" y="5114"/>
                  </a:cubicBezTo>
                  <a:cubicBezTo>
                    <a:pt x="3885" y="5013"/>
                    <a:pt x="3982" y="4547"/>
                    <a:pt x="3982" y="4547"/>
                  </a:cubicBezTo>
                  <a:cubicBezTo>
                    <a:pt x="4587" y="4085"/>
                    <a:pt x="4982" y="3370"/>
                    <a:pt x="4986" y="2550"/>
                  </a:cubicBezTo>
                  <a:cubicBezTo>
                    <a:pt x="4992" y="1148"/>
                    <a:pt x="3862" y="7"/>
                    <a:pt x="2460" y="1"/>
                  </a:cubicBezTo>
                  <a:cubicBezTo>
                    <a:pt x="2456" y="1"/>
                    <a:pt x="2452" y="1"/>
                    <a:pt x="2448" y="1"/>
                  </a:cubicBezTo>
                  <a:close/>
                </a:path>
              </a:pathLst>
            </a:custGeom>
            <a:solidFill>
              <a:srgbClr val="B44C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3928;p55">
              <a:extLst>
                <a:ext uri="{FF2B5EF4-FFF2-40B4-BE49-F238E27FC236}">
                  <a16:creationId xmlns:a16="http://schemas.microsoft.com/office/drawing/2014/main" id="{3D2511DF-F865-473A-8972-0DB1CCD7ACBB}"/>
                </a:ext>
              </a:extLst>
            </p:cNvPr>
            <p:cNvSpPr/>
            <p:nvPr/>
          </p:nvSpPr>
          <p:spPr>
            <a:xfrm>
              <a:off x="6109300" y="4607575"/>
              <a:ext cx="131750" cy="152925"/>
            </a:xfrm>
            <a:custGeom>
              <a:avLst/>
              <a:gdLst/>
              <a:ahLst/>
              <a:cxnLst/>
              <a:rect l="l" t="t" r="r" b="b"/>
              <a:pathLst>
                <a:path w="5270" h="6117" extrusionOk="0">
                  <a:moveTo>
                    <a:pt x="2439" y="1"/>
                  </a:moveTo>
                  <a:cubicBezTo>
                    <a:pt x="1919" y="1"/>
                    <a:pt x="1397" y="73"/>
                    <a:pt x="874" y="73"/>
                  </a:cubicBezTo>
                  <a:cubicBezTo>
                    <a:pt x="785" y="73"/>
                    <a:pt x="696" y="71"/>
                    <a:pt x="607" y="66"/>
                  </a:cubicBezTo>
                  <a:cubicBezTo>
                    <a:pt x="572" y="64"/>
                    <a:pt x="535" y="62"/>
                    <a:pt x="497" y="62"/>
                  </a:cubicBezTo>
                  <a:cubicBezTo>
                    <a:pt x="342" y="62"/>
                    <a:pt x="181" y="87"/>
                    <a:pt x="97" y="209"/>
                  </a:cubicBezTo>
                  <a:cubicBezTo>
                    <a:pt x="53" y="275"/>
                    <a:pt x="41" y="348"/>
                    <a:pt x="33" y="419"/>
                  </a:cubicBezTo>
                  <a:cubicBezTo>
                    <a:pt x="1" y="703"/>
                    <a:pt x="34" y="1000"/>
                    <a:pt x="160" y="1257"/>
                  </a:cubicBezTo>
                  <a:cubicBezTo>
                    <a:pt x="275" y="1489"/>
                    <a:pt x="542" y="1796"/>
                    <a:pt x="827" y="1796"/>
                  </a:cubicBezTo>
                  <a:cubicBezTo>
                    <a:pt x="833" y="1796"/>
                    <a:pt x="838" y="1796"/>
                    <a:pt x="844" y="1795"/>
                  </a:cubicBezTo>
                  <a:lnTo>
                    <a:pt x="844" y="1795"/>
                  </a:lnTo>
                  <a:cubicBezTo>
                    <a:pt x="798" y="1983"/>
                    <a:pt x="841" y="2204"/>
                    <a:pt x="987" y="2337"/>
                  </a:cubicBezTo>
                  <a:cubicBezTo>
                    <a:pt x="1149" y="2487"/>
                    <a:pt x="1215" y="2714"/>
                    <a:pt x="1204" y="2936"/>
                  </a:cubicBezTo>
                  <a:cubicBezTo>
                    <a:pt x="1192" y="3175"/>
                    <a:pt x="1193" y="3470"/>
                    <a:pt x="1245" y="3727"/>
                  </a:cubicBezTo>
                  <a:cubicBezTo>
                    <a:pt x="1317" y="4089"/>
                    <a:pt x="1678" y="4221"/>
                    <a:pt x="1678" y="4221"/>
                  </a:cubicBezTo>
                  <a:cubicBezTo>
                    <a:pt x="1678" y="4221"/>
                    <a:pt x="1672" y="3658"/>
                    <a:pt x="1781" y="3340"/>
                  </a:cubicBezTo>
                  <a:cubicBezTo>
                    <a:pt x="1841" y="3163"/>
                    <a:pt x="2030" y="3044"/>
                    <a:pt x="2227" y="3044"/>
                  </a:cubicBezTo>
                  <a:cubicBezTo>
                    <a:pt x="2382" y="3044"/>
                    <a:pt x="2541" y="3118"/>
                    <a:pt x="2644" y="3298"/>
                  </a:cubicBezTo>
                  <a:cubicBezTo>
                    <a:pt x="2877" y="3703"/>
                    <a:pt x="2776" y="3973"/>
                    <a:pt x="2697" y="4331"/>
                  </a:cubicBezTo>
                  <a:cubicBezTo>
                    <a:pt x="2617" y="4691"/>
                    <a:pt x="2272" y="4589"/>
                    <a:pt x="2173" y="4684"/>
                  </a:cubicBezTo>
                  <a:cubicBezTo>
                    <a:pt x="2104" y="4750"/>
                    <a:pt x="2112" y="5065"/>
                    <a:pt x="2320" y="5279"/>
                  </a:cubicBezTo>
                  <a:cubicBezTo>
                    <a:pt x="2411" y="5582"/>
                    <a:pt x="2748" y="6116"/>
                    <a:pt x="3190" y="6116"/>
                  </a:cubicBezTo>
                  <a:cubicBezTo>
                    <a:pt x="3222" y="6116"/>
                    <a:pt x="3255" y="6113"/>
                    <a:pt x="3288" y="6107"/>
                  </a:cubicBezTo>
                  <a:cubicBezTo>
                    <a:pt x="3777" y="6021"/>
                    <a:pt x="4129" y="5725"/>
                    <a:pt x="4129" y="5725"/>
                  </a:cubicBezTo>
                  <a:cubicBezTo>
                    <a:pt x="4129" y="5725"/>
                    <a:pt x="4291" y="5332"/>
                    <a:pt x="4780" y="4466"/>
                  </a:cubicBezTo>
                  <a:cubicBezTo>
                    <a:pt x="5269" y="3600"/>
                    <a:pt x="5269" y="2961"/>
                    <a:pt x="5088" y="2095"/>
                  </a:cubicBezTo>
                  <a:cubicBezTo>
                    <a:pt x="4906" y="1230"/>
                    <a:pt x="4318" y="1015"/>
                    <a:pt x="4318" y="1015"/>
                  </a:cubicBezTo>
                  <a:cubicBezTo>
                    <a:pt x="4282" y="1003"/>
                    <a:pt x="4172" y="685"/>
                    <a:pt x="4134" y="631"/>
                  </a:cubicBezTo>
                  <a:cubicBezTo>
                    <a:pt x="4055" y="517"/>
                    <a:pt x="3957" y="418"/>
                    <a:pt x="3844" y="336"/>
                  </a:cubicBezTo>
                  <a:cubicBezTo>
                    <a:pt x="3602" y="162"/>
                    <a:pt x="3307" y="79"/>
                    <a:pt x="3016" y="38"/>
                  </a:cubicBezTo>
                  <a:cubicBezTo>
                    <a:pt x="2824" y="11"/>
                    <a:pt x="2632" y="1"/>
                    <a:pt x="2439" y="1"/>
                  </a:cubicBezTo>
                  <a:close/>
                </a:path>
              </a:pathLst>
            </a:custGeom>
            <a:solidFill>
              <a:srgbClr val="180D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3929;p55">
              <a:extLst>
                <a:ext uri="{FF2B5EF4-FFF2-40B4-BE49-F238E27FC236}">
                  <a16:creationId xmlns:a16="http://schemas.microsoft.com/office/drawing/2014/main" id="{93CB29C2-89E1-4C6A-B2CD-70F10B3FAE27}"/>
                </a:ext>
              </a:extLst>
            </p:cNvPr>
            <p:cNvSpPr/>
            <p:nvPr/>
          </p:nvSpPr>
          <p:spPr>
            <a:xfrm>
              <a:off x="6102975" y="4753875"/>
              <a:ext cx="188350" cy="344925"/>
            </a:xfrm>
            <a:custGeom>
              <a:avLst/>
              <a:gdLst/>
              <a:ahLst/>
              <a:cxnLst/>
              <a:rect l="l" t="t" r="r" b="b"/>
              <a:pathLst>
                <a:path w="7534" h="13797" extrusionOk="0">
                  <a:moveTo>
                    <a:pt x="5549" y="0"/>
                  </a:moveTo>
                  <a:cubicBezTo>
                    <a:pt x="5458" y="0"/>
                    <a:pt x="5367" y="9"/>
                    <a:pt x="5276" y="22"/>
                  </a:cubicBezTo>
                  <a:cubicBezTo>
                    <a:pt x="5090" y="47"/>
                    <a:pt x="4908" y="87"/>
                    <a:pt x="4728" y="142"/>
                  </a:cubicBezTo>
                  <a:cubicBezTo>
                    <a:pt x="4785" y="328"/>
                    <a:pt x="4627" y="632"/>
                    <a:pt x="3964" y="986"/>
                  </a:cubicBezTo>
                  <a:cubicBezTo>
                    <a:pt x="3253" y="1365"/>
                    <a:pt x="2770" y="1404"/>
                    <a:pt x="2601" y="1404"/>
                  </a:cubicBezTo>
                  <a:cubicBezTo>
                    <a:pt x="2557" y="1404"/>
                    <a:pt x="2534" y="1402"/>
                    <a:pt x="2534" y="1402"/>
                  </a:cubicBezTo>
                  <a:cubicBezTo>
                    <a:pt x="2534" y="1402"/>
                    <a:pt x="1472" y="1977"/>
                    <a:pt x="1008" y="2301"/>
                  </a:cubicBezTo>
                  <a:cubicBezTo>
                    <a:pt x="427" y="2707"/>
                    <a:pt x="169" y="3884"/>
                    <a:pt x="91" y="5870"/>
                  </a:cubicBezTo>
                  <a:cubicBezTo>
                    <a:pt x="23" y="7628"/>
                    <a:pt x="1" y="10417"/>
                    <a:pt x="29" y="11896"/>
                  </a:cubicBezTo>
                  <a:cubicBezTo>
                    <a:pt x="40" y="12572"/>
                    <a:pt x="432" y="13186"/>
                    <a:pt x="1043" y="13481"/>
                  </a:cubicBezTo>
                  <a:cubicBezTo>
                    <a:pt x="1406" y="13655"/>
                    <a:pt x="1852" y="13797"/>
                    <a:pt x="2342" y="13797"/>
                  </a:cubicBezTo>
                  <a:cubicBezTo>
                    <a:pt x="2410" y="13797"/>
                    <a:pt x="2478" y="13794"/>
                    <a:pt x="2547" y="13788"/>
                  </a:cubicBezTo>
                  <a:cubicBezTo>
                    <a:pt x="3938" y="13673"/>
                    <a:pt x="6491" y="12405"/>
                    <a:pt x="7059" y="11454"/>
                  </a:cubicBezTo>
                  <a:cubicBezTo>
                    <a:pt x="7044" y="9438"/>
                    <a:pt x="6874" y="8214"/>
                    <a:pt x="6945" y="7010"/>
                  </a:cubicBezTo>
                  <a:cubicBezTo>
                    <a:pt x="7068" y="4887"/>
                    <a:pt x="7533" y="3202"/>
                    <a:pt x="6947" y="1498"/>
                  </a:cubicBezTo>
                  <a:cubicBezTo>
                    <a:pt x="6518" y="249"/>
                    <a:pt x="6032" y="0"/>
                    <a:pt x="5549" y="0"/>
                  </a:cubicBezTo>
                  <a:close/>
                </a:path>
              </a:pathLst>
            </a:custGeom>
            <a:solidFill>
              <a:srgbClr val="7FA8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3930;p55">
              <a:extLst>
                <a:ext uri="{FF2B5EF4-FFF2-40B4-BE49-F238E27FC236}">
                  <a16:creationId xmlns:a16="http://schemas.microsoft.com/office/drawing/2014/main" id="{D6F2F746-2920-44D0-9FEB-DA63901E8D36}"/>
                </a:ext>
              </a:extLst>
            </p:cNvPr>
            <p:cNvSpPr/>
            <p:nvPr/>
          </p:nvSpPr>
          <p:spPr>
            <a:xfrm>
              <a:off x="5852750" y="4814750"/>
              <a:ext cx="304625" cy="196325"/>
            </a:xfrm>
            <a:custGeom>
              <a:avLst/>
              <a:gdLst/>
              <a:ahLst/>
              <a:cxnLst/>
              <a:rect l="l" t="t" r="r" b="b"/>
              <a:pathLst>
                <a:path w="12185" h="7853" extrusionOk="0">
                  <a:moveTo>
                    <a:pt x="11168" y="1"/>
                  </a:moveTo>
                  <a:cubicBezTo>
                    <a:pt x="10838" y="1"/>
                    <a:pt x="10472" y="246"/>
                    <a:pt x="10284" y="786"/>
                  </a:cubicBezTo>
                  <a:cubicBezTo>
                    <a:pt x="9879" y="1948"/>
                    <a:pt x="9884" y="3507"/>
                    <a:pt x="8916" y="4787"/>
                  </a:cubicBezTo>
                  <a:cubicBezTo>
                    <a:pt x="8474" y="5373"/>
                    <a:pt x="7696" y="5884"/>
                    <a:pt x="6392" y="6006"/>
                  </a:cubicBezTo>
                  <a:cubicBezTo>
                    <a:pt x="5613" y="6079"/>
                    <a:pt x="4968" y="6122"/>
                    <a:pt x="4489" y="6122"/>
                  </a:cubicBezTo>
                  <a:cubicBezTo>
                    <a:pt x="4164" y="6122"/>
                    <a:pt x="3915" y="6102"/>
                    <a:pt x="3755" y="6059"/>
                  </a:cubicBezTo>
                  <a:cubicBezTo>
                    <a:pt x="3389" y="5962"/>
                    <a:pt x="3254" y="5866"/>
                    <a:pt x="2931" y="5619"/>
                  </a:cubicBezTo>
                  <a:cubicBezTo>
                    <a:pt x="2566" y="5339"/>
                    <a:pt x="2268" y="5266"/>
                    <a:pt x="1995" y="5089"/>
                  </a:cubicBezTo>
                  <a:cubicBezTo>
                    <a:pt x="1832" y="4984"/>
                    <a:pt x="1774" y="4932"/>
                    <a:pt x="1727" y="4932"/>
                  </a:cubicBezTo>
                  <a:cubicBezTo>
                    <a:pt x="1695" y="4932"/>
                    <a:pt x="1667" y="4956"/>
                    <a:pt x="1616" y="5006"/>
                  </a:cubicBezTo>
                  <a:cubicBezTo>
                    <a:pt x="1488" y="5128"/>
                    <a:pt x="1592" y="5472"/>
                    <a:pt x="1826" y="5681"/>
                  </a:cubicBezTo>
                  <a:cubicBezTo>
                    <a:pt x="2071" y="5900"/>
                    <a:pt x="2290" y="5939"/>
                    <a:pt x="2323" y="6006"/>
                  </a:cubicBezTo>
                  <a:cubicBezTo>
                    <a:pt x="2337" y="6034"/>
                    <a:pt x="2299" y="6048"/>
                    <a:pt x="2225" y="6048"/>
                  </a:cubicBezTo>
                  <a:cubicBezTo>
                    <a:pt x="2119" y="6048"/>
                    <a:pt x="1937" y="6020"/>
                    <a:pt x="1722" y="5965"/>
                  </a:cubicBezTo>
                  <a:cubicBezTo>
                    <a:pt x="1222" y="5836"/>
                    <a:pt x="955" y="5597"/>
                    <a:pt x="709" y="5490"/>
                  </a:cubicBezTo>
                  <a:cubicBezTo>
                    <a:pt x="655" y="5467"/>
                    <a:pt x="609" y="5457"/>
                    <a:pt x="570" y="5457"/>
                  </a:cubicBezTo>
                  <a:cubicBezTo>
                    <a:pt x="411" y="5457"/>
                    <a:pt x="373" y="5621"/>
                    <a:pt x="422" y="5713"/>
                  </a:cubicBezTo>
                  <a:cubicBezTo>
                    <a:pt x="483" y="5827"/>
                    <a:pt x="586" y="5995"/>
                    <a:pt x="945" y="6223"/>
                  </a:cubicBezTo>
                  <a:cubicBezTo>
                    <a:pt x="1305" y="6451"/>
                    <a:pt x="1771" y="6634"/>
                    <a:pt x="1771" y="6634"/>
                  </a:cubicBezTo>
                  <a:cubicBezTo>
                    <a:pt x="1771" y="6634"/>
                    <a:pt x="1453" y="6614"/>
                    <a:pt x="1055" y="6482"/>
                  </a:cubicBezTo>
                  <a:cubicBezTo>
                    <a:pt x="619" y="6336"/>
                    <a:pt x="458" y="6223"/>
                    <a:pt x="228" y="6159"/>
                  </a:cubicBezTo>
                  <a:cubicBezTo>
                    <a:pt x="211" y="6155"/>
                    <a:pt x="196" y="6152"/>
                    <a:pt x="181" y="6152"/>
                  </a:cubicBezTo>
                  <a:cubicBezTo>
                    <a:pt x="0" y="6152"/>
                    <a:pt x="11" y="6503"/>
                    <a:pt x="211" y="6647"/>
                  </a:cubicBezTo>
                  <a:cubicBezTo>
                    <a:pt x="387" y="6773"/>
                    <a:pt x="657" y="6918"/>
                    <a:pt x="950" y="7021"/>
                  </a:cubicBezTo>
                  <a:cubicBezTo>
                    <a:pt x="1242" y="7123"/>
                    <a:pt x="1745" y="7251"/>
                    <a:pt x="1745" y="7251"/>
                  </a:cubicBezTo>
                  <a:cubicBezTo>
                    <a:pt x="1731" y="7251"/>
                    <a:pt x="1718" y="7251"/>
                    <a:pt x="1704" y="7251"/>
                  </a:cubicBezTo>
                  <a:cubicBezTo>
                    <a:pt x="1217" y="7251"/>
                    <a:pt x="867" y="7104"/>
                    <a:pt x="647" y="7036"/>
                  </a:cubicBezTo>
                  <a:cubicBezTo>
                    <a:pt x="578" y="7015"/>
                    <a:pt x="518" y="7005"/>
                    <a:pt x="468" y="7005"/>
                  </a:cubicBezTo>
                  <a:cubicBezTo>
                    <a:pt x="355" y="7005"/>
                    <a:pt x="293" y="7058"/>
                    <a:pt x="293" y="7156"/>
                  </a:cubicBezTo>
                  <a:cubicBezTo>
                    <a:pt x="293" y="7270"/>
                    <a:pt x="431" y="7418"/>
                    <a:pt x="902" y="7625"/>
                  </a:cubicBezTo>
                  <a:cubicBezTo>
                    <a:pt x="1250" y="7777"/>
                    <a:pt x="1735" y="7853"/>
                    <a:pt x="2210" y="7853"/>
                  </a:cubicBezTo>
                  <a:cubicBezTo>
                    <a:pt x="2379" y="7853"/>
                    <a:pt x="2547" y="7843"/>
                    <a:pt x="2707" y="7824"/>
                  </a:cubicBezTo>
                  <a:cubicBezTo>
                    <a:pt x="3317" y="7752"/>
                    <a:pt x="3556" y="7673"/>
                    <a:pt x="3876" y="7673"/>
                  </a:cubicBezTo>
                  <a:cubicBezTo>
                    <a:pt x="4189" y="7673"/>
                    <a:pt x="4486" y="7675"/>
                    <a:pt x="4778" y="7675"/>
                  </a:cubicBezTo>
                  <a:cubicBezTo>
                    <a:pt x="5582" y="7675"/>
                    <a:pt x="6338" y="7658"/>
                    <a:pt x="7229" y="7534"/>
                  </a:cubicBezTo>
                  <a:cubicBezTo>
                    <a:pt x="7973" y="7433"/>
                    <a:pt x="8951" y="7103"/>
                    <a:pt x="9635" y="6647"/>
                  </a:cubicBezTo>
                  <a:cubicBezTo>
                    <a:pt x="10706" y="5938"/>
                    <a:pt x="11497" y="4317"/>
                    <a:pt x="11797" y="3111"/>
                  </a:cubicBezTo>
                  <a:cubicBezTo>
                    <a:pt x="12184" y="1554"/>
                    <a:pt x="11893" y="464"/>
                    <a:pt x="11614" y="185"/>
                  </a:cubicBezTo>
                  <a:cubicBezTo>
                    <a:pt x="11494" y="64"/>
                    <a:pt x="11336" y="1"/>
                    <a:pt x="11168" y="1"/>
                  </a:cubicBezTo>
                  <a:close/>
                </a:path>
              </a:pathLst>
            </a:custGeom>
            <a:solidFill>
              <a:srgbClr val="B44C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3931;p55">
              <a:extLst>
                <a:ext uri="{FF2B5EF4-FFF2-40B4-BE49-F238E27FC236}">
                  <a16:creationId xmlns:a16="http://schemas.microsoft.com/office/drawing/2014/main" id="{318D8D66-D9AD-4162-8F58-0807014AE45C}"/>
                </a:ext>
              </a:extLst>
            </p:cNvPr>
            <p:cNvSpPr/>
            <p:nvPr/>
          </p:nvSpPr>
          <p:spPr>
            <a:xfrm>
              <a:off x="6089150" y="4812350"/>
              <a:ext cx="66425" cy="110900"/>
            </a:xfrm>
            <a:custGeom>
              <a:avLst/>
              <a:gdLst/>
              <a:ahLst/>
              <a:cxnLst/>
              <a:rect l="l" t="t" r="r" b="b"/>
              <a:pathLst>
                <a:path w="2657" h="4436" extrusionOk="0">
                  <a:moveTo>
                    <a:pt x="1615" y="0"/>
                  </a:moveTo>
                  <a:cubicBezTo>
                    <a:pt x="999" y="0"/>
                    <a:pt x="770" y="709"/>
                    <a:pt x="643" y="1186"/>
                  </a:cubicBezTo>
                  <a:cubicBezTo>
                    <a:pt x="505" y="1710"/>
                    <a:pt x="1" y="3710"/>
                    <a:pt x="1" y="3710"/>
                  </a:cubicBezTo>
                  <a:cubicBezTo>
                    <a:pt x="770" y="4378"/>
                    <a:pt x="2177" y="4435"/>
                    <a:pt x="2177" y="4435"/>
                  </a:cubicBezTo>
                  <a:cubicBezTo>
                    <a:pt x="2177" y="4435"/>
                    <a:pt x="2473" y="3420"/>
                    <a:pt x="2529" y="2965"/>
                  </a:cubicBezTo>
                  <a:cubicBezTo>
                    <a:pt x="2620" y="2233"/>
                    <a:pt x="2656" y="1310"/>
                    <a:pt x="2529" y="839"/>
                  </a:cubicBezTo>
                  <a:cubicBezTo>
                    <a:pt x="2402" y="369"/>
                    <a:pt x="2100" y="82"/>
                    <a:pt x="1802" y="20"/>
                  </a:cubicBezTo>
                  <a:cubicBezTo>
                    <a:pt x="1736" y="7"/>
                    <a:pt x="1674" y="0"/>
                    <a:pt x="1615" y="0"/>
                  </a:cubicBezTo>
                  <a:close/>
                </a:path>
              </a:pathLst>
            </a:custGeom>
            <a:solidFill>
              <a:srgbClr val="6795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3932;p55">
              <a:extLst>
                <a:ext uri="{FF2B5EF4-FFF2-40B4-BE49-F238E27FC236}">
                  <a16:creationId xmlns:a16="http://schemas.microsoft.com/office/drawing/2014/main" id="{2E281824-603B-488B-A279-F8ABBD6240FC}"/>
                </a:ext>
              </a:extLst>
            </p:cNvPr>
            <p:cNvSpPr/>
            <p:nvPr/>
          </p:nvSpPr>
          <p:spPr>
            <a:xfrm>
              <a:off x="6041300" y="4855825"/>
              <a:ext cx="342425" cy="352650"/>
            </a:xfrm>
            <a:custGeom>
              <a:avLst/>
              <a:gdLst/>
              <a:ahLst/>
              <a:cxnLst/>
              <a:rect l="l" t="t" r="r" b="b"/>
              <a:pathLst>
                <a:path w="13697" h="14106" extrusionOk="0">
                  <a:moveTo>
                    <a:pt x="11220" y="3917"/>
                  </a:moveTo>
                  <a:cubicBezTo>
                    <a:pt x="11231" y="3984"/>
                    <a:pt x="11226" y="4059"/>
                    <a:pt x="11214" y="4143"/>
                  </a:cubicBezTo>
                  <a:lnTo>
                    <a:pt x="11028" y="5272"/>
                  </a:lnTo>
                  <a:lnTo>
                    <a:pt x="8026" y="7008"/>
                  </a:lnTo>
                  <a:cubicBezTo>
                    <a:pt x="8055" y="6866"/>
                    <a:pt x="8077" y="6707"/>
                    <a:pt x="8106" y="6543"/>
                  </a:cubicBezTo>
                  <a:cubicBezTo>
                    <a:pt x="8208" y="5919"/>
                    <a:pt x="8951" y="5034"/>
                    <a:pt x="9762" y="4563"/>
                  </a:cubicBezTo>
                  <a:lnTo>
                    <a:pt x="10409" y="4195"/>
                  </a:lnTo>
                  <a:cubicBezTo>
                    <a:pt x="10727" y="4012"/>
                    <a:pt x="11005" y="3922"/>
                    <a:pt x="11220" y="3917"/>
                  </a:cubicBezTo>
                  <a:close/>
                  <a:moveTo>
                    <a:pt x="12619" y="0"/>
                  </a:moveTo>
                  <a:cubicBezTo>
                    <a:pt x="12326" y="0"/>
                    <a:pt x="11973" y="105"/>
                    <a:pt x="11577" y="325"/>
                  </a:cubicBezTo>
                  <a:lnTo>
                    <a:pt x="9383" y="1550"/>
                  </a:lnTo>
                  <a:cubicBezTo>
                    <a:pt x="8015" y="2316"/>
                    <a:pt x="6636" y="4176"/>
                    <a:pt x="6302" y="5708"/>
                  </a:cubicBezTo>
                  <a:lnTo>
                    <a:pt x="5202" y="10803"/>
                  </a:lnTo>
                  <a:cubicBezTo>
                    <a:pt x="4915" y="12111"/>
                    <a:pt x="3926" y="12992"/>
                    <a:pt x="2851" y="12992"/>
                  </a:cubicBezTo>
                  <a:cubicBezTo>
                    <a:pt x="2668" y="12992"/>
                    <a:pt x="2482" y="12967"/>
                    <a:pt x="2296" y="12913"/>
                  </a:cubicBezTo>
                  <a:lnTo>
                    <a:pt x="0" y="12255"/>
                  </a:lnTo>
                  <a:lnTo>
                    <a:pt x="0" y="12255"/>
                  </a:lnTo>
                  <a:cubicBezTo>
                    <a:pt x="119" y="12323"/>
                    <a:pt x="1101" y="12891"/>
                    <a:pt x="2298" y="13577"/>
                  </a:cubicBezTo>
                  <a:cubicBezTo>
                    <a:pt x="2906" y="13931"/>
                    <a:pt x="3713" y="14105"/>
                    <a:pt x="4538" y="14105"/>
                  </a:cubicBezTo>
                  <a:cubicBezTo>
                    <a:pt x="5434" y="14105"/>
                    <a:pt x="6350" y="13899"/>
                    <a:pt x="7056" y="13491"/>
                  </a:cubicBezTo>
                  <a:lnTo>
                    <a:pt x="9054" y="12334"/>
                  </a:lnTo>
                  <a:cubicBezTo>
                    <a:pt x="10414" y="11551"/>
                    <a:pt x="11776" y="9674"/>
                    <a:pt x="12099" y="8142"/>
                  </a:cubicBezTo>
                  <a:lnTo>
                    <a:pt x="13467" y="1720"/>
                  </a:lnTo>
                  <a:cubicBezTo>
                    <a:pt x="13696" y="629"/>
                    <a:pt x="13336" y="0"/>
                    <a:pt x="12619" y="0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3933;p55">
              <a:extLst>
                <a:ext uri="{FF2B5EF4-FFF2-40B4-BE49-F238E27FC236}">
                  <a16:creationId xmlns:a16="http://schemas.microsoft.com/office/drawing/2014/main" id="{13E0BB90-778D-4F21-B57D-73FBA1706790}"/>
                </a:ext>
              </a:extLst>
            </p:cNvPr>
            <p:cNvSpPr/>
            <p:nvPr/>
          </p:nvSpPr>
          <p:spPr>
            <a:xfrm>
              <a:off x="6239250" y="4953675"/>
              <a:ext cx="95975" cy="93950"/>
            </a:xfrm>
            <a:custGeom>
              <a:avLst/>
              <a:gdLst/>
              <a:ahLst/>
              <a:cxnLst/>
              <a:rect l="l" t="t" r="r" b="b"/>
              <a:pathLst>
                <a:path w="3839" h="3758" extrusionOk="0">
                  <a:moveTo>
                    <a:pt x="3354" y="0"/>
                  </a:moveTo>
                  <a:cubicBezTo>
                    <a:pt x="3337" y="0"/>
                    <a:pt x="3320" y="1"/>
                    <a:pt x="3302" y="2"/>
                  </a:cubicBezTo>
                  <a:cubicBezTo>
                    <a:pt x="3313" y="70"/>
                    <a:pt x="3308" y="144"/>
                    <a:pt x="3296" y="229"/>
                  </a:cubicBezTo>
                  <a:lnTo>
                    <a:pt x="3110" y="1358"/>
                  </a:lnTo>
                  <a:lnTo>
                    <a:pt x="108" y="3094"/>
                  </a:lnTo>
                  <a:cubicBezTo>
                    <a:pt x="46" y="3486"/>
                    <a:pt x="0" y="3757"/>
                    <a:pt x="0" y="3757"/>
                  </a:cubicBezTo>
                  <a:lnTo>
                    <a:pt x="3592" y="1681"/>
                  </a:lnTo>
                  <a:lnTo>
                    <a:pt x="3779" y="552"/>
                  </a:lnTo>
                  <a:cubicBezTo>
                    <a:pt x="3838" y="192"/>
                    <a:pt x="3667" y="0"/>
                    <a:pt x="3354" y="0"/>
                  </a:cubicBez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3934;p55">
              <a:extLst>
                <a:ext uri="{FF2B5EF4-FFF2-40B4-BE49-F238E27FC236}">
                  <a16:creationId xmlns:a16="http://schemas.microsoft.com/office/drawing/2014/main" id="{F57C23E8-225E-43A2-9A75-9CA3AC6AD589}"/>
                </a:ext>
              </a:extLst>
            </p:cNvPr>
            <p:cNvSpPr/>
            <p:nvPr/>
          </p:nvSpPr>
          <p:spPr>
            <a:xfrm>
              <a:off x="6004375" y="5204875"/>
              <a:ext cx="303875" cy="98375"/>
            </a:xfrm>
            <a:custGeom>
              <a:avLst/>
              <a:gdLst/>
              <a:ahLst/>
              <a:cxnLst/>
              <a:rect l="l" t="t" r="r" b="b"/>
              <a:pathLst>
                <a:path w="12155" h="3935" extrusionOk="0">
                  <a:moveTo>
                    <a:pt x="324" y="0"/>
                  </a:moveTo>
                  <a:cubicBezTo>
                    <a:pt x="226" y="0"/>
                    <a:pt x="131" y="51"/>
                    <a:pt x="79" y="142"/>
                  </a:cubicBezTo>
                  <a:cubicBezTo>
                    <a:pt x="1" y="276"/>
                    <a:pt x="45" y="447"/>
                    <a:pt x="178" y="526"/>
                  </a:cubicBezTo>
                  <a:lnTo>
                    <a:pt x="6077" y="3934"/>
                  </a:lnTo>
                  <a:lnTo>
                    <a:pt x="11979" y="526"/>
                  </a:lnTo>
                  <a:cubicBezTo>
                    <a:pt x="12111" y="447"/>
                    <a:pt x="12155" y="276"/>
                    <a:pt x="12078" y="142"/>
                  </a:cubicBezTo>
                  <a:cubicBezTo>
                    <a:pt x="12026" y="51"/>
                    <a:pt x="11930" y="0"/>
                    <a:pt x="11832" y="0"/>
                  </a:cubicBezTo>
                  <a:cubicBezTo>
                    <a:pt x="11786" y="0"/>
                    <a:pt x="11738" y="12"/>
                    <a:pt x="11695" y="36"/>
                  </a:cubicBezTo>
                  <a:lnTo>
                    <a:pt x="6077" y="3279"/>
                  </a:lnTo>
                  <a:lnTo>
                    <a:pt x="462" y="36"/>
                  </a:lnTo>
                  <a:cubicBezTo>
                    <a:pt x="418" y="12"/>
                    <a:pt x="371" y="0"/>
                    <a:pt x="324" y="0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3935;p55">
              <a:extLst>
                <a:ext uri="{FF2B5EF4-FFF2-40B4-BE49-F238E27FC236}">
                  <a16:creationId xmlns:a16="http://schemas.microsoft.com/office/drawing/2014/main" id="{6CF34E77-08A8-4A93-86F2-0446E574C7B2}"/>
                </a:ext>
              </a:extLst>
            </p:cNvPr>
            <p:cNvSpPr/>
            <p:nvPr/>
          </p:nvSpPr>
          <p:spPr>
            <a:xfrm>
              <a:off x="6004375" y="5204875"/>
              <a:ext cx="303875" cy="98375"/>
            </a:xfrm>
            <a:custGeom>
              <a:avLst/>
              <a:gdLst/>
              <a:ahLst/>
              <a:cxnLst/>
              <a:rect l="l" t="t" r="r" b="b"/>
              <a:pathLst>
                <a:path w="12155" h="3935" extrusionOk="0">
                  <a:moveTo>
                    <a:pt x="324" y="0"/>
                  </a:moveTo>
                  <a:cubicBezTo>
                    <a:pt x="226" y="0"/>
                    <a:pt x="131" y="51"/>
                    <a:pt x="79" y="142"/>
                  </a:cubicBezTo>
                  <a:cubicBezTo>
                    <a:pt x="1" y="276"/>
                    <a:pt x="45" y="447"/>
                    <a:pt x="178" y="526"/>
                  </a:cubicBezTo>
                  <a:lnTo>
                    <a:pt x="6077" y="3934"/>
                  </a:lnTo>
                  <a:lnTo>
                    <a:pt x="11979" y="526"/>
                  </a:lnTo>
                  <a:cubicBezTo>
                    <a:pt x="12111" y="447"/>
                    <a:pt x="12155" y="276"/>
                    <a:pt x="12078" y="142"/>
                  </a:cubicBezTo>
                  <a:cubicBezTo>
                    <a:pt x="12026" y="51"/>
                    <a:pt x="11930" y="0"/>
                    <a:pt x="11832" y="0"/>
                  </a:cubicBezTo>
                  <a:cubicBezTo>
                    <a:pt x="11786" y="0"/>
                    <a:pt x="11738" y="12"/>
                    <a:pt x="11695" y="36"/>
                  </a:cubicBezTo>
                  <a:lnTo>
                    <a:pt x="6077" y="3279"/>
                  </a:lnTo>
                  <a:lnTo>
                    <a:pt x="462" y="36"/>
                  </a:lnTo>
                  <a:cubicBezTo>
                    <a:pt x="418" y="12"/>
                    <a:pt x="371" y="0"/>
                    <a:pt x="324" y="0"/>
                  </a:cubicBezTo>
                  <a:close/>
                </a:path>
              </a:pathLst>
            </a:custGeom>
            <a:solidFill>
              <a:srgbClr val="2234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" name="Google Shape;1811;p48">
            <a:extLst>
              <a:ext uri="{FF2B5EF4-FFF2-40B4-BE49-F238E27FC236}">
                <a16:creationId xmlns:a16="http://schemas.microsoft.com/office/drawing/2014/main" id="{BD04E922-7F61-4C77-806F-3BB427A585D5}"/>
              </a:ext>
            </a:extLst>
          </p:cNvPr>
          <p:cNvSpPr txBox="1">
            <a:spLocks/>
          </p:cNvSpPr>
          <p:nvPr/>
        </p:nvSpPr>
        <p:spPr>
          <a:xfrm flipH="1">
            <a:off x="2869138" y="712224"/>
            <a:ext cx="2250000" cy="92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3000" b="0" i="0" u="none" strike="noStrike" cap="none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r>
              <a:rPr lang="en-GB" sz="2800" b="1" dirty="0">
                <a:solidFill>
                  <a:srgbClr val="FDB724"/>
                </a:solidFill>
              </a:rPr>
              <a:t>LINK-MATCH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1"/>
          <p:cNvSpPr/>
          <p:nvPr/>
        </p:nvSpPr>
        <p:spPr>
          <a:xfrm>
            <a:off x="865550" y="-1134700"/>
            <a:ext cx="7413000" cy="7413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31"/>
          <p:cNvSpPr txBox="1">
            <a:spLocks noGrp="1"/>
          </p:cNvSpPr>
          <p:nvPr>
            <p:ph type="ctrTitle"/>
          </p:nvPr>
        </p:nvSpPr>
        <p:spPr>
          <a:xfrm>
            <a:off x="3308350" y="2596218"/>
            <a:ext cx="4182900" cy="45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dirty="0"/>
              <a:t>REVISI SEMINAR HASIL</a:t>
            </a:r>
          </a:p>
        </p:txBody>
      </p:sp>
      <p:sp>
        <p:nvSpPr>
          <p:cNvPr id="377" name="Google Shape;377;p31"/>
          <p:cNvSpPr txBox="1">
            <a:spLocks noGrp="1"/>
          </p:cNvSpPr>
          <p:nvPr>
            <p:ph type="title" idx="2"/>
          </p:nvPr>
        </p:nvSpPr>
        <p:spPr>
          <a:xfrm>
            <a:off x="5250550" y="793375"/>
            <a:ext cx="22407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lt1"/>
                </a:solidFill>
              </a:rPr>
              <a:t>02</a:t>
            </a:r>
            <a:endParaRPr dirty="0">
              <a:solidFill>
                <a:schemeClr val="lt1"/>
              </a:solidFill>
            </a:endParaRPr>
          </a:p>
        </p:txBody>
      </p:sp>
      <p:grpSp>
        <p:nvGrpSpPr>
          <p:cNvPr id="21" name="Google Shape;1307;p43">
            <a:extLst>
              <a:ext uri="{FF2B5EF4-FFF2-40B4-BE49-F238E27FC236}">
                <a16:creationId xmlns:a16="http://schemas.microsoft.com/office/drawing/2014/main" id="{DBB63D6D-A90F-438C-B191-EFC6FED26CD8}"/>
              </a:ext>
            </a:extLst>
          </p:cNvPr>
          <p:cNvGrpSpPr/>
          <p:nvPr/>
        </p:nvGrpSpPr>
        <p:grpSpPr>
          <a:xfrm>
            <a:off x="217240" y="1917945"/>
            <a:ext cx="3905480" cy="2677553"/>
            <a:chOff x="3555975" y="2466200"/>
            <a:chExt cx="1348950" cy="924825"/>
          </a:xfrm>
        </p:grpSpPr>
        <p:sp>
          <p:nvSpPr>
            <p:cNvPr id="22" name="Google Shape;1308;p43">
              <a:extLst>
                <a:ext uri="{FF2B5EF4-FFF2-40B4-BE49-F238E27FC236}">
                  <a16:creationId xmlns:a16="http://schemas.microsoft.com/office/drawing/2014/main" id="{3E0E987E-C072-440E-B6A2-BC04ED0F7193}"/>
                </a:ext>
              </a:extLst>
            </p:cNvPr>
            <p:cNvSpPr/>
            <p:nvPr/>
          </p:nvSpPr>
          <p:spPr>
            <a:xfrm>
              <a:off x="3563500" y="2639025"/>
              <a:ext cx="1338550" cy="752000"/>
            </a:xfrm>
            <a:custGeom>
              <a:avLst/>
              <a:gdLst/>
              <a:ahLst/>
              <a:cxnLst/>
              <a:rect l="l" t="t" r="r" b="b"/>
              <a:pathLst>
                <a:path w="53542" h="30080" extrusionOk="0">
                  <a:moveTo>
                    <a:pt x="41169" y="1"/>
                  </a:moveTo>
                  <a:cubicBezTo>
                    <a:pt x="39089" y="1"/>
                    <a:pt x="4445" y="15378"/>
                    <a:pt x="4445" y="15378"/>
                  </a:cubicBezTo>
                  <a:cubicBezTo>
                    <a:pt x="4445" y="15378"/>
                    <a:pt x="369" y="19596"/>
                    <a:pt x="130" y="20078"/>
                  </a:cubicBezTo>
                  <a:cubicBezTo>
                    <a:pt x="0" y="20342"/>
                    <a:pt x="144" y="20459"/>
                    <a:pt x="825" y="20459"/>
                  </a:cubicBezTo>
                  <a:cubicBezTo>
                    <a:pt x="1147" y="20459"/>
                    <a:pt x="1590" y="20433"/>
                    <a:pt x="2180" y="20383"/>
                  </a:cubicBezTo>
                  <a:cubicBezTo>
                    <a:pt x="4092" y="20223"/>
                    <a:pt x="10108" y="19301"/>
                    <a:pt x="10108" y="19301"/>
                  </a:cubicBezTo>
                  <a:lnTo>
                    <a:pt x="15006" y="16473"/>
                  </a:lnTo>
                  <a:cubicBezTo>
                    <a:pt x="15006" y="16473"/>
                    <a:pt x="15788" y="18232"/>
                    <a:pt x="17836" y="19415"/>
                  </a:cubicBezTo>
                  <a:lnTo>
                    <a:pt x="36158" y="29992"/>
                  </a:lnTo>
                  <a:cubicBezTo>
                    <a:pt x="36258" y="30050"/>
                    <a:pt x="36389" y="30080"/>
                    <a:pt x="36520" y="30080"/>
                  </a:cubicBezTo>
                  <a:cubicBezTo>
                    <a:pt x="36651" y="30080"/>
                    <a:pt x="36783" y="30050"/>
                    <a:pt x="36883" y="29992"/>
                  </a:cubicBezTo>
                  <a:lnTo>
                    <a:pt x="53341" y="20490"/>
                  </a:lnTo>
                  <a:cubicBezTo>
                    <a:pt x="53541" y="20375"/>
                    <a:pt x="53541" y="20188"/>
                    <a:pt x="53341" y="20072"/>
                  </a:cubicBezTo>
                  <a:lnTo>
                    <a:pt x="31056" y="7206"/>
                  </a:lnTo>
                  <a:lnTo>
                    <a:pt x="41247" y="1321"/>
                  </a:lnTo>
                  <a:cubicBezTo>
                    <a:pt x="41247" y="1321"/>
                    <a:pt x="42206" y="560"/>
                    <a:pt x="41247" y="15"/>
                  </a:cubicBezTo>
                  <a:cubicBezTo>
                    <a:pt x="41231" y="5"/>
                    <a:pt x="41205" y="1"/>
                    <a:pt x="41169" y="1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309;p43">
              <a:extLst>
                <a:ext uri="{FF2B5EF4-FFF2-40B4-BE49-F238E27FC236}">
                  <a16:creationId xmlns:a16="http://schemas.microsoft.com/office/drawing/2014/main" id="{3F22D11F-A2C3-4993-A720-A3966F6E526C}"/>
                </a:ext>
              </a:extLst>
            </p:cNvPr>
            <p:cNvSpPr/>
            <p:nvPr/>
          </p:nvSpPr>
          <p:spPr>
            <a:xfrm>
              <a:off x="3600175" y="2793825"/>
              <a:ext cx="348200" cy="334775"/>
            </a:xfrm>
            <a:custGeom>
              <a:avLst/>
              <a:gdLst/>
              <a:ahLst/>
              <a:cxnLst/>
              <a:rect l="l" t="t" r="r" b="b"/>
              <a:pathLst>
                <a:path w="13928" h="13391" extrusionOk="0">
                  <a:moveTo>
                    <a:pt x="13927" y="0"/>
                  </a:moveTo>
                  <a:lnTo>
                    <a:pt x="3946" y="5780"/>
                  </a:lnTo>
                  <a:lnTo>
                    <a:pt x="0" y="10928"/>
                  </a:lnTo>
                  <a:cubicBezTo>
                    <a:pt x="89" y="10858"/>
                    <a:pt x="198" y="10821"/>
                    <a:pt x="321" y="10821"/>
                  </a:cubicBezTo>
                  <a:cubicBezTo>
                    <a:pt x="456" y="10821"/>
                    <a:pt x="608" y="10865"/>
                    <a:pt x="769" y="10958"/>
                  </a:cubicBezTo>
                  <a:cubicBezTo>
                    <a:pt x="1323" y="11277"/>
                    <a:pt x="1773" y="12056"/>
                    <a:pt x="1772" y="12695"/>
                  </a:cubicBezTo>
                  <a:cubicBezTo>
                    <a:pt x="1772" y="13073"/>
                    <a:pt x="1616" y="13318"/>
                    <a:pt x="1374" y="13390"/>
                  </a:cubicBezTo>
                  <a:lnTo>
                    <a:pt x="7790" y="12567"/>
                  </a:lnTo>
                  <a:lnTo>
                    <a:pt x="10689" y="10894"/>
                  </a:lnTo>
                  <a:cubicBezTo>
                    <a:pt x="10689" y="10894"/>
                    <a:pt x="10557" y="9381"/>
                    <a:pt x="9295" y="7193"/>
                  </a:cubicBezTo>
                  <a:cubicBezTo>
                    <a:pt x="8032" y="5004"/>
                    <a:pt x="13927" y="1"/>
                    <a:pt x="13927" y="0"/>
                  </a:cubicBez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310;p43">
              <a:extLst>
                <a:ext uri="{FF2B5EF4-FFF2-40B4-BE49-F238E27FC236}">
                  <a16:creationId xmlns:a16="http://schemas.microsoft.com/office/drawing/2014/main" id="{B3F43987-CC5A-403F-AF99-50C7E4812D5F}"/>
                </a:ext>
              </a:extLst>
            </p:cNvPr>
            <p:cNvSpPr/>
            <p:nvPr/>
          </p:nvSpPr>
          <p:spPr>
            <a:xfrm>
              <a:off x="3600175" y="2793825"/>
              <a:ext cx="348200" cy="334775"/>
            </a:xfrm>
            <a:custGeom>
              <a:avLst/>
              <a:gdLst/>
              <a:ahLst/>
              <a:cxnLst/>
              <a:rect l="l" t="t" r="r" b="b"/>
              <a:pathLst>
                <a:path w="13928" h="13391" extrusionOk="0">
                  <a:moveTo>
                    <a:pt x="13927" y="0"/>
                  </a:moveTo>
                  <a:lnTo>
                    <a:pt x="3946" y="5780"/>
                  </a:lnTo>
                  <a:lnTo>
                    <a:pt x="0" y="10928"/>
                  </a:lnTo>
                  <a:cubicBezTo>
                    <a:pt x="89" y="10858"/>
                    <a:pt x="198" y="10821"/>
                    <a:pt x="321" y="10821"/>
                  </a:cubicBezTo>
                  <a:cubicBezTo>
                    <a:pt x="456" y="10821"/>
                    <a:pt x="608" y="10865"/>
                    <a:pt x="769" y="10958"/>
                  </a:cubicBezTo>
                  <a:cubicBezTo>
                    <a:pt x="1261" y="11241"/>
                    <a:pt x="1672" y="11888"/>
                    <a:pt x="1756" y="12476"/>
                  </a:cubicBezTo>
                  <a:cubicBezTo>
                    <a:pt x="1767" y="12548"/>
                    <a:pt x="1773" y="12622"/>
                    <a:pt x="1772" y="12695"/>
                  </a:cubicBezTo>
                  <a:cubicBezTo>
                    <a:pt x="1772" y="13073"/>
                    <a:pt x="1616" y="13318"/>
                    <a:pt x="1374" y="13390"/>
                  </a:cubicBezTo>
                  <a:lnTo>
                    <a:pt x="7790" y="12567"/>
                  </a:lnTo>
                  <a:lnTo>
                    <a:pt x="10689" y="10894"/>
                  </a:lnTo>
                  <a:cubicBezTo>
                    <a:pt x="10689" y="10894"/>
                    <a:pt x="10557" y="9381"/>
                    <a:pt x="9295" y="7193"/>
                  </a:cubicBezTo>
                  <a:cubicBezTo>
                    <a:pt x="8032" y="5004"/>
                    <a:pt x="13927" y="1"/>
                    <a:pt x="13927" y="0"/>
                  </a:cubicBez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311;p43">
              <a:extLst>
                <a:ext uri="{FF2B5EF4-FFF2-40B4-BE49-F238E27FC236}">
                  <a16:creationId xmlns:a16="http://schemas.microsoft.com/office/drawing/2014/main" id="{51E10F5A-508B-4DBC-97D0-D7DF642BAAA0}"/>
                </a:ext>
              </a:extLst>
            </p:cNvPr>
            <p:cNvSpPr/>
            <p:nvPr/>
          </p:nvSpPr>
          <p:spPr>
            <a:xfrm>
              <a:off x="3558100" y="3046025"/>
              <a:ext cx="273075" cy="91175"/>
            </a:xfrm>
            <a:custGeom>
              <a:avLst/>
              <a:gdLst/>
              <a:ahLst/>
              <a:cxnLst/>
              <a:rect l="l" t="t" r="r" b="b"/>
              <a:pathLst>
                <a:path w="10923" h="3647" extrusionOk="0">
                  <a:moveTo>
                    <a:pt x="9975" y="1"/>
                  </a:moveTo>
                  <a:lnTo>
                    <a:pt x="9473" y="291"/>
                  </a:lnTo>
                  <a:cubicBezTo>
                    <a:pt x="9473" y="291"/>
                    <a:pt x="6149" y="1471"/>
                    <a:pt x="3439" y="2389"/>
                  </a:cubicBezTo>
                  <a:cubicBezTo>
                    <a:pt x="1714" y="2973"/>
                    <a:pt x="238" y="3450"/>
                    <a:pt x="25" y="3450"/>
                  </a:cubicBezTo>
                  <a:cubicBezTo>
                    <a:pt x="12" y="3450"/>
                    <a:pt x="3" y="3449"/>
                    <a:pt x="0" y="3445"/>
                  </a:cubicBezTo>
                  <a:lnTo>
                    <a:pt x="0" y="3445"/>
                  </a:lnTo>
                  <a:cubicBezTo>
                    <a:pt x="71" y="3570"/>
                    <a:pt x="203" y="3646"/>
                    <a:pt x="345" y="3646"/>
                  </a:cubicBezTo>
                  <a:cubicBezTo>
                    <a:pt x="363" y="3646"/>
                    <a:pt x="380" y="3645"/>
                    <a:pt x="398" y="3643"/>
                  </a:cubicBezTo>
                  <a:lnTo>
                    <a:pt x="2882" y="3323"/>
                  </a:lnTo>
                  <a:lnTo>
                    <a:pt x="3053" y="3302"/>
                  </a:lnTo>
                  <a:lnTo>
                    <a:pt x="3058" y="3302"/>
                  </a:lnTo>
                  <a:lnTo>
                    <a:pt x="9473" y="2479"/>
                  </a:lnTo>
                  <a:lnTo>
                    <a:pt x="10922" y="1642"/>
                  </a:lnTo>
                  <a:lnTo>
                    <a:pt x="9975" y="1"/>
                  </a:lnTo>
                  <a:close/>
                </a:path>
              </a:pathLst>
            </a:custGeom>
            <a:solidFill>
              <a:srgbClr val="F2E2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312;p43">
              <a:extLst>
                <a:ext uri="{FF2B5EF4-FFF2-40B4-BE49-F238E27FC236}">
                  <a16:creationId xmlns:a16="http://schemas.microsoft.com/office/drawing/2014/main" id="{F02C71A1-D93A-4A8B-8F89-90D94DDDD937}"/>
                </a:ext>
              </a:extLst>
            </p:cNvPr>
            <p:cNvSpPr/>
            <p:nvPr/>
          </p:nvSpPr>
          <p:spPr>
            <a:xfrm>
              <a:off x="4401175" y="2530750"/>
              <a:ext cx="2800" cy="1625"/>
            </a:xfrm>
            <a:custGeom>
              <a:avLst/>
              <a:gdLst/>
              <a:ahLst/>
              <a:cxnLst/>
              <a:rect l="l" t="t" r="r" b="b"/>
              <a:pathLst>
                <a:path w="112" h="65" extrusionOk="0">
                  <a:moveTo>
                    <a:pt x="112" y="1"/>
                  </a:moveTo>
                  <a:cubicBezTo>
                    <a:pt x="73" y="21"/>
                    <a:pt x="37" y="42"/>
                    <a:pt x="1" y="64"/>
                  </a:cubicBezTo>
                  <a:lnTo>
                    <a:pt x="112" y="1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313;p43">
              <a:extLst>
                <a:ext uri="{FF2B5EF4-FFF2-40B4-BE49-F238E27FC236}">
                  <a16:creationId xmlns:a16="http://schemas.microsoft.com/office/drawing/2014/main" id="{EBA004AC-ED3F-477C-8F58-AB024FDC1A73}"/>
                </a:ext>
              </a:extLst>
            </p:cNvPr>
            <p:cNvSpPr/>
            <p:nvPr/>
          </p:nvSpPr>
          <p:spPr>
            <a:xfrm>
              <a:off x="4363575" y="2552475"/>
              <a:ext cx="2800" cy="1650"/>
            </a:xfrm>
            <a:custGeom>
              <a:avLst/>
              <a:gdLst/>
              <a:ahLst/>
              <a:cxnLst/>
              <a:rect l="l" t="t" r="r" b="b"/>
              <a:pathLst>
                <a:path w="112" h="66" extrusionOk="0">
                  <a:moveTo>
                    <a:pt x="111" y="0"/>
                  </a:moveTo>
                  <a:cubicBezTo>
                    <a:pt x="73" y="21"/>
                    <a:pt x="36" y="41"/>
                    <a:pt x="0" y="65"/>
                  </a:cubicBezTo>
                  <a:lnTo>
                    <a:pt x="111" y="0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314;p43">
              <a:extLst>
                <a:ext uri="{FF2B5EF4-FFF2-40B4-BE49-F238E27FC236}">
                  <a16:creationId xmlns:a16="http://schemas.microsoft.com/office/drawing/2014/main" id="{1A452F00-AE43-4325-A3D4-55F31F2231F5}"/>
                </a:ext>
              </a:extLst>
            </p:cNvPr>
            <p:cNvSpPr/>
            <p:nvPr/>
          </p:nvSpPr>
          <p:spPr>
            <a:xfrm>
              <a:off x="4325950" y="2574200"/>
              <a:ext cx="2800" cy="1600"/>
            </a:xfrm>
            <a:custGeom>
              <a:avLst/>
              <a:gdLst/>
              <a:ahLst/>
              <a:cxnLst/>
              <a:rect l="l" t="t" r="r" b="b"/>
              <a:pathLst>
                <a:path w="112" h="64" extrusionOk="0">
                  <a:moveTo>
                    <a:pt x="112" y="0"/>
                  </a:moveTo>
                  <a:cubicBezTo>
                    <a:pt x="73" y="21"/>
                    <a:pt x="36" y="41"/>
                    <a:pt x="1" y="64"/>
                  </a:cubicBezTo>
                  <a:lnTo>
                    <a:pt x="112" y="0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315;p43">
              <a:extLst>
                <a:ext uri="{FF2B5EF4-FFF2-40B4-BE49-F238E27FC236}">
                  <a16:creationId xmlns:a16="http://schemas.microsoft.com/office/drawing/2014/main" id="{86D18291-8BD4-4CB6-9DE2-8AF55D74F860}"/>
                </a:ext>
              </a:extLst>
            </p:cNvPr>
            <p:cNvSpPr/>
            <p:nvPr/>
          </p:nvSpPr>
          <p:spPr>
            <a:xfrm>
              <a:off x="4288325" y="2595900"/>
              <a:ext cx="2775" cy="1625"/>
            </a:xfrm>
            <a:custGeom>
              <a:avLst/>
              <a:gdLst/>
              <a:ahLst/>
              <a:cxnLst/>
              <a:rect l="l" t="t" r="r" b="b"/>
              <a:pathLst>
                <a:path w="111" h="65" extrusionOk="0">
                  <a:moveTo>
                    <a:pt x="111" y="1"/>
                  </a:moveTo>
                  <a:cubicBezTo>
                    <a:pt x="73" y="21"/>
                    <a:pt x="36" y="42"/>
                    <a:pt x="1" y="65"/>
                  </a:cubicBezTo>
                  <a:lnTo>
                    <a:pt x="111" y="1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316;p43">
              <a:extLst>
                <a:ext uri="{FF2B5EF4-FFF2-40B4-BE49-F238E27FC236}">
                  <a16:creationId xmlns:a16="http://schemas.microsoft.com/office/drawing/2014/main" id="{C9445879-E74A-43F9-87E2-C9424D960AD3}"/>
                </a:ext>
              </a:extLst>
            </p:cNvPr>
            <p:cNvSpPr/>
            <p:nvPr/>
          </p:nvSpPr>
          <p:spPr>
            <a:xfrm>
              <a:off x="3794925" y="31079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317;p43">
              <a:extLst>
                <a:ext uri="{FF2B5EF4-FFF2-40B4-BE49-F238E27FC236}">
                  <a16:creationId xmlns:a16="http://schemas.microsoft.com/office/drawing/2014/main" id="{988EC8E4-85D5-40DE-AFEF-47A8566FE843}"/>
                </a:ext>
              </a:extLst>
            </p:cNvPr>
            <p:cNvSpPr/>
            <p:nvPr/>
          </p:nvSpPr>
          <p:spPr>
            <a:xfrm>
              <a:off x="4403950" y="2466200"/>
              <a:ext cx="221550" cy="234275"/>
            </a:xfrm>
            <a:custGeom>
              <a:avLst/>
              <a:gdLst/>
              <a:ahLst/>
              <a:cxnLst/>
              <a:rect l="l" t="t" r="r" b="b"/>
              <a:pathLst>
                <a:path w="8862" h="9371" extrusionOk="0">
                  <a:moveTo>
                    <a:pt x="4872" y="1"/>
                  </a:moveTo>
                  <a:cubicBezTo>
                    <a:pt x="4581" y="1"/>
                    <a:pt x="4319" y="75"/>
                    <a:pt x="4097" y="218"/>
                  </a:cubicBezTo>
                  <a:lnTo>
                    <a:pt x="1" y="2584"/>
                  </a:lnTo>
                  <a:cubicBezTo>
                    <a:pt x="197" y="2483"/>
                    <a:pt x="420" y="2430"/>
                    <a:pt x="663" y="2430"/>
                  </a:cubicBezTo>
                  <a:cubicBezTo>
                    <a:pt x="1034" y="2430"/>
                    <a:pt x="1452" y="2551"/>
                    <a:pt x="1894" y="2807"/>
                  </a:cubicBezTo>
                  <a:cubicBezTo>
                    <a:pt x="3418" y="3687"/>
                    <a:pt x="4654" y="5825"/>
                    <a:pt x="4654" y="7584"/>
                  </a:cubicBezTo>
                  <a:cubicBezTo>
                    <a:pt x="4654" y="8464"/>
                    <a:pt x="4345" y="9081"/>
                    <a:pt x="3845" y="9371"/>
                  </a:cubicBezTo>
                  <a:lnTo>
                    <a:pt x="8053" y="6941"/>
                  </a:lnTo>
                  <a:cubicBezTo>
                    <a:pt x="8552" y="6652"/>
                    <a:pt x="8861" y="6035"/>
                    <a:pt x="8861" y="5155"/>
                  </a:cubicBezTo>
                  <a:cubicBezTo>
                    <a:pt x="8861" y="3396"/>
                    <a:pt x="7626" y="1256"/>
                    <a:pt x="6103" y="377"/>
                  </a:cubicBezTo>
                  <a:cubicBezTo>
                    <a:pt x="5660" y="121"/>
                    <a:pt x="5242" y="1"/>
                    <a:pt x="4872" y="1"/>
                  </a:cubicBezTo>
                  <a:close/>
                </a:path>
              </a:pathLst>
            </a:custGeom>
            <a:solidFill>
              <a:srgbClr val="F95D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318;p43">
              <a:extLst>
                <a:ext uri="{FF2B5EF4-FFF2-40B4-BE49-F238E27FC236}">
                  <a16:creationId xmlns:a16="http://schemas.microsoft.com/office/drawing/2014/main" id="{05D2D965-5A61-4287-8997-BDAB064CC4BB}"/>
                </a:ext>
              </a:extLst>
            </p:cNvPr>
            <p:cNvSpPr/>
            <p:nvPr/>
          </p:nvSpPr>
          <p:spPr>
            <a:xfrm>
              <a:off x="4366350" y="2526925"/>
              <a:ext cx="153925" cy="195250"/>
            </a:xfrm>
            <a:custGeom>
              <a:avLst/>
              <a:gdLst/>
              <a:ahLst/>
              <a:cxnLst/>
              <a:rect l="l" t="t" r="r" b="b"/>
              <a:pathLst>
                <a:path w="6157" h="7810" extrusionOk="0">
                  <a:moveTo>
                    <a:pt x="2168" y="1"/>
                  </a:moveTo>
                  <a:cubicBezTo>
                    <a:pt x="1924" y="1"/>
                    <a:pt x="1701" y="53"/>
                    <a:pt x="1505" y="154"/>
                  </a:cubicBezTo>
                  <a:lnTo>
                    <a:pt x="1394" y="217"/>
                  </a:lnTo>
                  <a:lnTo>
                    <a:pt x="0" y="1022"/>
                  </a:lnTo>
                  <a:cubicBezTo>
                    <a:pt x="196" y="921"/>
                    <a:pt x="420" y="870"/>
                    <a:pt x="665" y="870"/>
                  </a:cubicBezTo>
                  <a:cubicBezTo>
                    <a:pt x="724" y="870"/>
                    <a:pt x="784" y="873"/>
                    <a:pt x="846" y="879"/>
                  </a:cubicBezTo>
                  <a:cubicBezTo>
                    <a:pt x="1169" y="912"/>
                    <a:pt x="1523" y="1032"/>
                    <a:pt x="1893" y="1245"/>
                  </a:cubicBezTo>
                  <a:cubicBezTo>
                    <a:pt x="3417" y="2125"/>
                    <a:pt x="4653" y="4264"/>
                    <a:pt x="4653" y="6024"/>
                  </a:cubicBezTo>
                  <a:cubicBezTo>
                    <a:pt x="4653" y="6452"/>
                    <a:pt x="4578" y="6818"/>
                    <a:pt x="4445" y="7114"/>
                  </a:cubicBezTo>
                  <a:cubicBezTo>
                    <a:pt x="4306" y="7426"/>
                    <a:pt x="4102" y="7660"/>
                    <a:pt x="3848" y="7808"/>
                  </a:cubicBezTo>
                  <a:lnTo>
                    <a:pt x="3848" y="7808"/>
                  </a:lnTo>
                  <a:lnTo>
                    <a:pt x="5349" y="6941"/>
                  </a:lnTo>
                  <a:cubicBezTo>
                    <a:pt x="5849" y="6652"/>
                    <a:pt x="6156" y="6035"/>
                    <a:pt x="6156" y="5155"/>
                  </a:cubicBezTo>
                  <a:cubicBezTo>
                    <a:pt x="6156" y="3396"/>
                    <a:pt x="4922" y="1256"/>
                    <a:pt x="3398" y="377"/>
                  </a:cubicBezTo>
                  <a:cubicBezTo>
                    <a:pt x="2956" y="121"/>
                    <a:pt x="2538" y="1"/>
                    <a:pt x="2168" y="1"/>
                  </a:cubicBezTo>
                  <a:close/>
                  <a:moveTo>
                    <a:pt x="3848" y="7808"/>
                  </a:moveTo>
                  <a:lnTo>
                    <a:pt x="3845" y="7810"/>
                  </a:lnTo>
                  <a:cubicBezTo>
                    <a:pt x="3846" y="7809"/>
                    <a:pt x="3847" y="7808"/>
                    <a:pt x="3848" y="7808"/>
                  </a:cubicBez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319;p43">
              <a:extLst>
                <a:ext uri="{FF2B5EF4-FFF2-40B4-BE49-F238E27FC236}">
                  <a16:creationId xmlns:a16="http://schemas.microsoft.com/office/drawing/2014/main" id="{C633C44F-309A-485E-9951-506915C39140}"/>
                </a:ext>
              </a:extLst>
            </p:cNvPr>
            <p:cNvSpPr/>
            <p:nvPr/>
          </p:nvSpPr>
          <p:spPr>
            <a:xfrm>
              <a:off x="4328725" y="2548675"/>
              <a:ext cx="153950" cy="195225"/>
            </a:xfrm>
            <a:custGeom>
              <a:avLst/>
              <a:gdLst/>
              <a:ahLst/>
              <a:cxnLst/>
              <a:rect l="l" t="t" r="r" b="b"/>
              <a:pathLst>
                <a:path w="6158" h="7809" extrusionOk="0">
                  <a:moveTo>
                    <a:pt x="2166" y="0"/>
                  </a:moveTo>
                  <a:cubicBezTo>
                    <a:pt x="1923" y="0"/>
                    <a:pt x="1701" y="52"/>
                    <a:pt x="1505" y="152"/>
                  </a:cubicBezTo>
                  <a:lnTo>
                    <a:pt x="1394" y="216"/>
                  </a:lnTo>
                  <a:lnTo>
                    <a:pt x="1" y="1021"/>
                  </a:lnTo>
                  <a:cubicBezTo>
                    <a:pt x="197" y="920"/>
                    <a:pt x="421" y="868"/>
                    <a:pt x="665" y="868"/>
                  </a:cubicBezTo>
                  <a:cubicBezTo>
                    <a:pt x="725" y="868"/>
                    <a:pt x="785" y="871"/>
                    <a:pt x="846" y="877"/>
                  </a:cubicBezTo>
                  <a:cubicBezTo>
                    <a:pt x="1171" y="911"/>
                    <a:pt x="1523" y="1031"/>
                    <a:pt x="1895" y="1244"/>
                  </a:cubicBezTo>
                  <a:cubicBezTo>
                    <a:pt x="1983" y="1296"/>
                    <a:pt x="2071" y="1352"/>
                    <a:pt x="2158" y="1412"/>
                  </a:cubicBezTo>
                  <a:cubicBezTo>
                    <a:pt x="3471" y="2315"/>
                    <a:pt x="4515" y="4122"/>
                    <a:pt x="4640" y="5710"/>
                  </a:cubicBezTo>
                  <a:cubicBezTo>
                    <a:pt x="4649" y="5815"/>
                    <a:pt x="4653" y="5920"/>
                    <a:pt x="4653" y="6022"/>
                  </a:cubicBezTo>
                  <a:cubicBezTo>
                    <a:pt x="4653" y="6451"/>
                    <a:pt x="4580" y="6816"/>
                    <a:pt x="4447" y="7113"/>
                  </a:cubicBezTo>
                  <a:cubicBezTo>
                    <a:pt x="4306" y="7424"/>
                    <a:pt x="4102" y="7659"/>
                    <a:pt x="3848" y="7806"/>
                  </a:cubicBezTo>
                  <a:lnTo>
                    <a:pt x="3848" y="7806"/>
                  </a:lnTo>
                  <a:lnTo>
                    <a:pt x="5350" y="6940"/>
                  </a:lnTo>
                  <a:cubicBezTo>
                    <a:pt x="5607" y="6792"/>
                    <a:pt x="5812" y="6557"/>
                    <a:pt x="5952" y="6244"/>
                  </a:cubicBezTo>
                  <a:cubicBezTo>
                    <a:pt x="6084" y="5948"/>
                    <a:pt x="6158" y="5582"/>
                    <a:pt x="6158" y="5154"/>
                  </a:cubicBezTo>
                  <a:cubicBezTo>
                    <a:pt x="6158" y="3394"/>
                    <a:pt x="4922" y="1255"/>
                    <a:pt x="3400" y="375"/>
                  </a:cubicBezTo>
                  <a:cubicBezTo>
                    <a:pt x="3028" y="162"/>
                    <a:pt x="2674" y="42"/>
                    <a:pt x="2352" y="10"/>
                  </a:cubicBezTo>
                  <a:cubicBezTo>
                    <a:pt x="2289" y="3"/>
                    <a:pt x="2227" y="0"/>
                    <a:pt x="2166" y="0"/>
                  </a:cubicBezTo>
                  <a:close/>
                  <a:moveTo>
                    <a:pt x="3848" y="7806"/>
                  </a:moveTo>
                  <a:lnTo>
                    <a:pt x="3845" y="7808"/>
                  </a:lnTo>
                  <a:cubicBezTo>
                    <a:pt x="3846" y="7808"/>
                    <a:pt x="3847" y="7807"/>
                    <a:pt x="3848" y="7806"/>
                  </a:cubicBezTo>
                  <a:close/>
                </a:path>
              </a:pathLst>
            </a:custGeom>
            <a:solidFill>
              <a:srgbClr val="3445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320;p43">
              <a:extLst>
                <a:ext uri="{FF2B5EF4-FFF2-40B4-BE49-F238E27FC236}">
                  <a16:creationId xmlns:a16="http://schemas.microsoft.com/office/drawing/2014/main" id="{BE4F6968-F34E-4DE7-B76B-CBE594C221B5}"/>
                </a:ext>
              </a:extLst>
            </p:cNvPr>
            <p:cNvSpPr/>
            <p:nvPr/>
          </p:nvSpPr>
          <p:spPr>
            <a:xfrm>
              <a:off x="4291075" y="2570350"/>
              <a:ext cx="153975" cy="195275"/>
            </a:xfrm>
            <a:custGeom>
              <a:avLst/>
              <a:gdLst/>
              <a:ahLst/>
              <a:cxnLst/>
              <a:rect l="l" t="t" r="r" b="b"/>
              <a:pathLst>
                <a:path w="6159" h="7811" extrusionOk="0">
                  <a:moveTo>
                    <a:pt x="2169" y="1"/>
                  </a:moveTo>
                  <a:cubicBezTo>
                    <a:pt x="1925" y="1"/>
                    <a:pt x="1702" y="53"/>
                    <a:pt x="1505" y="154"/>
                  </a:cubicBezTo>
                  <a:lnTo>
                    <a:pt x="1394" y="218"/>
                  </a:lnTo>
                  <a:lnTo>
                    <a:pt x="1" y="1023"/>
                  </a:lnTo>
                  <a:cubicBezTo>
                    <a:pt x="197" y="922"/>
                    <a:pt x="420" y="870"/>
                    <a:pt x="664" y="870"/>
                  </a:cubicBezTo>
                  <a:cubicBezTo>
                    <a:pt x="724" y="870"/>
                    <a:pt x="785" y="873"/>
                    <a:pt x="848" y="879"/>
                  </a:cubicBezTo>
                  <a:cubicBezTo>
                    <a:pt x="1171" y="913"/>
                    <a:pt x="1525" y="1032"/>
                    <a:pt x="1895" y="1246"/>
                  </a:cubicBezTo>
                  <a:cubicBezTo>
                    <a:pt x="1984" y="1298"/>
                    <a:pt x="2073" y="1353"/>
                    <a:pt x="2159" y="1414"/>
                  </a:cubicBezTo>
                  <a:cubicBezTo>
                    <a:pt x="3472" y="2316"/>
                    <a:pt x="4516" y="4124"/>
                    <a:pt x="4640" y="5712"/>
                  </a:cubicBezTo>
                  <a:cubicBezTo>
                    <a:pt x="4649" y="5817"/>
                    <a:pt x="4653" y="5922"/>
                    <a:pt x="4653" y="6024"/>
                  </a:cubicBezTo>
                  <a:cubicBezTo>
                    <a:pt x="4653" y="6453"/>
                    <a:pt x="4580" y="6818"/>
                    <a:pt x="4447" y="7115"/>
                  </a:cubicBezTo>
                  <a:cubicBezTo>
                    <a:pt x="4308" y="7426"/>
                    <a:pt x="4104" y="7661"/>
                    <a:pt x="3849" y="7808"/>
                  </a:cubicBezTo>
                  <a:lnTo>
                    <a:pt x="3849" y="7808"/>
                  </a:lnTo>
                  <a:lnTo>
                    <a:pt x="5351" y="6941"/>
                  </a:lnTo>
                  <a:cubicBezTo>
                    <a:pt x="5607" y="6794"/>
                    <a:pt x="5812" y="6559"/>
                    <a:pt x="5952" y="6246"/>
                  </a:cubicBezTo>
                  <a:cubicBezTo>
                    <a:pt x="6085" y="5949"/>
                    <a:pt x="6158" y="5584"/>
                    <a:pt x="6158" y="5155"/>
                  </a:cubicBezTo>
                  <a:cubicBezTo>
                    <a:pt x="6158" y="5053"/>
                    <a:pt x="6153" y="4948"/>
                    <a:pt x="6145" y="4843"/>
                  </a:cubicBezTo>
                  <a:cubicBezTo>
                    <a:pt x="6021" y="3255"/>
                    <a:pt x="4976" y="1448"/>
                    <a:pt x="3664" y="545"/>
                  </a:cubicBezTo>
                  <a:cubicBezTo>
                    <a:pt x="3577" y="486"/>
                    <a:pt x="3489" y="429"/>
                    <a:pt x="3400" y="377"/>
                  </a:cubicBezTo>
                  <a:cubicBezTo>
                    <a:pt x="3029" y="164"/>
                    <a:pt x="2676" y="44"/>
                    <a:pt x="2352" y="10"/>
                  </a:cubicBezTo>
                  <a:cubicBezTo>
                    <a:pt x="2290" y="4"/>
                    <a:pt x="2229" y="1"/>
                    <a:pt x="2169" y="1"/>
                  </a:cubicBezTo>
                  <a:close/>
                  <a:moveTo>
                    <a:pt x="3849" y="7808"/>
                  </a:moveTo>
                  <a:lnTo>
                    <a:pt x="3846" y="7810"/>
                  </a:lnTo>
                  <a:cubicBezTo>
                    <a:pt x="3847" y="7809"/>
                    <a:pt x="3848" y="7809"/>
                    <a:pt x="3849" y="7808"/>
                  </a:cubicBez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321;p43">
              <a:extLst>
                <a:ext uri="{FF2B5EF4-FFF2-40B4-BE49-F238E27FC236}">
                  <a16:creationId xmlns:a16="http://schemas.microsoft.com/office/drawing/2014/main" id="{A098F695-F1D3-4DC0-AA57-58959A6B1010}"/>
                </a:ext>
              </a:extLst>
            </p:cNvPr>
            <p:cNvSpPr/>
            <p:nvPr/>
          </p:nvSpPr>
          <p:spPr>
            <a:xfrm>
              <a:off x="3698825" y="2592075"/>
              <a:ext cx="669375" cy="374375"/>
            </a:xfrm>
            <a:custGeom>
              <a:avLst/>
              <a:gdLst/>
              <a:ahLst/>
              <a:cxnLst/>
              <a:rect l="l" t="t" r="r" b="b"/>
              <a:pathLst>
                <a:path w="26775" h="14975" extrusionOk="0">
                  <a:moveTo>
                    <a:pt x="24354" y="1"/>
                  </a:moveTo>
                  <a:cubicBezTo>
                    <a:pt x="24110" y="1"/>
                    <a:pt x="23887" y="53"/>
                    <a:pt x="23691" y="154"/>
                  </a:cubicBezTo>
                  <a:lnTo>
                    <a:pt x="23581" y="218"/>
                  </a:lnTo>
                  <a:lnTo>
                    <a:pt x="140" y="13768"/>
                  </a:lnTo>
                  <a:lnTo>
                    <a:pt x="0" y="13849"/>
                  </a:lnTo>
                  <a:cubicBezTo>
                    <a:pt x="18" y="13840"/>
                    <a:pt x="119" y="13820"/>
                    <a:pt x="274" y="13820"/>
                  </a:cubicBezTo>
                  <a:cubicBezTo>
                    <a:pt x="527" y="13820"/>
                    <a:pt x="923" y="13872"/>
                    <a:pt x="1336" y="14105"/>
                  </a:cubicBezTo>
                  <a:cubicBezTo>
                    <a:pt x="1832" y="14383"/>
                    <a:pt x="1839" y="14975"/>
                    <a:pt x="1839" y="14975"/>
                  </a:cubicBezTo>
                  <a:lnTo>
                    <a:pt x="26775" y="1375"/>
                  </a:lnTo>
                  <a:cubicBezTo>
                    <a:pt x="26490" y="1054"/>
                    <a:pt x="26178" y="772"/>
                    <a:pt x="25849" y="545"/>
                  </a:cubicBezTo>
                  <a:cubicBezTo>
                    <a:pt x="25763" y="486"/>
                    <a:pt x="25674" y="429"/>
                    <a:pt x="25585" y="377"/>
                  </a:cubicBezTo>
                  <a:cubicBezTo>
                    <a:pt x="25215" y="163"/>
                    <a:pt x="24861" y="44"/>
                    <a:pt x="24538" y="10"/>
                  </a:cubicBezTo>
                  <a:cubicBezTo>
                    <a:pt x="24475" y="4"/>
                    <a:pt x="24414" y="1"/>
                    <a:pt x="24354" y="1"/>
                  </a:cubicBezTo>
                  <a:close/>
                </a:path>
              </a:pathLst>
            </a:custGeom>
            <a:solidFill>
              <a:srgbClr val="FFE4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322;p43">
              <a:extLst>
                <a:ext uri="{FF2B5EF4-FFF2-40B4-BE49-F238E27FC236}">
                  <a16:creationId xmlns:a16="http://schemas.microsoft.com/office/drawing/2014/main" id="{A5A02CA5-B34A-4F66-AFFA-3736D2C7F355}"/>
                </a:ext>
              </a:extLst>
            </p:cNvPr>
            <p:cNvSpPr/>
            <p:nvPr/>
          </p:nvSpPr>
          <p:spPr>
            <a:xfrm>
              <a:off x="3794925" y="2682750"/>
              <a:ext cx="612500" cy="425250"/>
            </a:xfrm>
            <a:custGeom>
              <a:avLst/>
              <a:gdLst/>
              <a:ahLst/>
              <a:cxnLst/>
              <a:rect l="l" t="t" r="r" b="b"/>
              <a:pathLst>
                <a:path w="24500" h="17010" extrusionOk="0">
                  <a:moveTo>
                    <a:pt x="24230" y="1"/>
                  </a:moveTo>
                  <a:lnTo>
                    <a:pt x="0" y="14822"/>
                  </a:lnTo>
                  <a:cubicBezTo>
                    <a:pt x="0" y="14822"/>
                    <a:pt x="503" y="15114"/>
                    <a:pt x="502" y="15690"/>
                  </a:cubicBezTo>
                  <a:cubicBezTo>
                    <a:pt x="500" y="16455"/>
                    <a:pt x="65" y="16972"/>
                    <a:pt x="0" y="17009"/>
                  </a:cubicBezTo>
                  <a:lnTo>
                    <a:pt x="196" y="16897"/>
                  </a:lnTo>
                  <a:lnTo>
                    <a:pt x="23691" y="3314"/>
                  </a:lnTo>
                  <a:cubicBezTo>
                    <a:pt x="23948" y="3167"/>
                    <a:pt x="24153" y="2932"/>
                    <a:pt x="24293" y="2619"/>
                  </a:cubicBezTo>
                  <a:cubicBezTo>
                    <a:pt x="24426" y="2322"/>
                    <a:pt x="24499" y="1957"/>
                    <a:pt x="24499" y="1528"/>
                  </a:cubicBezTo>
                  <a:cubicBezTo>
                    <a:pt x="24499" y="1426"/>
                    <a:pt x="24495" y="1321"/>
                    <a:pt x="24486" y="1216"/>
                  </a:cubicBezTo>
                  <a:cubicBezTo>
                    <a:pt x="24455" y="819"/>
                    <a:pt x="24366" y="407"/>
                    <a:pt x="24230" y="1"/>
                  </a:cubicBez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323;p43">
              <a:extLst>
                <a:ext uri="{FF2B5EF4-FFF2-40B4-BE49-F238E27FC236}">
                  <a16:creationId xmlns:a16="http://schemas.microsoft.com/office/drawing/2014/main" id="{A4969C40-C870-4917-9B29-E8290E33CE93}"/>
                </a:ext>
              </a:extLst>
            </p:cNvPr>
            <p:cNvSpPr/>
            <p:nvPr/>
          </p:nvSpPr>
          <p:spPr>
            <a:xfrm>
              <a:off x="3744775" y="2613575"/>
              <a:ext cx="660525" cy="439725"/>
            </a:xfrm>
            <a:custGeom>
              <a:avLst/>
              <a:gdLst/>
              <a:ahLst/>
              <a:cxnLst/>
              <a:rect l="l" t="t" r="r" b="b"/>
              <a:pathLst>
                <a:path w="26421" h="17589" extrusionOk="0">
                  <a:moveTo>
                    <a:pt x="24416" y="1"/>
                  </a:moveTo>
                  <a:lnTo>
                    <a:pt x="1" y="14114"/>
                  </a:lnTo>
                  <a:cubicBezTo>
                    <a:pt x="5" y="14113"/>
                    <a:pt x="9" y="14113"/>
                    <a:pt x="13" y="14113"/>
                  </a:cubicBezTo>
                  <a:cubicBezTo>
                    <a:pt x="1007" y="14113"/>
                    <a:pt x="1755" y="15414"/>
                    <a:pt x="1755" y="15414"/>
                  </a:cubicBezTo>
                  <a:cubicBezTo>
                    <a:pt x="1755" y="15414"/>
                    <a:pt x="2507" y="16727"/>
                    <a:pt x="2006" y="17589"/>
                  </a:cubicBezTo>
                  <a:lnTo>
                    <a:pt x="26421" y="3475"/>
                  </a:lnTo>
                  <a:cubicBezTo>
                    <a:pt x="26375" y="3235"/>
                    <a:pt x="26314" y="2998"/>
                    <a:pt x="26236" y="2766"/>
                  </a:cubicBezTo>
                  <a:cubicBezTo>
                    <a:pt x="26096" y="2353"/>
                    <a:pt x="25917" y="1954"/>
                    <a:pt x="25697" y="1577"/>
                  </a:cubicBezTo>
                  <a:cubicBezTo>
                    <a:pt x="25480" y="1198"/>
                    <a:pt x="25225" y="842"/>
                    <a:pt x="24937" y="515"/>
                  </a:cubicBezTo>
                  <a:cubicBezTo>
                    <a:pt x="24774" y="331"/>
                    <a:pt x="24600" y="160"/>
                    <a:pt x="24416" y="1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324;p43">
              <a:extLst>
                <a:ext uri="{FF2B5EF4-FFF2-40B4-BE49-F238E27FC236}">
                  <a16:creationId xmlns:a16="http://schemas.microsoft.com/office/drawing/2014/main" id="{B6EF0580-4163-4DBA-A700-5F524824D3CA}"/>
                </a:ext>
              </a:extLst>
            </p:cNvPr>
            <p:cNvSpPr/>
            <p:nvPr/>
          </p:nvSpPr>
          <p:spPr>
            <a:xfrm>
              <a:off x="3555975" y="3064350"/>
              <a:ext cx="88500" cy="72850"/>
            </a:xfrm>
            <a:custGeom>
              <a:avLst/>
              <a:gdLst/>
              <a:ahLst/>
              <a:cxnLst/>
              <a:rect l="l" t="t" r="r" b="b"/>
              <a:pathLst>
                <a:path w="3540" h="2914" extrusionOk="0">
                  <a:moveTo>
                    <a:pt x="2089" y="0"/>
                  </a:moveTo>
                  <a:cubicBezTo>
                    <a:pt x="1966" y="0"/>
                    <a:pt x="1857" y="37"/>
                    <a:pt x="1768" y="108"/>
                  </a:cubicBezTo>
                  <a:lnTo>
                    <a:pt x="1618" y="303"/>
                  </a:lnTo>
                  <a:lnTo>
                    <a:pt x="112" y="2268"/>
                  </a:lnTo>
                  <a:cubicBezTo>
                    <a:pt x="12" y="2396"/>
                    <a:pt x="1" y="2572"/>
                    <a:pt x="83" y="2710"/>
                  </a:cubicBezTo>
                  <a:lnTo>
                    <a:pt x="83" y="2712"/>
                  </a:lnTo>
                  <a:cubicBezTo>
                    <a:pt x="154" y="2837"/>
                    <a:pt x="286" y="2913"/>
                    <a:pt x="428" y="2913"/>
                  </a:cubicBezTo>
                  <a:cubicBezTo>
                    <a:pt x="445" y="2913"/>
                    <a:pt x="463" y="2912"/>
                    <a:pt x="481" y="2910"/>
                  </a:cubicBezTo>
                  <a:lnTo>
                    <a:pt x="2964" y="2591"/>
                  </a:lnTo>
                  <a:lnTo>
                    <a:pt x="3137" y="2570"/>
                  </a:lnTo>
                  <a:lnTo>
                    <a:pt x="3140" y="2570"/>
                  </a:lnTo>
                  <a:cubicBezTo>
                    <a:pt x="3384" y="2498"/>
                    <a:pt x="3540" y="2252"/>
                    <a:pt x="3540" y="1874"/>
                  </a:cubicBezTo>
                  <a:cubicBezTo>
                    <a:pt x="3540" y="1801"/>
                    <a:pt x="3535" y="1728"/>
                    <a:pt x="3524" y="1656"/>
                  </a:cubicBezTo>
                  <a:cubicBezTo>
                    <a:pt x="3440" y="1067"/>
                    <a:pt x="3029" y="422"/>
                    <a:pt x="2537" y="138"/>
                  </a:cubicBezTo>
                  <a:cubicBezTo>
                    <a:pt x="2376" y="45"/>
                    <a:pt x="2224" y="0"/>
                    <a:pt x="2089" y="0"/>
                  </a:cubicBezTo>
                  <a:close/>
                </a:path>
              </a:pathLst>
            </a:custGeom>
            <a:solidFill>
              <a:srgbClr val="2D29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325;p43">
              <a:extLst>
                <a:ext uri="{FF2B5EF4-FFF2-40B4-BE49-F238E27FC236}">
                  <a16:creationId xmlns:a16="http://schemas.microsoft.com/office/drawing/2014/main" id="{47CF8369-CAF9-49ED-9974-B9134185502D}"/>
                </a:ext>
              </a:extLst>
            </p:cNvPr>
            <p:cNvSpPr/>
            <p:nvPr/>
          </p:nvSpPr>
          <p:spPr>
            <a:xfrm>
              <a:off x="3596400" y="3067000"/>
              <a:ext cx="3800" cy="4950"/>
            </a:xfrm>
            <a:custGeom>
              <a:avLst/>
              <a:gdLst/>
              <a:ahLst/>
              <a:cxnLst/>
              <a:rect l="l" t="t" r="r" b="b"/>
              <a:pathLst>
                <a:path w="152" h="198" extrusionOk="0">
                  <a:moveTo>
                    <a:pt x="151" y="1"/>
                  </a:moveTo>
                  <a:lnTo>
                    <a:pt x="151" y="1"/>
                  </a:lnTo>
                  <a:cubicBezTo>
                    <a:pt x="86" y="54"/>
                    <a:pt x="36" y="121"/>
                    <a:pt x="1" y="197"/>
                  </a:cubicBezTo>
                  <a:lnTo>
                    <a:pt x="151" y="1"/>
                  </a:ln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326;p43">
              <a:extLst>
                <a:ext uri="{FF2B5EF4-FFF2-40B4-BE49-F238E27FC236}">
                  <a16:creationId xmlns:a16="http://schemas.microsoft.com/office/drawing/2014/main" id="{F30B6BB2-0EA8-4AFE-ABB4-579FC6EF0C82}"/>
                </a:ext>
              </a:extLst>
            </p:cNvPr>
            <p:cNvSpPr/>
            <p:nvPr/>
          </p:nvSpPr>
          <p:spPr>
            <a:xfrm>
              <a:off x="3630100" y="3128600"/>
              <a:ext cx="4325" cy="550"/>
            </a:xfrm>
            <a:custGeom>
              <a:avLst/>
              <a:gdLst/>
              <a:ahLst/>
              <a:cxnLst/>
              <a:rect l="l" t="t" r="r" b="b"/>
              <a:pathLst>
                <a:path w="173" h="22" extrusionOk="0">
                  <a:moveTo>
                    <a:pt x="173" y="0"/>
                  </a:moveTo>
                  <a:lnTo>
                    <a:pt x="0" y="21"/>
                  </a:lnTo>
                  <a:cubicBezTo>
                    <a:pt x="8" y="21"/>
                    <a:pt x="15" y="21"/>
                    <a:pt x="22" y="21"/>
                  </a:cubicBezTo>
                  <a:cubicBezTo>
                    <a:pt x="73" y="21"/>
                    <a:pt x="123" y="14"/>
                    <a:pt x="173" y="0"/>
                  </a:cubicBezTo>
                  <a:close/>
                </a:path>
              </a:pathLst>
            </a:custGeom>
            <a:solidFill>
              <a:srgbClr val="FFF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327;p43">
              <a:extLst>
                <a:ext uri="{FF2B5EF4-FFF2-40B4-BE49-F238E27FC236}">
                  <a16:creationId xmlns:a16="http://schemas.microsoft.com/office/drawing/2014/main" id="{2BAE439C-8085-4EAC-BD66-860D271B3D31}"/>
                </a:ext>
              </a:extLst>
            </p:cNvPr>
            <p:cNvSpPr/>
            <p:nvPr/>
          </p:nvSpPr>
          <p:spPr>
            <a:xfrm>
              <a:off x="3558050" y="3105725"/>
              <a:ext cx="86425" cy="31475"/>
            </a:xfrm>
            <a:custGeom>
              <a:avLst/>
              <a:gdLst/>
              <a:ahLst/>
              <a:cxnLst/>
              <a:rect l="l" t="t" r="r" b="b"/>
              <a:pathLst>
                <a:path w="3457" h="1259" extrusionOk="0">
                  <a:moveTo>
                    <a:pt x="3440" y="1"/>
                  </a:moveTo>
                  <a:cubicBezTo>
                    <a:pt x="1714" y="584"/>
                    <a:pt x="237" y="1062"/>
                    <a:pt x="25" y="1062"/>
                  </a:cubicBezTo>
                  <a:cubicBezTo>
                    <a:pt x="12" y="1062"/>
                    <a:pt x="4" y="1060"/>
                    <a:pt x="1" y="1057"/>
                  </a:cubicBezTo>
                  <a:lnTo>
                    <a:pt x="1" y="1057"/>
                  </a:lnTo>
                  <a:cubicBezTo>
                    <a:pt x="72" y="1182"/>
                    <a:pt x="205" y="1258"/>
                    <a:pt x="346" y="1258"/>
                  </a:cubicBezTo>
                  <a:cubicBezTo>
                    <a:pt x="364" y="1258"/>
                    <a:pt x="381" y="1257"/>
                    <a:pt x="399" y="1255"/>
                  </a:cubicBezTo>
                  <a:lnTo>
                    <a:pt x="2882" y="935"/>
                  </a:lnTo>
                  <a:lnTo>
                    <a:pt x="3055" y="914"/>
                  </a:lnTo>
                  <a:lnTo>
                    <a:pt x="3059" y="914"/>
                  </a:lnTo>
                  <a:cubicBezTo>
                    <a:pt x="3301" y="843"/>
                    <a:pt x="3457" y="597"/>
                    <a:pt x="3457" y="219"/>
                  </a:cubicBezTo>
                  <a:cubicBezTo>
                    <a:pt x="3457" y="146"/>
                    <a:pt x="3451" y="72"/>
                    <a:pt x="3440" y="1"/>
                  </a:cubicBezTo>
                  <a:close/>
                </a:path>
              </a:pathLst>
            </a:custGeom>
            <a:solidFill>
              <a:srgbClr val="1A1A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328;p43">
              <a:extLst>
                <a:ext uri="{FF2B5EF4-FFF2-40B4-BE49-F238E27FC236}">
                  <a16:creationId xmlns:a16="http://schemas.microsoft.com/office/drawing/2014/main" id="{A07AD0C5-A388-470A-BE28-64EBE9F8C84D}"/>
                </a:ext>
              </a:extLst>
            </p:cNvPr>
            <p:cNvSpPr/>
            <p:nvPr/>
          </p:nvSpPr>
          <p:spPr>
            <a:xfrm>
              <a:off x="4291075" y="2526925"/>
              <a:ext cx="176975" cy="86675"/>
            </a:xfrm>
            <a:custGeom>
              <a:avLst/>
              <a:gdLst/>
              <a:ahLst/>
              <a:cxnLst/>
              <a:rect l="l" t="t" r="r" b="b"/>
              <a:pathLst>
                <a:path w="7079" h="3467" extrusionOk="0">
                  <a:moveTo>
                    <a:pt x="5180" y="1"/>
                  </a:moveTo>
                  <a:cubicBezTo>
                    <a:pt x="4936" y="1"/>
                    <a:pt x="4712" y="53"/>
                    <a:pt x="4516" y="154"/>
                  </a:cubicBezTo>
                  <a:lnTo>
                    <a:pt x="4405" y="219"/>
                  </a:lnTo>
                  <a:lnTo>
                    <a:pt x="3011" y="1022"/>
                  </a:lnTo>
                  <a:lnTo>
                    <a:pt x="2900" y="1086"/>
                  </a:lnTo>
                  <a:lnTo>
                    <a:pt x="1505" y="1891"/>
                  </a:lnTo>
                  <a:lnTo>
                    <a:pt x="1394" y="1955"/>
                  </a:lnTo>
                  <a:lnTo>
                    <a:pt x="1" y="2760"/>
                  </a:lnTo>
                  <a:cubicBezTo>
                    <a:pt x="197" y="2659"/>
                    <a:pt x="420" y="2607"/>
                    <a:pt x="664" y="2607"/>
                  </a:cubicBezTo>
                  <a:cubicBezTo>
                    <a:pt x="724" y="2607"/>
                    <a:pt x="785" y="2610"/>
                    <a:pt x="848" y="2616"/>
                  </a:cubicBezTo>
                  <a:cubicBezTo>
                    <a:pt x="1171" y="2649"/>
                    <a:pt x="1525" y="2768"/>
                    <a:pt x="1895" y="2982"/>
                  </a:cubicBezTo>
                  <a:cubicBezTo>
                    <a:pt x="1984" y="3034"/>
                    <a:pt x="2073" y="3090"/>
                    <a:pt x="2159" y="3151"/>
                  </a:cubicBezTo>
                  <a:cubicBezTo>
                    <a:pt x="2299" y="3248"/>
                    <a:pt x="2435" y="3355"/>
                    <a:pt x="2564" y="3467"/>
                  </a:cubicBezTo>
                  <a:lnTo>
                    <a:pt x="7079" y="862"/>
                  </a:lnTo>
                  <a:cubicBezTo>
                    <a:pt x="6871" y="680"/>
                    <a:pt x="6648" y="517"/>
                    <a:pt x="6410" y="377"/>
                  </a:cubicBezTo>
                  <a:cubicBezTo>
                    <a:pt x="5968" y="121"/>
                    <a:pt x="5550" y="1"/>
                    <a:pt x="5180" y="1"/>
                  </a:cubicBezTo>
                  <a:close/>
                </a:path>
              </a:pathLst>
            </a:custGeom>
            <a:solidFill>
              <a:srgbClr val="DAE6EA">
                <a:alpha val="257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329;p43">
              <a:extLst>
                <a:ext uri="{FF2B5EF4-FFF2-40B4-BE49-F238E27FC236}">
                  <a16:creationId xmlns:a16="http://schemas.microsoft.com/office/drawing/2014/main" id="{D911E255-F7C9-4A3A-98FB-485C58DD9DCF}"/>
                </a:ext>
              </a:extLst>
            </p:cNvPr>
            <p:cNvSpPr/>
            <p:nvPr/>
          </p:nvSpPr>
          <p:spPr>
            <a:xfrm>
              <a:off x="4403950" y="2466200"/>
              <a:ext cx="221425" cy="125950"/>
            </a:xfrm>
            <a:custGeom>
              <a:avLst/>
              <a:gdLst/>
              <a:ahLst/>
              <a:cxnLst/>
              <a:rect l="l" t="t" r="r" b="b"/>
              <a:pathLst>
                <a:path w="8857" h="5038" extrusionOk="0">
                  <a:moveTo>
                    <a:pt x="4871" y="0"/>
                  </a:moveTo>
                  <a:cubicBezTo>
                    <a:pt x="4580" y="0"/>
                    <a:pt x="4319" y="75"/>
                    <a:pt x="4097" y="218"/>
                  </a:cubicBezTo>
                  <a:lnTo>
                    <a:pt x="1" y="2583"/>
                  </a:lnTo>
                  <a:cubicBezTo>
                    <a:pt x="197" y="2482"/>
                    <a:pt x="420" y="2430"/>
                    <a:pt x="664" y="2430"/>
                  </a:cubicBezTo>
                  <a:cubicBezTo>
                    <a:pt x="1034" y="2430"/>
                    <a:pt x="1452" y="2550"/>
                    <a:pt x="1894" y="2806"/>
                  </a:cubicBezTo>
                  <a:cubicBezTo>
                    <a:pt x="2133" y="2944"/>
                    <a:pt x="2357" y="3106"/>
                    <a:pt x="2565" y="3288"/>
                  </a:cubicBezTo>
                  <a:cubicBezTo>
                    <a:pt x="2565" y="3288"/>
                    <a:pt x="4972" y="1900"/>
                    <a:pt x="5601" y="1536"/>
                  </a:cubicBezTo>
                  <a:cubicBezTo>
                    <a:pt x="5735" y="1459"/>
                    <a:pt x="5876" y="1423"/>
                    <a:pt x="6020" y="1423"/>
                  </a:cubicBezTo>
                  <a:cubicBezTo>
                    <a:pt x="7273" y="1423"/>
                    <a:pt x="8786" y="4114"/>
                    <a:pt x="8856" y="5038"/>
                  </a:cubicBezTo>
                  <a:cubicBezTo>
                    <a:pt x="8803" y="3300"/>
                    <a:pt x="7593" y="1237"/>
                    <a:pt x="6103" y="377"/>
                  </a:cubicBezTo>
                  <a:cubicBezTo>
                    <a:pt x="5660" y="121"/>
                    <a:pt x="5242" y="0"/>
                    <a:pt x="4871" y="0"/>
                  </a:cubicBezTo>
                  <a:close/>
                </a:path>
              </a:pathLst>
            </a:custGeom>
            <a:solidFill>
              <a:srgbClr val="FD9C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330;p43">
              <a:extLst>
                <a:ext uri="{FF2B5EF4-FFF2-40B4-BE49-F238E27FC236}">
                  <a16:creationId xmlns:a16="http://schemas.microsoft.com/office/drawing/2014/main" id="{8A1B330F-5C2D-4BA5-89A7-08409874027D}"/>
                </a:ext>
              </a:extLst>
            </p:cNvPr>
            <p:cNvSpPr/>
            <p:nvPr/>
          </p:nvSpPr>
          <p:spPr>
            <a:xfrm>
              <a:off x="3934350" y="2668225"/>
              <a:ext cx="970575" cy="712775"/>
            </a:xfrm>
            <a:custGeom>
              <a:avLst/>
              <a:gdLst/>
              <a:ahLst/>
              <a:cxnLst/>
              <a:rect l="l" t="t" r="r" b="b"/>
              <a:pathLst>
                <a:path w="38823" h="28511" extrusionOk="0">
                  <a:moveTo>
                    <a:pt x="17703" y="0"/>
                  </a:moveTo>
                  <a:lnTo>
                    <a:pt x="0" y="10220"/>
                  </a:lnTo>
                  <a:lnTo>
                    <a:pt x="0" y="13089"/>
                  </a:lnTo>
                  <a:cubicBezTo>
                    <a:pt x="0" y="14674"/>
                    <a:pt x="1779" y="16986"/>
                    <a:pt x="3974" y="18253"/>
                  </a:cubicBezTo>
                  <a:lnTo>
                    <a:pt x="21741" y="28510"/>
                  </a:lnTo>
                  <a:lnTo>
                    <a:pt x="38822" y="18648"/>
                  </a:lnTo>
                  <a:lnTo>
                    <a:pt x="21676" y="8749"/>
                  </a:lnTo>
                  <a:cubicBezTo>
                    <a:pt x="19482" y="7482"/>
                    <a:pt x="17703" y="5010"/>
                    <a:pt x="17703" y="3228"/>
                  </a:cubicBezTo>
                  <a:lnTo>
                    <a:pt x="17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331;p43">
              <a:extLst>
                <a:ext uri="{FF2B5EF4-FFF2-40B4-BE49-F238E27FC236}">
                  <a16:creationId xmlns:a16="http://schemas.microsoft.com/office/drawing/2014/main" id="{62B68031-D432-4B5D-8A8A-6E3A89C1A601}"/>
                </a:ext>
              </a:extLst>
            </p:cNvPr>
            <p:cNvSpPr/>
            <p:nvPr/>
          </p:nvSpPr>
          <p:spPr>
            <a:xfrm>
              <a:off x="4151325" y="2942225"/>
              <a:ext cx="340525" cy="195025"/>
            </a:xfrm>
            <a:custGeom>
              <a:avLst/>
              <a:gdLst/>
              <a:ahLst/>
              <a:cxnLst/>
              <a:rect l="l" t="t" r="r" b="b"/>
              <a:pathLst>
                <a:path w="13621" h="7801" extrusionOk="0">
                  <a:moveTo>
                    <a:pt x="12867" y="0"/>
                  </a:moveTo>
                  <a:cubicBezTo>
                    <a:pt x="12723" y="0"/>
                    <a:pt x="12579" y="32"/>
                    <a:pt x="12470" y="95"/>
                  </a:cubicBezTo>
                  <a:lnTo>
                    <a:pt x="220" y="7167"/>
                  </a:lnTo>
                  <a:cubicBezTo>
                    <a:pt x="0" y="7294"/>
                    <a:pt x="0" y="7499"/>
                    <a:pt x="220" y="7626"/>
                  </a:cubicBezTo>
                  <a:lnTo>
                    <a:pt x="358" y="7705"/>
                  </a:lnTo>
                  <a:cubicBezTo>
                    <a:pt x="467" y="7769"/>
                    <a:pt x="611" y="7800"/>
                    <a:pt x="755" y="7800"/>
                  </a:cubicBezTo>
                  <a:cubicBezTo>
                    <a:pt x="898" y="7800"/>
                    <a:pt x="1042" y="7769"/>
                    <a:pt x="1152" y="7705"/>
                  </a:cubicBezTo>
                  <a:lnTo>
                    <a:pt x="13401" y="633"/>
                  </a:lnTo>
                  <a:cubicBezTo>
                    <a:pt x="13621" y="507"/>
                    <a:pt x="13621" y="300"/>
                    <a:pt x="13401" y="174"/>
                  </a:cubicBezTo>
                  <a:lnTo>
                    <a:pt x="13265" y="95"/>
                  </a:lnTo>
                  <a:cubicBezTo>
                    <a:pt x="13155" y="32"/>
                    <a:pt x="13011" y="0"/>
                    <a:pt x="12867" y="0"/>
                  </a:cubicBezTo>
                  <a:close/>
                </a:path>
              </a:pathLst>
            </a:custGeom>
            <a:solidFill>
              <a:srgbClr val="4C6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332;p43">
              <a:extLst>
                <a:ext uri="{FF2B5EF4-FFF2-40B4-BE49-F238E27FC236}">
                  <a16:creationId xmlns:a16="http://schemas.microsoft.com/office/drawing/2014/main" id="{6727047A-D1E6-4589-ACF0-032C1A6FD80D}"/>
                </a:ext>
              </a:extLst>
            </p:cNvPr>
            <p:cNvSpPr/>
            <p:nvPr/>
          </p:nvSpPr>
          <p:spPr>
            <a:xfrm>
              <a:off x="4227250" y="2986050"/>
              <a:ext cx="340525" cy="195025"/>
            </a:xfrm>
            <a:custGeom>
              <a:avLst/>
              <a:gdLst/>
              <a:ahLst/>
              <a:cxnLst/>
              <a:rect l="l" t="t" r="r" b="b"/>
              <a:pathLst>
                <a:path w="13621" h="7801" extrusionOk="0">
                  <a:moveTo>
                    <a:pt x="12867" y="0"/>
                  </a:moveTo>
                  <a:cubicBezTo>
                    <a:pt x="12723" y="0"/>
                    <a:pt x="12580" y="32"/>
                    <a:pt x="12470" y="95"/>
                  </a:cubicBezTo>
                  <a:lnTo>
                    <a:pt x="220" y="7169"/>
                  </a:lnTo>
                  <a:cubicBezTo>
                    <a:pt x="1" y="7295"/>
                    <a:pt x="1" y="7500"/>
                    <a:pt x="220" y="7627"/>
                  </a:cubicBezTo>
                  <a:lnTo>
                    <a:pt x="358" y="7707"/>
                  </a:lnTo>
                  <a:cubicBezTo>
                    <a:pt x="468" y="7769"/>
                    <a:pt x="611" y="7801"/>
                    <a:pt x="755" y="7801"/>
                  </a:cubicBezTo>
                  <a:cubicBezTo>
                    <a:pt x="898" y="7801"/>
                    <a:pt x="1042" y="7769"/>
                    <a:pt x="1152" y="7707"/>
                  </a:cubicBezTo>
                  <a:lnTo>
                    <a:pt x="13401" y="633"/>
                  </a:lnTo>
                  <a:cubicBezTo>
                    <a:pt x="13621" y="507"/>
                    <a:pt x="13621" y="302"/>
                    <a:pt x="13401" y="175"/>
                  </a:cubicBezTo>
                  <a:lnTo>
                    <a:pt x="13265" y="95"/>
                  </a:lnTo>
                  <a:cubicBezTo>
                    <a:pt x="13155" y="32"/>
                    <a:pt x="13011" y="0"/>
                    <a:pt x="12867" y="0"/>
                  </a:cubicBezTo>
                  <a:close/>
                </a:path>
              </a:pathLst>
            </a:custGeom>
            <a:solidFill>
              <a:srgbClr val="4C6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333;p43">
              <a:extLst>
                <a:ext uri="{FF2B5EF4-FFF2-40B4-BE49-F238E27FC236}">
                  <a16:creationId xmlns:a16="http://schemas.microsoft.com/office/drawing/2014/main" id="{11B8C5FE-CCAC-40BE-AE92-4F45483A7177}"/>
                </a:ext>
              </a:extLst>
            </p:cNvPr>
            <p:cNvSpPr/>
            <p:nvPr/>
          </p:nvSpPr>
          <p:spPr>
            <a:xfrm>
              <a:off x="4100850" y="2911375"/>
              <a:ext cx="341375" cy="196725"/>
            </a:xfrm>
            <a:custGeom>
              <a:avLst/>
              <a:gdLst/>
              <a:ahLst/>
              <a:cxnLst/>
              <a:rect l="l" t="t" r="r" b="b"/>
              <a:pathLst>
                <a:path w="13655" h="7869" extrusionOk="0">
                  <a:moveTo>
                    <a:pt x="12940" y="0"/>
                  </a:moveTo>
                  <a:cubicBezTo>
                    <a:pt x="12831" y="0"/>
                    <a:pt x="12648" y="60"/>
                    <a:pt x="12477" y="159"/>
                  </a:cubicBezTo>
                  <a:lnTo>
                    <a:pt x="220" y="7236"/>
                  </a:lnTo>
                  <a:cubicBezTo>
                    <a:pt x="1" y="7362"/>
                    <a:pt x="1" y="7567"/>
                    <a:pt x="220" y="7694"/>
                  </a:cubicBezTo>
                  <a:lnTo>
                    <a:pt x="358" y="7774"/>
                  </a:lnTo>
                  <a:cubicBezTo>
                    <a:pt x="468" y="7837"/>
                    <a:pt x="612" y="7869"/>
                    <a:pt x="755" y="7869"/>
                  </a:cubicBezTo>
                  <a:cubicBezTo>
                    <a:pt x="899" y="7869"/>
                    <a:pt x="1043" y="7837"/>
                    <a:pt x="1152" y="7774"/>
                  </a:cubicBezTo>
                  <a:lnTo>
                    <a:pt x="13402" y="702"/>
                  </a:lnTo>
                  <a:cubicBezTo>
                    <a:pt x="13622" y="575"/>
                    <a:pt x="13655" y="388"/>
                    <a:pt x="13476" y="285"/>
                  </a:cubicBezTo>
                  <a:lnTo>
                    <a:pt x="13153" y="98"/>
                  </a:lnTo>
                  <a:cubicBezTo>
                    <a:pt x="13106" y="72"/>
                    <a:pt x="13059" y="44"/>
                    <a:pt x="13013" y="15"/>
                  </a:cubicBezTo>
                  <a:cubicBezTo>
                    <a:pt x="12996" y="5"/>
                    <a:pt x="12971" y="0"/>
                    <a:pt x="12940" y="0"/>
                  </a:cubicBezTo>
                  <a:close/>
                </a:path>
              </a:pathLst>
            </a:custGeom>
            <a:solidFill>
              <a:srgbClr val="4C6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334;p43">
              <a:extLst>
                <a:ext uri="{FF2B5EF4-FFF2-40B4-BE49-F238E27FC236}">
                  <a16:creationId xmlns:a16="http://schemas.microsoft.com/office/drawing/2014/main" id="{2313F63E-C912-4B2B-9989-89AC01AE96E2}"/>
                </a:ext>
              </a:extLst>
            </p:cNvPr>
            <p:cNvSpPr/>
            <p:nvPr/>
          </p:nvSpPr>
          <p:spPr>
            <a:xfrm>
              <a:off x="4058375" y="2882875"/>
              <a:ext cx="340450" cy="198350"/>
            </a:xfrm>
            <a:custGeom>
              <a:avLst/>
              <a:gdLst/>
              <a:ahLst/>
              <a:cxnLst/>
              <a:rect l="l" t="t" r="r" b="b"/>
              <a:pathLst>
                <a:path w="13618" h="7934" extrusionOk="0">
                  <a:moveTo>
                    <a:pt x="12942" y="1"/>
                  </a:moveTo>
                  <a:cubicBezTo>
                    <a:pt x="12838" y="1"/>
                    <a:pt x="12736" y="24"/>
                    <a:pt x="12650" y="74"/>
                  </a:cubicBezTo>
                  <a:lnTo>
                    <a:pt x="241" y="7239"/>
                  </a:lnTo>
                  <a:cubicBezTo>
                    <a:pt x="21" y="7366"/>
                    <a:pt x="1" y="7601"/>
                    <a:pt x="202" y="7754"/>
                  </a:cubicBezTo>
                  <a:lnTo>
                    <a:pt x="278" y="7811"/>
                  </a:lnTo>
                  <a:cubicBezTo>
                    <a:pt x="389" y="7893"/>
                    <a:pt x="543" y="7934"/>
                    <a:pt x="695" y="7934"/>
                  </a:cubicBezTo>
                  <a:cubicBezTo>
                    <a:pt x="823" y="7934"/>
                    <a:pt x="950" y="7905"/>
                    <a:pt x="1049" y="7847"/>
                  </a:cubicBezTo>
                  <a:lnTo>
                    <a:pt x="13381" y="728"/>
                  </a:lnTo>
                  <a:cubicBezTo>
                    <a:pt x="13601" y="601"/>
                    <a:pt x="13618" y="371"/>
                    <a:pt x="13428" y="203"/>
                  </a:cubicBezTo>
                  <a:lnTo>
                    <a:pt x="13381" y="160"/>
                  </a:lnTo>
                  <a:cubicBezTo>
                    <a:pt x="13267" y="57"/>
                    <a:pt x="13103" y="1"/>
                    <a:pt x="12942" y="1"/>
                  </a:cubicBezTo>
                  <a:close/>
                </a:path>
              </a:pathLst>
            </a:custGeom>
            <a:solidFill>
              <a:srgbClr val="4C6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335;p43">
              <a:extLst>
                <a:ext uri="{FF2B5EF4-FFF2-40B4-BE49-F238E27FC236}">
                  <a16:creationId xmlns:a16="http://schemas.microsoft.com/office/drawing/2014/main" id="{AFE625AE-5716-465D-873C-712ED00D4F65}"/>
                </a:ext>
              </a:extLst>
            </p:cNvPr>
            <p:cNvSpPr/>
            <p:nvPr/>
          </p:nvSpPr>
          <p:spPr>
            <a:xfrm>
              <a:off x="4277725" y="3015175"/>
              <a:ext cx="340525" cy="195050"/>
            </a:xfrm>
            <a:custGeom>
              <a:avLst/>
              <a:gdLst/>
              <a:ahLst/>
              <a:cxnLst/>
              <a:rect l="l" t="t" r="r" b="b"/>
              <a:pathLst>
                <a:path w="13621" h="7802" extrusionOk="0">
                  <a:moveTo>
                    <a:pt x="12867" y="1"/>
                  </a:moveTo>
                  <a:cubicBezTo>
                    <a:pt x="12723" y="1"/>
                    <a:pt x="12579" y="33"/>
                    <a:pt x="12469" y="96"/>
                  </a:cubicBezTo>
                  <a:lnTo>
                    <a:pt x="220" y="7169"/>
                  </a:lnTo>
                  <a:cubicBezTo>
                    <a:pt x="0" y="7296"/>
                    <a:pt x="0" y="7501"/>
                    <a:pt x="220" y="7628"/>
                  </a:cubicBezTo>
                  <a:lnTo>
                    <a:pt x="357" y="7706"/>
                  </a:lnTo>
                  <a:cubicBezTo>
                    <a:pt x="467" y="7769"/>
                    <a:pt x="611" y="7801"/>
                    <a:pt x="755" y="7801"/>
                  </a:cubicBezTo>
                  <a:cubicBezTo>
                    <a:pt x="899" y="7801"/>
                    <a:pt x="1042" y="7769"/>
                    <a:pt x="1151" y="7706"/>
                  </a:cubicBezTo>
                  <a:lnTo>
                    <a:pt x="13402" y="634"/>
                  </a:lnTo>
                  <a:cubicBezTo>
                    <a:pt x="13621" y="507"/>
                    <a:pt x="13621" y="302"/>
                    <a:pt x="13402" y="176"/>
                  </a:cubicBezTo>
                  <a:lnTo>
                    <a:pt x="13265" y="96"/>
                  </a:lnTo>
                  <a:cubicBezTo>
                    <a:pt x="13155" y="33"/>
                    <a:pt x="13011" y="1"/>
                    <a:pt x="12867" y="1"/>
                  </a:cubicBezTo>
                  <a:close/>
                </a:path>
              </a:pathLst>
            </a:custGeom>
            <a:solidFill>
              <a:srgbClr val="4C6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336;p43">
              <a:extLst>
                <a:ext uri="{FF2B5EF4-FFF2-40B4-BE49-F238E27FC236}">
                  <a16:creationId xmlns:a16="http://schemas.microsoft.com/office/drawing/2014/main" id="{D6939E9D-DDA1-43F7-BDA4-351466AF20E5}"/>
                </a:ext>
              </a:extLst>
            </p:cNvPr>
            <p:cNvSpPr/>
            <p:nvPr/>
          </p:nvSpPr>
          <p:spPr>
            <a:xfrm>
              <a:off x="3989250" y="2791200"/>
              <a:ext cx="355850" cy="219600"/>
            </a:xfrm>
            <a:custGeom>
              <a:avLst/>
              <a:gdLst/>
              <a:ahLst/>
              <a:cxnLst/>
              <a:rect l="l" t="t" r="r" b="b"/>
              <a:pathLst>
                <a:path w="14234" h="8784" extrusionOk="0">
                  <a:moveTo>
                    <a:pt x="13878" y="0"/>
                  </a:moveTo>
                  <a:cubicBezTo>
                    <a:pt x="13832" y="0"/>
                    <a:pt x="13779" y="18"/>
                    <a:pt x="13721" y="58"/>
                  </a:cubicBezTo>
                  <a:lnTo>
                    <a:pt x="162" y="7886"/>
                  </a:lnTo>
                  <a:cubicBezTo>
                    <a:pt x="1" y="8015"/>
                    <a:pt x="57" y="8783"/>
                    <a:pt x="397" y="8783"/>
                  </a:cubicBezTo>
                  <a:cubicBezTo>
                    <a:pt x="444" y="8783"/>
                    <a:pt x="496" y="8768"/>
                    <a:pt x="554" y="8735"/>
                  </a:cubicBezTo>
                  <a:lnTo>
                    <a:pt x="14016" y="963"/>
                  </a:lnTo>
                  <a:cubicBezTo>
                    <a:pt x="14233" y="823"/>
                    <a:pt x="14195" y="0"/>
                    <a:pt x="13878" y="0"/>
                  </a:cubicBezTo>
                  <a:close/>
                </a:path>
              </a:pathLst>
            </a:custGeom>
            <a:solidFill>
              <a:srgbClr val="4C6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337;p43">
              <a:extLst>
                <a:ext uri="{FF2B5EF4-FFF2-40B4-BE49-F238E27FC236}">
                  <a16:creationId xmlns:a16="http://schemas.microsoft.com/office/drawing/2014/main" id="{D6E84F82-505A-4230-9F6C-66CC6B1107C8}"/>
                </a:ext>
              </a:extLst>
            </p:cNvPr>
            <p:cNvSpPr/>
            <p:nvPr/>
          </p:nvSpPr>
          <p:spPr>
            <a:xfrm>
              <a:off x="4328225" y="3044350"/>
              <a:ext cx="340525" cy="195025"/>
            </a:xfrm>
            <a:custGeom>
              <a:avLst/>
              <a:gdLst/>
              <a:ahLst/>
              <a:cxnLst/>
              <a:rect l="l" t="t" r="r" b="b"/>
              <a:pathLst>
                <a:path w="13621" h="7801" extrusionOk="0">
                  <a:moveTo>
                    <a:pt x="12867" y="1"/>
                  </a:moveTo>
                  <a:cubicBezTo>
                    <a:pt x="12723" y="1"/>
                    <a:pt x="12579" y="32"/>
                    <a:pt x="12469" y="96"/>
                  </a:cubicBezTo>
                  <a:lnTo>
                    <a:pt x="220" y="7168"/>
                  </a:lnTo>
                  <a:cubicBezTo>
                    <a:pt x="0" y="7294"/>
                    <a:pt x="0" y="7500"/>
                    <a:pt x="220" y="7626"/>
                  </a:cubicBezTo>
                  <a:lnTo>
                    <a:pt x="357" y="7706"/>
                  </a:lnTo>
                  <a:cubicBezTo>
                    <a:pt x="467" y="7769"/>
                    <a:pt x="611" y="7801"/>
                    <a:pt x="755" y="7801"/>
                  </a:cubicBezTo>
                  <a:cubicBezTo>
                    <a:pt x="898" y="7801"/>
                    <a:pt x="1042" y="7769"/>
                    <a:pt x="1151" y="7706"/>
                  </a:cubicBezTo>
                  <a:lnTo>
                    <a:pt x="13402" y="634"/>
                  </a:lnTo>
                  <a:cubicBezTo>
                    <a:pt x="13620" y="506"/>
                    <a:pt x="13620" y="302"/>
                    <a:pt x="13402" y="174"/>
                  </a:cubicBezTo>
                  <a:lnTo>
                    <a:pt x="13264" y="96"/>
                  </a:lnTo>
                  <a:cubicBezTo>
                    <a:pt x="13155" y="32"/>
                    <a:pt x="13011" y="1"/>
                    <a:pt x="12867" y="1"/>
                  </a:cubicBezTo>
                  <a:close/>
                </a:path>
              </a:pathLst>
            </a:custGeom>
            <a:solidFill>
              <a:srgbClr val="4C6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338;p43">
              <a:extLst>
                <a:ext uri="{FF2B5EF4-FFF2-40B4-BE49-F238E27FC236}">
                  <a16:creationId xmlns:a16="http://schemas.microsoft.com/office/drawing/2014/main" id="{99C9A3FB-5E17-4189-8EB6-8ACC67A50665}"/>
                </a:ext>
              </a:extLst>
            </p:cNvPr>
            <p:cNvSpPr/>
            <p:nvPr/>
          </p:nvSpPr>
          <p:spPr>
            <a:xfrm>
              <a:off x="4433925" y="3222275"/>
              <a:ext cx="120550" cy="63425"/>
            </a:xfrm>
            <a:custGeom>
              <a:avLst/>
              <a:gdLst/>
              <a:ahLst/>
              <a:cxnLst/>
              <a:rect l="l" t="t" r="r" b="b"/>
              <a:pathLst>
                <a:path w="4822" h="2537" extrusionOk="0">
                  <a:moveTo>
                    <a:pt x="2411" y="1"/>
                  </a:moveTo>
                  <a:cubicBezTo>
                    <a:pt x="1849" y="1"/>
                    <a:pt x="1287" y="124"/>
                    <a:pt x="858" y="372"/>
                  </a:cubicBezTo>
                  <a:cubicBezTo>
                    <a:pt x="0" y="866"/>
                    <a:pt x="0" y="1670"/>
                    <a:pt x="858" y="2165"/>
                  </a:cubicBezTo>
                  <a:cubicBezTo>
                    <a:pt x="1287" y="2413"/>
                    <a:pt x="1849" y="2537"/>
                    <a:pt x="2411" y="2537"/>
                  </a:cubicBezTo>
                  <a:cubicBezTo>
                    <a:pt x="2973" y="2537"/>
                    <a:pt x="3535" y="2413"/>
                    <a:pt x="3964" y="2165"/>
                  </a:cubicBezTo>
                  <a:cubicBezTo>
                    <a:pt x="4822" y="1670"/>
                    <a:pt x="4822" y="866"/>
                    <a:pt x="3964" y="372"/>
                  </a:cubicBezTo>
                  <a:cubicBezTo>
                    <a:pt x="3535" y="124"/>
                    <a:pt x="2973" y="1"/>
                    <a:pt x="2411" y="1"/>
                  </a:cubicBez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339;p43">
              <a:extLst>
                <a:ext uri="{FF2B5EF4-FFF2-40B4-BE49-F238E27FC236}">
                  <a16:creationId xmlns:a16="http://schemas.microsoft.com/office/drawing/2014/main" id="{3EDDE56B-21D7-4267-9956-6133BC33EB82}"/>
                </a:ext>
              </a:extLst>
            </p:cNvPr>
            <p:cNvSpPr/>
            <p:nvPr/>
          </p:nvSpPr>
          <p:spPr>
            <a:xfrm>
              <a:off x="4433925" y="3216275"/>
              <a:ext cx="120550" cy="63400"/>
            </a:xfrm>
            <a:custGeom>
              <a:avLst/>
              <a:gdLst/>
              <a:ahLst/>
              <a:cxnLst/>
              <a:rect l="l" t="t" r="r" b="b"/>
              <a:pathLst>
                <a:path w="4822" h="2536" extrusionOk="0">
                  <a:moveTo>
                    <a:pt x="2412" y="0"/>
                  </a:moveTo>
                  <a:cubicBezTo>
                    <a:pt x="1850" y="0"/>
                    <a:pt x="1287" y="124"/>
                    <a:pt x="858" y="372"/>
                  </a:cubicBezTo>
                  <a:cubicBezTo>
                    <a:pt x="0" y="866"/>
                    <a:pt x="0" y="1670"/>
                    <a:pt x="858" y="2165"/>
                  </a:cubicBezTo>
                  <a:cubicBezTo>
                    <a:pt x="1287" y="2412"/>
                    <a:pt x="1849" y="2536"/>
                    <a:pt x="2411" y="2536"/>
                  </a:cubicBezTo>
                  <a:cubicBezTo>
                    <a:pt x="2973" y="2536"/>
                    <a:pt x="3535" y="2412"/>
                    <a:pt x="3964" y="2165"/>
                  </a:cubicBezTo>
                  <a:cubicBezTo>
                    <a:pt x="4822" y="1670"/>
                    <a:pt x="4822" y="866"/>
                    <a:pt x="3964" y="372"/>
                  </a:cubicBezTo>
                  <a:cubicBezTo>
                    <a:pt x="3535" y="124"/>
                    <a:pt x="2974" y="0"/>
                    <a:pt x="2412" y="0"/>
                  </a:cubicBez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340;p43">
              <a:extLst>
                <a:ext uri="{FF2B5EF4-FFF2-40B4-BE49-F238E27FC236}">
                  <a16:creationId xmlns:a16="http://schemas.microsoft.com/office/drawing/2014/main" id="{9FAEC545-9895-4974-8822-0A280D0EDB21}"/>
                </a:ext>
              </a:extLst>
            </p:cNvPr>
            <p:cNvSpPr/>
            <p:nvPr/>
          </p:nvSpPr>
          <p:spPr>
            <a:xfrm>
              <a:off x="4460100" y="3230050"/>
              <a:ext cx="68200" cy="35850"/>
            </a:xfrm>
            <a:custGeom>
              <a:avLst/>
              <a:gdLst/>
              <a:ahLst/>
              <a:cxnLst/>
              <a:rect l="l" t="t" r="r" b="b"/>
              <a:pathLst>
                <a:path w="2728" h="1434" extrusionOk="0">
                  <a:moveTo>
                    <a:pt x="1364" y="0"/>
                  </a:moveTo>
                  <a:cubicBezTo>
                    <a:pt x="1047" y="0"/>
                    <a:pt x="729" y="70"/>
                    <a:pt x="486" y="210"/>
                  </a:cubicBezTo>
                  <a:cubicBezTo>
                    <a:pt x="0" y="490"/>
                    <a:pt x="0" y="944"/>
                    <a:pt x="486" y="1224"/>
                  </a:cubicBezTo>
                  <a:cubicBezTo>
                    <a:pt x="728" y="1364"/>
                    <a:pt x="1046" y="1434"/>
                    <a:pt x="1364" y="1434"/>
                  </a:cubicBezTo>
                  <a:cubicBezTo>
                    <a:pt x="1682" y="1434"/>
                    <a:pt x="2000" y="1364"/>
                    <a:pt x="2242" y="1224"/>
                  </a:cubicBezTo>
                  <a:cubicBezTo>
                    <a:pt x="2727" y="944"/>
                    <a:pt x="2727" y="490"/>
                    <a:pt x="2242" y="210"/>
                  </a:cubicBezTo>
                  <a:cubicBezTo>
                    <a:pt x="2000" y="70"/>
                    <a:pt x="1682" y="0"/>
                    <a:pt x="1364" y="0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341;p43">
              <a:extLst>
                <a:ext uri="{FF2B5EF4-FFF2-40B4-BE49-F238E27FC236}">
                  <a16:creationId xmlns:a16="http://schemas.microsoft.com/office/drawing/2014/main" id="{2142294F-7143-415E-9EFD-545ECF630ED8}"/>
                </a:ext>
              </a:extLst>
            </p:cNvPr>
            <p:cNvSpPr/>
            <p:nvPr/>
          </p:nvSpPr>
          <p:spPr>
            <a:xfrm>
              <a:off x="4573100" y="3098875"/>
              <a:ext cx="179550" cy="113100"/>
            </a:xfrm>
            <a:custGeom>
              <a:avLst/>
              <a:gdLst/>
              <a:ahLst/>
              <a:cxnLst/>
              <a:rect l="l" t="t" r="r" b="b"/>
              <a:pathLst>
                <a:path w="7182" h="4524" extrusionOk="0">
                  <a:moveTo>
                    <a:pt x="4968" y="136"/>
                  </a:moveTo>
                  <a:cubicBezTo>
                    <a:pt x="4974" y="136"/>
                    <a:pt x="4979" y="141"/>
                    <a:pt x="4984" y="151"/>
                  </a:cubicBezTo>
                  <a:cubicBezTo>
                    <a:pt x="5013" y="209"/>
                    <a:pt x="4957" y="397"/>
                    <a:pt x="4945" y="453"/>
                  </a:cubicBezTo>
                  <a:cubicBezTo>
                    <a:pt x="4919" y="577"/>
                    <a:pt x="4880" y="696"/>
                    <a:pt x="4829" y="812"/>
                  </a:cubicBezTo>
                  <a:cubicBezTo>
                    <a:pt x="4826" y="743"/>
                    <a:pt x="4826" y="674"/>
                    <a:pt x="4831" y="607"/>
                  </a:cubicBezTo>
                  <a:cubicBezTo>
                    <a:pt x="4832" y="550"/>
                    <a:pt x="4914" y="136"/>
                    <a:pt x="4968" y="136"/>
                  </a:cubicBezTo>
                  <a:close/>
                  <a:moveTo>
                    <a:pt x="5012" y="0"/>
                  </a:moveTo>
                  <a:cubicBezTo>
                    <a:pt x="5005" y="0"/>
                    <a:pt x="4998" y="1"/>
                    <a:pt x="4992" y="3"/>
                  </a:cubicBezTo>
                  <a:cubicBezTo>
                    <a:pt x="4682" y="99"/>
                    <a:pt x="4642" y="592"/>
                    <a:pt x="4767" y="949"/>
                  </a:cubicBezTo>
                  <a:cubicBezTo>
                    <a:pt x="4763" y="955"/>
                    <a:pt x="4761" y="961"/>
                    <a:pt x="4758" y="967"/>
                  </a:cubicBezTo>
                  <a:cubicBezTo>
                    <a:pt x="4663" y="1163"/>
                    <a:pt x="4400" y="1600"/>
                    <a:pt x="4166" y="1697"/>
                  </a:cubicBezTo>
                  <a:cubicBezTo>
                    <a:pt x="4155" y="1702"/>
                    <a:pt x="4141" y="1704"/>
                    <a:pt x="4125" y="1704"/>
                  </a:cubicBezTo>
                  <a:cubicBezTo>
                    <a:pt x="4062" y="1704"/>
                    <a:pt x="3968" y="1677"/>
                    <a:pt x="3900" y="1677"/>
                  </a:cubicBezTo>
                  <a:cubicBezTo>
                    <a:pt x="3878" y="1677"/>
                    <a:pt x="3859" y="1679"/>
                    <a:pt x="3845" y="1687"/>
                  </a:cubicBezTo>
                  <a:cubicBezTo>
                    <a:pt x="3730" y="1745"/>
                    <a:pt x="3654" y="1901"/>
                    <a:pt x="3578" y="1999"/>
                  </a:cubicBezTo>
                  <a:cubicBezTo>
                    <a:pt x="3535" y="2053"/>
                    <a:pt x="3443" y="2204"/>
                    <a:pt x="3381" y="2238"/>
                  </a:cubicBezTo>
                  <a:cubicBezTo>
                    <a:pt x="3264" y="2304"/>
                    <a:pt x="3191" y="2330"/>
                    <a:pt x="3144" y="2330"/>
                  </a:cubicBezTo>
                  <a:cubicBezTo>
                    <a:pt x="3028" y="2330"/>
                    <a:pt x="3073" y="2173"/>
                    <a:pt x="3036" y="2070"/>
                  </a:cubicBezTo>
                  <a:cubicBezTo>
                    <a:pt x="3030" y="2053"/>
                    <a:pt x="3014" y="2047"/>
                    <a:pt x="2997" y="2047"/>
                  </a:cubicBezTo>
                  <a:cubicBezTo>
                    <a:pt x="2984" y="2047"/>
                    <a:pt x="2971" y="2051"/>
                    <a:pt x="2961" y="2056"/>
                  </a:cubicBezTo>
                  <a:cubicBezTo>
                    <a:pt x="2721" y="2187"/>
                    <a:pt x="2564" y="2576"/>
                    <a:pt x="2433" y="2804"/>
                  </a:cubicBezTo>
                  <a:cubicBezTo>
                    <a:pt x="2380" y="2896"/>
                    <a:pt x="2254" y="3243"/>
                    <a:pt x="2102" y="3243"/>
                  </a:cubicBezTo>
                  <a:cubicBezTo>
                    <a:pt x="2079" y="3243"/>
                    <a:pt x="2056" y="3235"/>
                    <a:pt x="2032" y="3218"/>
                  </a:cubicBezTo>
                  <a:cubicBezTo>
                    <a:pt x="1948" y="3155"/>
                    <a:pt x="1987" y="2880"/>
                    <a:pt x="2040" y="2642"/>
                  </a:cubicBezTo>
                  <a:cubicBezTo>
                    <a:pt x="2078" y="2526"/>
                    <a:pt x="2107" y="2407"/>
                    <a:pt x="2128" y="2288"/>
                  </a:cubicBezTo>
                  <a:cubicBezTo>
                    <a:pt x="2128" y="2284"/>
                    <a:pt x="2130" y="2279"/>
                    <a:pt x="2130" y="2277"/>
                  </a:cubicBezTo>
                  <a:cubicBezTo>
                    <a:pt x="2130" y="2272"/>
                    <a:pt x="2133" y="2267"/>
                    <a:pt x="2133" y="2262"/>
                  </a:cubicBezTo>
                  <a:cubicBezTo>
                    <a:pt x="2138" y="2231"/>
                    <a:pt x="2118" y="2219"/>
                    <a:pt x="2092" y="2219"/>
                  </a:cubicBezTo>
                  <a:cubicBezTo>
                    <a:pt x="2059" y="2219"/>
                    <a:pt x="2016" y="2240"/>
                    <a:pt x="2009" y="2272"/>
                  </a:cubicBezTo>
                  <a:cubicBezTo>
                    <a:pt x="1991" y="2365"/>
                    <a:pt x="1955" y="2484"/>
                    <a:pt x="1925" y="2611"/>
                  </a:cubicBezTo>
                  <a:cubicBezTo>
                    <a:pt x="1778" y="3066"/>
                    <a:pt x="1510" y="3482"/>
                    <a:pt x="1223" y="3861"/>
                  </a:cubicBezTo>
                  <a:cubicBezTo>
                    <a:pt x="1120" y="3997"/>
                    <a:pt x="801" y="4403"/>
                    <a:pt x="532" y="4403"/>
                  </a:cubicBezTo>
                  <a:cubicBezTo>
                    <a:pt x="427" y="4403"/>
                    <a:pt x="330" y="4341"/>
                    <a:pt x="256" y="4176"/>
                  </a:cubicBezTo>
                  <a:cubicBezTo>
                    <a:pt x="148" y="3935"/>
                    <a:pt x="241" y="3482"/>
                    <a:pt x="278" y="3247"/>
                  </a:cubicBezTo>
                  <a:cubicBezTo>
                    <a:pt x="373" y="2669"/>
                    <a:pt x="664" y="2166"/>
                    <a:pt x="1062" y="1741"/>
                  </a:cubicBezTo>
                  <a:cubicBezTo>
                    <a:pt x="1188" y="1607"/>
                    <a:pt x="1313" y="1547"/>
                    <a:pt x="1421" y="1547"/>
                  </a:cubicBezTo>
                  <a:cubicBezTo>
                    <a:pt x="1624" y="1547"/>
                    <a:pt x="1766" y="1758"/>
                    <a:pt x="1738" y="2085"/>
                  </a:cubicBezTo>
                  <a:cubicBezTo>
                    <a:pt x="1715" y="2360"/>
                    <a:pt x="1532" y="2548"/>
                    <a:pt x="1501" y="2806"/>
                  </a:cubicBezTo>
                  <a:cubicBezTo>
                    <a:pt x="1499" y="2829"/>
                    <a:pt x="1518" y="2840"/>
                    <a:pt x="1540" y="2840"/>
                  </a:cubicBezTo>
                  <a:cubicBezTo>
                    <a:pt x="1563" y="2840"/>
                    <a:pt x="1588" y="2829"/>
                    <a:pt x="1592" y="2808"/>
                  </a:cubicBezTo>
                  <a:cubicBezTo>
                    <a:pt x="1664" y="2449"/>
                    <a:pt x="2072" y="1997"/>
                    <a:pt x="1853" y="1620"/>
                  </a:cubicBezTo>
                  <a:cubicBezTo>
                    <a:pt x="1761" y="1462"/>
                    <a:pt x="1595" y="1354"/>
                    <a:pt x="1426" y="1354"/>
                  </a:cubicBezTo>
                  <a:cubicBezTo>
                    <a:pt x="1354" y="1354"/>
                    <a:pt x="1282" y="1373"/>
                    <a:pt x="1215" y="1416"/>
                  </a:cubicBezTo>
                  <a:cubicBezTo>
                    <a:pt x="933" y="1597"/>
                    <a:pt x="698" y="1946"/>
                    <a:pt x="525" y="2221"/>
                  </a:cubicBezTo>
                  <a:cubicBezTo>
                    <a:pt x="288" y="2600"/>
                    <a:pt x="155" y="3014"/>
                    <a:pt x="105" y="3458"/>
                  </a:cubicBezTo>
                  <a:cubicBezTo>
                    <a:pt x="75" y="3727"/>
                    <a:pt x="0" y="4207"/>
                    <a:pt x="220" y="4423"/>
                  </a:cubicBezTo>
                  <a:cubicBezTo>
                    <a:pt x="294" y="4496"/>
                    <a:pt x="392" y="4524"/>
                    <a:pt x="493" y="4524"/>
                  </a:cubicBezTo>
                  <a:cubicBezTo>
                    <a:pt x="604" y="4524"/>
                    <a:pt x="719" y="4489"/>
                    <a:pt x="810" y="4441"/>
                  </a:cubicBezTo>
                  <a:cubicBezTo>
                    <a:pt x="1138" y="4266"/>
                    <a:pt x="1368" y="3868"/>
                    <a:pt x="1564" y="3569"/>
                  </a:cubicBezTo>
                  <a:cubicBezTo>
                    <a:pt x="1674" y="3404"/>
                    <a:pt x="1774" y="3232"/>
                    <a:pt x="1866" y="3056"/>
                  </a:cubicBezTo>
                  <a:cubicBezTo>
                    <a:pt x="1869" y="3138"/>
                    <a:pt x="1888" y="3214"/>
                    <a:pt x="1926" y="3276"/>
                  </a:cubicBezTo>
                  <a:cubicBezTo>
                    <a:pt x="1973" y="3352"/>
                    <a:pt x="2028" y="3385"/>
                    <a:pt x="2086" y="3385"/>
                  </a:cubicBezTo>
                  <a:cubicBezTo>
                    <a:pt x="2142" y="3385"/>
                    <a:pt x="2200" y="3355"/>
                    <a:pt x="2254" y="3303"/>
                  </a:cubicBezTo>
                  <a:cubicBezTo>
                    <a:pt x="2403" y="3166"/>
                    <a:pt x="2493" y="2888"/>
                    <a:pt x="2597" y="2715"/>
                  </a:cubicBezTo>
                  <a:cubicBezTo>
                    <a:pt x="2650" y="2624"/>
                    <a:pt x="2803" y="2261"/>
                    <a:pt x="2905" y="2224"/>
                  </a:cubicBezTo>
                  <a:cubicBezTo>
                    <a:pt x="2931" y="2214"/>
                    <a:pt x="2944" y="2210"/>
                    <a:pt x="2950" y="2210"/>
                  </a:cubicBezTo>
                  <a:cubicBezTo>
                    <a:pt x="2966" y="2210"/>
                    <a:pt x="2909" y="2251"/>
                    <a:pt x="2951" y="2315"/>
                  </a:cubicBezTo>
                  <a:cubicBezTo>
                    <a:pt x="2970" y="2344"/>
                    <a:pt x="2969" y="2391"/>
                    <a:pt x="2994" y="2419"/>
                  </a:cubicBezTo>
                  <a:cubicBezTo>
                    <a:pt x="3031" y="2460"/>
                    <a:pt x="3079" y="2472"/>
                    <a:pt x="3129" y="2472"/>
                  </a:cubicBezTo>
                  <a:cubicBezTo>
                    <a:pt x="3152" y="2472"/>
                    <a:pt x="3175" y="2469"/>
                    <a:pt x="3197" y="2466"/>
                  </a:cubicBezTo>
                  <a:cubicBezTo>
                    <a:pt x="3485" y="2425"/>
                    <a:pt x="3599" y="2021"/>
                    <a:pt x="3793" y="1859"/>
                  </a:cubicBezTo>
                  <a:cubicBezTo>
                    <a:pt x="3855" y="1807"/>
                    <a:pt x="3879" y="1790"/>
                    <a:pt x="3887" y="1790"/>
                  </a:cubicBezTo>
                  <a:cubicBezTo>
                    <a:pt x="3903" y="1790"/>
                    <a:pt x="3852" y="1866"/>
                    <a:pt x="3944" y="1866"/>
                  </a:cubicBezTo>
                  <a:cubicBezTo>
                    <a:pt x="3952" y="1866"/>
                    <a:pt x="3961" y="1865"/>
                    <a:pt x="3971" y="1864"/>
                  </a:cubicBezTo>
                  <a:cubicBezTo>
                    <a:pt x="4051" y="1854"/>
                    <a:pt x="4104" y="1829"/>
                    <a:pt x="4172" y="1789"/>
                  </a:cubicBezTo>
                  <a:cubicBezTo>
                    <a:pt x="4442" y="1630"/>
                    <a:pt x="4663" y="1340"/>
                    <a:pt x="4814" y="1057"/>
                  </a:cubicBezTo>
                  <a:cubicBezTo>
                    <a:pt x="4868" y="1170"/>
                    <a:pt x="4942" y="1259"/>
                    <a:pt x="5030" y="1303"/>
                  </a:cubicBezTo>
                  <a:cubicBezTo>
                    <a:pt x="5120" y="1347"/>
                    <a:pt x="5215" y="1365"/>
                    <a:pt x="5311" y="1365"/>
                  </a:cubicBezTo>
                  <a:cubicBezTo>
                    <a:pt x="5572" y="1365"/>
                    <a:pt x="5844" y="1232"/>
                    <a:pt x="6066" y="1129"/>
                  </a:cubicBezTo>
                  <a:cubicBezTo>
                    <a:pt x="6481" y="936"/>
                    <a:pt x="6778" y="677"/>
                    <a:pt x="7141" y="410"/>
                  </a:cubicBezTo>
                  <a:cubicBezTo>
                    <a:pt x="7181" y="381"/>
                    <a:pt x="7146" y="353"/>
                    <a:pt x="7109" y="353"/>
                  </a:cubicBezTo>
                  <a:cubicBezTo>
                    <a:pt x="7096" y="353"/>
                    <a:pt x="7084" y="356"/>
                    <a:pt x="7074" y="363"/>
                  </a:cubicBezTo>
                  <a:cubicBezTo>
                    <a:pt x="6767" y="583"/>
                    <a:pt x="5919" y="1298"/>
                    <a:pt x="5341" y="1298"/>
                  </a:cubicBezTo>
                  <a:cubicBezTo>
                    <a:pt x="5137" y="1298"/>
                    <a:pt x="4966" y="1209"/>
                    <a:pt x="4866" y="976"/>
                  </a:cubicBezTo>
                  <a:cubicBezTo>
                    <a:pt x="4863" y="971"/>
                    <a:pt x="4862" y="966"/>
                    <a:pt x="4861" y="960"/>
                  </a:cubicBezTo>
                  <a:cubicBezTo>
                    <a:pt x="4867" y="947"/>
                    <a:pt x="4874" y="935"/>
                    <a:pt x="4880" y="922"/>
                  </a:cubicBezTo>
                  <a:cubicBezTo>
                    <a:pt x="4973" y="719"/>
                    <a:pt x="5196" y="227"/>
                    <a:pt x="5048" y="15"/>
                  </a:cubicBezTo>
                  <a:cubicBezTo>
                    <a:pt x="5040" y="5"/>
                    <a:pt x="5025" y="0"/>
                    <a:pt x="5012" y="0"/>
                  </a:cubicBezTo>
                  <a:close/>
                </a:path>
              </a:pathLst>
            </a:custGeom>
            <a:solidFill>
              <a:srgbClr val="4C68A5"/>
            </a:solidFill>
            <a:ln w="175" cap="flat" cmpd="sng">
              <a:solidFill>
                <a:srgbClr val="4C68A5"/>
              </a:solidFill>
              <a:prstDash val="solid"/>
              <a:miter lim="12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Google Shape;1414;p45"/>
          <p:cNvSpPr/>
          <p:nvPr/>
        </p:nvSpPr>
        <p:spPr>
          <a:xfrm rot="5400000">
            <a:off x="1890335" y="-729866"/>
            <a:ext cx="4747800" cy="852847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415" name="Google Shape;1415;p45"/>
          <p:cNvGraphicFramePr/>
          <p:nvPr>
            <p:extLst>
              <p:ext uri="{D42A27DB-BD31-4B8C-83A1-F6EECF244321}">
                <p14:modId xmlns:p14="http://schemas.microsoft.com/office/powerpoint/2010/main" val="4273914625"/>
              </p:ext>
            </p:extLst>
          </p:nvPr>
        </p:nvGraphicFramePr>
        <p:xfrm>
          <a:off x="-3" y="803245"/>
          <a:ext cx="8528473" cy="3901975"/>
        </p:xfrm>
        <a:graphic>
          <a:graphicData uri="http://schemas.openxmlformats.org/drawingml/2006/table">
            <a:tbl>
              <a:tblPr>
                <a:noFill/>
                <a:tableStyleId>{06159BD3-344E-4E92-B66B-2CB23C39393A}</a:tableStyleId>
              </a:tblPr>
              <a:tblGrid>
                <a:gridCol w="9844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16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9415">
                  <a:extLst>
                    <a:ext uri="{9D8B030D-6E8A-4147-A177-3AD203B41FA5}">
                      <a16:colId xmlns:a16="http://schemas.microsoft.com/office/drawing/2014/main" val="2269343862"/>
                    </a:ext>
                  </a:extLst>
                </a:gridCol>
                <a:gridCol w="34872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5741">
                  <a:extLst>
                    <a:ext uri="{9D8B030D-6E8A-4147-A177-3AD203B41FA5}">
                      <a16:colId xmlns:a16="http://schemas.microsoft.com/office/drawing/2014/main" val="1991309297"/>
                    </a:ext>
                  </a:extLst>
                </a:gridCol>
              </a:tblGrid>
              <a:tr h="9253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dirty="0">
                          <a:solidFill>
                            <a:schemeClr val="dk1"/>
                          </a:solidFill>
                          <a:latin typeface="Dosis ExtraLight"/>
                          <a:ea typeface="Dosis ExtraLight"/>
                          <a:cs typeface="Dosis ExtraLight"/>
                          <a:sym typeface="Dosis ExtraLight"/>
                        </a:rPr>
                        <a:t>PERIHAL</a:t>
                      </a:r>
                      <a:endParaRPr sz="1600" dirty="0">
                        <a:solidFill>
                          <a:schemeClr val="dk1"/>
                        </a:solidFill>
                        <a:latin typeface="Dosis ExtraLight"/>
                        <a:ea typeface="Dosis ExtraLight"/>
                        <a:cs typeface="Dosis ExtraLight"/>
                        <a:sym typeface="Dosis ExtraLight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dirty="0">
                          <a:solidFill>
                            <a:schemeClr val="dk1"/>
                          </a:solidFill>
                          <a:latin typeface="Dosis ExtraLight"/>
                          <a:ea typeface="Dosis ExtraLight"/>
                          <a:cs typeface="Dosis ExtraLight"/>
                          <a:sym typeface="Dosis ExtraLight"/>
                        </a:rPr>
                        <a:t>BAB</a:t>
                      </a:r>
                      <a:endParaRPr sz="1600" dirty="0">
                        <a:solidFill>
                          <a:schemeClr val="dk1"/>
                        </a:solidFill>
                        <a:latin typeface="Dosis ExtraLight"/>
                        <a:ea typeface="Dosis ExtraLight"/>
                        <a:cs typeface="Dosis ExtraLight"/>
                        <a:sym typeface="Dosis ExtraLight"/>
                      </a:endParaRPr>
                    </a:p>
                  </a:txBody>
                  <a:tcPr marL="91425" marR="91425" marT="91425" marB="91425" anchor="b">
                    <a:lnL w="19050" cap="flat" cmpd="sng" algn="ctr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dirty="0">
                          <a:solidFill>
                            <a:schemeClr val="dk1"/>
                          </a:solidFill>
                          <a:latin typeface="Dosis ExtraLight"/>
                          <a:ea typeface="Dosis ExtraLight"/>
                          <a:cs typeface="Dosis ExtraLight"/>
                          <a:sym typeface="Dosis ExtraLight"/>
                        </a:rPr>
                        <a:t>HASIL</a:t>
                      </a:r>
                      <a:endParaRPr sz="1600" dirty="0">
                        <a:solidFill>
                          <a:schemeClr val="dk1"/>
                        </a:solidFill>
                        <a:latin typeface="Dosis ExtraLight"/>
                        <a:ea typeface="Dosis ExtraLight"/>
                        <a:cs typeface="Dosis ExtraLight"/>
                        <a:sym typeface="Dosis ExtraLight"/>
                      </a:endParaRPr>
                    </a:p>
                  </a:txBody>
                  <a:tcPr marL="91425" marR="91425" marT="91425" marB="91425" anchor="b">
                    <a:lnL w="19050" cap="flat" cmpd="sng" algn="ctr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dirty="0">
                          <a:solidFill>
                            <a:schemeClr val="dk1"/>
                          </a:solidFill>
                          <a:latin typeface="Dosis ExtraLight"/>
                          <a:ea typeface="Dosis ExtraLight"/>
                          <a:cs typeface="Dosis ExtraLight"/>
                          <a:sym typeface="Dosis ExtraLight"/>
                        </a:rPr>
                        <a:t>SELESAI</a:t>
                      </a:r>
                      <a:endParaRPr sz="1600" dirty="0">
                        <a:solidFill>
                          <a:schemeClr val="dk1"/>
                        </a:solidFill>
                        <a:latin typeface="Dosis ExtraLight"/>
                        <a:ea typeface="Dosis ExtraLight"/>
                        <a:cs typeface="Dosis ExtraLight"/>
                        <a:sym typeface="Dosis ExtraLight"/>
                      </a:endParaRPr>
                    </a:p>
                  </a:txBody>
                  <a:tcPr marL="91425" marR="91425" marT="91425" marB="91425" anchor="b">
                    <a:lnL w="19050" cap="flat" cmpd="sng" algn="ctr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41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dirty="0">
                          <a:solidFill>
                            <a:schemeClr val="dk1"/>
                          </a:solidFill>
                          <a:latin typeface="Dosis ExtraLight"/>
                          <a:ea typeface="Dosis ExtraLight"/>
                          <a:cs typeface="Dosis ExtraLight"/>
                          <a:sym typeface="Dosis ExtraLight"/>
                        </a:rPr>
                        <a:t>01</a:t>
                      </a:r>
                      <a:endParaRPr sz="2000" dirty="0">
                        <a:solidFill>
                          <a:schemeClr val="dk1"/>
                        </a:solidFill>
                        <a:latin typeface="Dosis ExtraLight"/>
                        <a:ea typeface="Dosis ExtraLight"/>
                        <a:cs typeface="Dosis ExtraLight"/>
                        <a:sym typeface="Dosis ExtraLight"/>
                      </a:endParaRPr>
                    </a:p>
                  </a:txBody>
                  <a:tcPr marL="91425" marR="81625" marT="91425" marB="91425" anchor="ctr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i="1" dirty="0">
                          <a:solidFill>
                            <a:srgbClr val="324788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Tools </a:t>
                      </a:r>
                      <a:r>
                        <a:rPr lang="en-GB" sz="1200" dirty="0" err="1">
                          <a:solidFill>
                            <a:srgbClr val="324788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pengembangan</a:t>
                      </a:r>
                      <a:endParaRPr sz="1200" dirty="0">
                        <a:solidFill>
                          <a:schemeClr val="dk1"/>
                        </a:solidFill>
                        <a:latin typeface="Raleway Light"/>
                        <a:ea typeface="Raleway Light"/>
                        <a:cs typeface="Raleway Light"/>
                        <a:sym typeface="Raleway Ligh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2 &amp; 4</a:t>
                      </a:r>
                      <a:endParaRPr sz="1200" dirty="0">
                        <a:solidFill>
                          <a:schemeClr val="dk1"/>
                        </a:solidFill>
                        <a:latin typeface="Raleway Light"/>
                        <a:ea typeface="Raleway Light"/>
                        <a:cs typeface="Raleway Light"/>
                        <a:sym typeface="Raleway Light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Ditambahkan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penjelasan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mengenai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</a:t>
                      </a:r>
                      <a:r>
                        <a:rPr lang="en-GB" sz="1200" b="1" i="1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state management </a:t>
                      </a:r>
                      <a:r>
                        <a:rPr lang="en-GB" sz="1200" b="0" i="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dan </a:t>
                      </a:r>
                      <a:r>
                        <a:rPr lang="en-GB" sz="1200" b="1" i="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penggunaannya</a:t>
                      </a:r>
                      <a:r>
                        <a:rPr lang="en-GB" sz="1200" b="0" i="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pada </a:t>
                      </a:r>
                      <a:r>
                        <a:rPr lang="en-GB" sz="1200" b="0" i="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aplikasi</a:t>
                      </a:r>
                      <a:endParaRPr sz="1600" b="1" i="1" dirty="0">
                        <a:solidFill>
                          <a:schemeClr val="dk1"/>
                        </a:solidFill>
                        <a:latin typeface="Raleway Light"/>
                        <a:ea typeface="Raleway Light"/>
                        <a:cs typeface="Raleway Light"/>
                        <a:sym typeface="Raleway Light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Ya</a:t>
                      </a:r>
                      <a:endParaRPr sz="1600" dirty="0">
                        <a:solidFill>
                          <a:schemeClr val="dk1"/>
                        </a:solidFill>
                        <a:latin typeface="Raleway Light"/>
                        <a:ea typeface="Raleway Light"/>
                        <a:cs typeface="Raleway Light"/>
                        <a:sym typeface="Raleway Light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41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dirty="0">
                          <a:solidFill>
                            <a:schemeClr val="dk1"/>
                          </a:solidFill>
                          <a:latin typeface="Dosis ExtraLight"/>
                          <a:ea typeface="Dosis ExtraLight"/>
                          <a:cs typeface="Dosis ExtraLight"/>
                          <a:sym typeface="Dosis ExtraLight"/>
                        </a:rPr>
                        <a:t>02</a:t>
                      </a:r>
                      <a:endParaRPr sz="2000" dirty="0">
                        <a:solidFill>
                          <a:schemeClr val="dk1"/>
                        </a:solidFill>
                        <a:latin typeface="Dosis ExtraLight"/>
                        <a:ea typeface="Dosis ExtraLight"/>
                        <a:cs typeface="Dosis ExtraLight"/>
                        <a:sym typeface="Dosis ExtraLigh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i-FI" sz="1200" u="none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Perancangan sistem</a:t>
                      </a:r>
                      <a:endParaRPr sz="1200" u="none" dirty="0">
                        <a:solidFill>
                          <a:schemeClr val="dk1"/>
                        </a:solidFill>
                        <a:latin typeface="Raleway Light"/>
                        <a:ea typeface="Raleway Light"/>
                        <a:cs typeface="Raleway Light"/>
                        <a:sym typeface="Raleway Light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5</a:t>
                      </a:r>
                      <a:endParaRPr sz="1200" u="none" dirty="0">
                        <a:solidFill>
                          <a:schemeClr val="dk1"/>
                        </a:solidFill>
                        <a:latin typeface="Raleway Light"/>
                        <a:ea typeface="Raleway Light"/>
                        <a:cs typeface="Raleway Light"/>
                        <a:sym typeface="Raleway Light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Ditambahkan</a:t>
                      </a:r>
                      <a:r>
                        <a:rPr lang="en-GB" sz="1200" b="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</a:t>
                      </a:r>
                      <a:r>
                        <a:rPr lang="en-GB" sz="1200" b="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mengenai</a:t>
                      </a:r>
                      <a:r>
                        <a:rPr lang="en-GB" sz="1200" b="1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</a:t>
                      </a:r>
                      <a:r>
                        <a:rPr lang="en-GB" sz="1200" b="1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konsumsi</a:t>
                      </a:r>
                      <a:r>
                        <a:rPr lang="en-GB" sz="1200" b="1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API</a:t>
                      </a:r>
                      <a:r>
                        <a:rPr lang="en-GB" sz="1200" b="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pada </a:t>
                      </a:r>
                      <a:r>
                        <a:rPr lang="en-GB" sz="1200" b="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aplikasi</a:t>
                      </a:r>
                      <a:r>
                        <a:rPr lang="en-GB" sz="1200" b="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(</a:t>
                      </a:r>
                      <a:r>
                        <a:rPr lang="en-GB" sz="1200" b="0" i="1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field </a:t>
                      </a:r>
                      <a:r>
                        <a:rPr lang="en-GB" sz="1200" b="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tabel</a:t>
                      </a:r>
                      <a:r>
                        <a:rPr lang="en-GB" sz="1200" b="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</a:t>
                      </a:r>
                      <a:r>
                        <a:rPr lang="en-GB" sz="1200" b="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alamat</a:t>
                      </a:r>
                      <a:r>
                        <a:rPr lang="en-GB" sz="1200" b="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API yang </a:t>
                      </a:r>
                      <a:r>
                        <a:rPr lang="en-GB" sz="1200" b="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dikonsumsi</a:t>
                      </a:r>
                      <a:r>
                        <a:rPr lang="en-GB" sz="1200" b="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)</a:t>
                      </a:r>
                      <a:endParaRPr sz="1600" dirty="0">
                        <a:solidFill>
                          <a:schemeClr val="dk1"/>
                        </a:solidFill>
                        <a:latin typeface="Raleway Light"/>
                        <a:ea typeface="Raleway Light"/>
                        <a:cs typeface="Raleway Light"/>
                        <a:sym typeface="Raleway Light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Ya</a:t>
                      </a:r>
                      <a:endParaRPr sz="1600" dirty="0">
                        <a:solidFill>
                          <a:schemeClr val="dk1"/>
                        </a:solidFill>
                        <a:latin typeface="Raleway Light"/>
                        <a:ea typeface="Raleway Light"/>
                        <a:cs typeface="Raleway Light"/>
                        <a:sym typeface="Raleway Light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41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dirty="0">
                          <a:solidFill>
                            <a:schemeClr val="dk1"/>
                          </a:solidFill>
                          <a:latin typeface="Dosis ExtraLight"/>
                          <a:ea typeface="Dosis ExtraLight"/>
                          <a:cs typeface="Dosis ExtraLight"/>
                          <a:sym typeface="Dosis ExtraLight"/>
                        </a:rPr>
                        <a:t>03</a:t>
                      </a:r>
                      <a:endParaRPr sz="2000" dirty="0">
                        <a:solidFill>
                          <a:schemeClr val="dk1"/>
                        </a:solidFill>
                        <a:latin typeface="Dosis ExtraLight"/>
                        <a:ea typeface="Dosis ExtraLight"/>
                        <a:cs typeface="Dosis ExtraLight"/>
                        <a:sym typeface="Dosis ExtraLigh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i="1" u="none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Use case diagram</a:t>
                      </a:r>
                      <a:endParaRPr sz="1200" i="1" u="none" dirty="0">
                        <a:solidFill>
                          <a:schemeClr val="dk1"/>
                        </a:solidFill>
                        <a:latin typeface="Raleway Light"/>
                        <a:ea typeface="Raleway Light"/>
                        <a:cs typeface="Raleway Light"/>
                        <a:sym typeface="Raleway Ligh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4</a:t>
                      </a:r>
                      <a:endParaRPr sz="1200" u="none" dirty="0">
                        <a:solidFill>
                          <a:schemeClr val="dk1"/>
                        </a:solidFill>
                        <a:latin typeface="Raleway Light"/>
                        <a:ea typeface="Raleway Light"/>
                        <a:cs typeface="Raleway Light"/>
                        <a:sym typeface="Raleway Light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Perbaikan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</a:t>
                      </a:r>
                      <a:r>
                        <a:rPr lang="en-GB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panah</a:t>
                      </a:r>
                      <a:r>
                        <a:rPr lang="en-GB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pada </a:t>
                      </a:r>
                      <a:r>
                        <a:rPr lang="en-GB" sz="1200" b="1" i="1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use case diagram project management</a:t>
                      </a:r>
                      <a:r>
                        <a:rPr lang="en-GB" sz="1200" i="1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(scrum master </a:t>
                      </a:r>
                      <a:r>
                        <a:rPr lang="en-GB" sz="1200" i="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panah</a:t>
                      </a:r>
                      <a:r>
                        <a:rPr lang="en-GB" sz="1200" i="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</a:t>
                      </a:r>
                      <a:r>
                        <a:rPr lang="en-GB" sz="1200" i="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langsung</a:t>
                      </a:r>
                      <a:r>
                        <a:rPr lang="en-GB" sz="1200" i="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ke</a:t>
                      </a:r>
                      <a:r>
                        <a:rPr lang="en-GB" sz="1200" i="1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use case)</a:t>
                      </a:r>
                      <a:endParaRPr sz="1600" dirty="0">
                        <a:solidFill>
                          <a:schemeClr val="dk1"/>
                        </a:solidFill>
                        <a:latin typeface="Raleway Light"/>
                        <a:ea typeface="Raleway Light"/>
                        <a:cs typeface="Raleway Light"/>
                        <a:sym typeface="Raleway Light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Ya</a:t>
                      </a:r>
                      <a:endParaRPr sz="1600" dirty="0">
                        <a:solidFill>
                          <a:schemeClr val="dk1"/>
                        </a:solidFill>
                        <a:latin typeface="Raleway Light"/>
                        <a:ea typeface="Raleway Light"/>
                        <a:cs typeface="Raleway Light"/>
                        <a:sym typeface="Raleway Light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41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solidFill>
                            <a:schemeClr val="dk1"/>
                          </a:solidFill>
                          <a:latin typeface="Dosis ExtraLight"/>
                          <a:ea typeface="Dosis ExtraLight"/>
                          <a:cs typeface="Dosis ExtraLight"/>
                          <a:sym typeface="Dosis ExtraLight"/>
                        </a:rPr>
                        <a:t>04</a:t>
                      </a:r>
                      <a:endParaRPr sz="2000" dirty="0">
                        <a:solidFill>
                          <a:schemeClr val="dk1"/>
                        </a:solidFill>
                        <a:latin typeface="Dosis ExtraLight"/>
                        <a:ea typeface="Dosis ExtraLight"/>
                        <a:cs typeface="Dosis ExtraLight"/>
                        <a:sym typeface="Dosis ExtraLigh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Perancangan</a:t>
                      </a:r>
                      <a:r>
                        <a:rPr lang="en-ID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</a:t>
                      </a:r>
                      <a:r>
                        <a:rPr lang="en-ID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sistem</a:t>
                      </a:r>
                      <a:endParaRPr sz="1400" dirty="0">
                        <a:solidFill>
                          <a:schemeClr val="dk1"/>
                        </a:solidFill>
                        <a:latin typeface="Raleway Light"/>
                        <a:ea typeface="Raleway Light"/>
                        <a:cs typeface="Raleway Light"/>
                        <a:sym typeface="Raleway Light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4</a:t>
                      </a:r>
                      <a:endParaRPr sz="1400" dirty="0">
                        <a:solidFill>
                          <a:schemeClr val="dk1"/>
                        </a:solidFill>
                        <a:latin typeface="Raleway Light"/>
                        <a:ea typeface="Raleway Light"/>
                        <a:cs typeface="Raleway Light"/>
                        <a:sym typeface="Raleway Light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D" sz="12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Ditambahkan</a:t>
                      </a:r>
                      <a:r>
                        <a:rPr lang="en-ID" sz="120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</a:t>
                      </a:r>
                      <a:r>
                        <a:rPr lang="en-ID" sz="1200" b="0" i="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mengenai</a:t>
                      </a:r>
                      <a:r>
                        <a:rPr lang="en-ID" sz="1200" b="0" i="0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 </a:t>
                      </a:r>
                      <a:r>
                        <a:rPr lang="en-ID" sz="1200" b="1" i="1" dirty="0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deployment diagram</a:t>
                      </a:r>
                      <a:endParaRPr sz="1200" i="1" dirty="0">
                        <a:solidFill>
                          <a:schemeClr val="dk1"/>
                        </a:solidFill>
                        <a:latin typeface="Raleway Light"/>
                        <a:ea typeface="Raleway Light"/>
                        <a:cs typeface="Raleway Light"/>
                        <a:sym typeface="Raleway Light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 err="1">
                          <a:solidFill>
                            <a:schemeClr val="dk1"/>
                          </a:solidFill>
                          <a:latin typeface="Raleway Light"/>
                          <a:ea typeface="Raleway Light"/>
                          <a:cs typeface="Raleway Light"/>
                          <a:sym typeface="Raleway Light"/>
                        </a:rPr>
                        <a:t>Ya</a:t>
                      </a:r>
                      <a:endParaRPr sz="1600" dirty="0">
                        <a:solidFill>
                          <a:schemeClr val="dk1"/>
                        </a:solidFill>
                        <a:latin typeface="Raleway Light"/>
                        <a:ea typeface="Raleway Light"/>
                        <a:cs typeface="Raleway Light"/>
                        <a:sym typeface="Raleway Light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3434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8405125"/>
                  </a:ext>
                </a:extLst>
              </a:tr>
            </a:tbl>
          </a:graphicData>
        </a:graphic>
      </p:graphicFrame>
      <p:sp>
        <p:nvSpPr>
          <p:cNvPr id="1416" name="Google Shape;1416;p45"/>
          <p:cNvSpPr txBox="1">
            <a:spLocks noGrp="1"/>
          </p:cNvSpPr>
          <p:nvPr>
            <p:ph type="title"/>
          </p:nvPr>
        </p:nvSpPr>
        <p:spPr>
          <a:xfrm>
            <a:off x="2965269" y="344146"/>
            <a:ext cx="5563202" cy="84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REVISI SEMINAR HASIL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2AC65C-F217-445C-95D0-431B8A14D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14" y="-19050"/>
            <a:ext cx="703510" cy="7727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Google Shape;1846;p49"/>
          <p:cNvSpPr/>
          <p:nvPr/>
        </p:nvSpPr>
        <p:spPr>
          <a:xfrm>
            <a:off x="865500" y="-1134700"/>
            <a:ext cx="7413000" cy="7413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7" name="Google Shape;1847;p49"/>
          <p:cNvSpPr txBox="1">
            <a:spLocks noGrp="1"/>
          </p:cNvSpPr>
          <p:nvPr>
            <p:ph type="ctrTitle"/>
          </p:nvPr>
        </p:nvSpPr>
        <p:spPr>
          <a:xfrm flipH="1">
            <a:off x="1619069" y="2259124"/>
            <a:ext cx="3690300" cy="45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IDENTIFIKASI</a:t>
            </a:r>
            <a:br>
              <a:rPr lang="en-GB" dirty="0"/>
            </a:br>
            <a:r>
              <a:rPr lang="en-GB" dirty="0"/>
              <a:t>MASALAH</a:t>
            </a:r>
            <a:endParaRPr dirty="0"/>
          </a:p>
        </p:txBody>
      </p:sp>
      <p:sp>
        <p:nvSpPr>
          <p:cNvPr id="1848" name="Google Shape;1848;p49"/>
          <p:cNvSpPr txBox="1">
            <a:spLocks noGrp="1"/>
          </p:cNvSpPr>
          <p:nvPr>
            <p:ph type="title" idx="2"/>
          </p:nvPr>
        </p:nvSpPr>
        <p:spPr>
          <a:xfrm flipH="1">
            <a:off x="1619119" y="2961488"/>
            <a:ext cx="22407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lt1"/>
                </a:solidFill>
              </a:rPr>
              <a:t>03</a:t>
            </a:r>
            <a:endParaRPr dirty="0">
              <a:solidFill>
                <a:schemeClr val="lt1"/>
              </a:solidFill>
            </a:endParaRP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4D38DBC9-F300-4491-9B49-7A329B380017}"/>
              </a:ext>
            </a:extLst>
          </p:cNvPr>
          <p:cNvGrpSpPr/>
          <p:nvPr/>
        </p:nvGrpSpPr>
        <p:grpSpPr>
          <a:xfrm>
            <a:off x="4854114" y="1523751"/>
            <a:ext cx="3879642" cy="2875473"/>
            <a:chOff x="1215031" y="2281069"/>
            <a:chExt cx="4518911" cy="3091032"/>
          </a:xfrm>
        </p:grpSpPr>
        <p:sp>
          <p:nvSpPr>
            <p:cNvPr id="88" name="Google Shape;2040;p53">
              <a:extLst>
                <a:ext uri="{FF2B5EF4-FFF2-40B4-BE49-F238E27FC236}">
                  <a16:creationId xmlns:a16="http://schemas.microsoft.com/office/drawing/2014/main" id="{08E63447-BA42-49F9-9673-4C707999A4AA}"/>
                </a:ext>
              </a:extLst>
            </p:cNvPr>
            <p:cNvSpPr/>
            <p:nvPr/>
          </p:nvSpPr>
          <p:spPr>
            <a:xfrm>
              <a:off x="5285790" y="3817633"/>
              <a:ext cx="387936" cy="390700"/>
            </a:xfrm>
            <a:custGeom>
              <a:avLst/>
              <a:gdLst/>
              <a:ahLst/>
              <a:cxnLst/>
              <a:rect l="l" t="t" r="r" b="b"/>
              <a:pathLst>
                <a:path w="19089" h="19225" extrusionOk="0">
                  <a:moveTo>
                    <a:pt x="14327" y="1"/>
                  </a:moveTo>
                  <a:lnTo>
                    <a:pt x="0" y="8272"/>
                  </a:lnTo>
                  <a:lnTo>
                    <a:pt x="19089" y="19224"/>
                  </a:lnTo>
                  <a:lnTo>
                    <a:pt x="19089" y="2746"/>
                  </a:lnTo>
                  <a:lnTo>
                    <a:pt x="14327" y="1"/>
                  </a:lnTo>
                  <a:close/>
                </a:path>
              </a:pathLst>
            </a:custGeom>
            <a:solidFill>
              <a:srgbClr val="6F22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2041;p53">
              <a:extLst>
                <a:ext uri="{FF2B5EF4-FFF2-40B4-BE49-F238E27FC236}">
                  <a16:creationId xmlns:a16="http://schemas.microsoft.com/office/drawing/2014/main" id="{C5D1F068-75F5-442C-BD46-3C6B7F88961C}"/>
                </a:ext>
              </a:extLst>
            </p:cNvPr>
            <p:cNvSpPr/>
            <p:nvPr/>
          </p:nvSpPr>
          <p:spPr>
            <a:xfrm>
              <a:off x="1229216" y="3777638"/>
              <a:ext cx="2565086" cy="1594463"/>
            </a:xfrm>
            <a:custGeom>
              <a:avLst/>
              <a:gdLst/>
              <a:ahLst/>
              <a:cxnLst/>
              <a:rect l="l" t="t" r="r" b="b"/>
              <a:pathLst>
                <a:path w="126219" h="78458" extrusionOk="0">
                  <a:moveTo>
                    <a:pt x="0" y="0"/>
                  </a:moveTo>
                  <a:lnTo>
                    <a:pt x="0" y="4460"/>
                  </a:lnTo>
                  <a:cubicBezTo>
                    <a:pt x="0" y="5977"/>
                    <a:pt x="1136" y="7863"/>
                    <a:pt x="2537" y="8672"/>
                  </a:cubicBezTo>
                  <a:lnTo>
                    <a:pt x="116699" y="74580"/>
                  </a:lnTo>
                  <a:cubicBezTo>
                    <a:pt x="116699" y="74580"/>
                    <a:pt x="116734" y="74604"/>
                    <a:pt x="116792" y="74639"/>
                  </a:cubicBezTo>
                  <a:cubicBezTo>
                    <a:pt x="116862" y="74674"/>
                    <a:pt x="116957" y="74721"/>
                    <a:pt x="117074" y="74791"/>
                  </a:cubicBezTo>
                  <a:cubicBezTo>
                    <a:pt x="117167" y="74849"/>
                    <a:pt x="117261" y="74908"/>
                    <a:pt x="117390" y="74979"/>
                  </a:cubicBezTo>
                  <a:cubicBezTo>
                    <a:pt x="117508" y="75049"/>
                    <a:pt x="117636" y="75120"/>
                    <a:pt x="117788" y="75213"/>
                  </a:cubicBezTo>
                  <a:cubicBezTo>
                    <a:pt x="118080" y="75376"/>
                    <a:pt x="118421" y="75576"/>
                    <a:pt x="118796" y="75786"/>
                  </a:cubicBezTo>
                  <a:lnTo>
                    <a:pt x="119603" y="76254"/>
                  </a:lnTo>
                  <a:cubicBezTo>
                    <a:pt x="120177" y="76584"/>
                    <a:pt x="120797" y="76946"/>
                    <a:pt x="121453" y="77321"/>
                  </a:cubicBezTo>
                  <a:cubicBezTo>
                    <a:pt x="122759" y="78070"/>
                    <a:pt x="124451" y="78457"/>
                    <a:pt x="126147" y="78457"/>
                  </a:cubicBezTo>
                  <a:cubicBezTo>
                    <a:pt x="126171" y="78457"/>
                    <a:pt x="126195" y="78457"/>
                    <a:pt x="126219" y="78457"/>
                  </a:cubicBezTo>
                  <a:lnTo>
                    <a:pt x="126219" y="72882"/>
                  </a:lnTo>
                  <a:cubicBezTo>
                    <a:pt x="124380" y="72882"/>
                    <a:pt x="122554" y="72472"/>
                    <a:pt x="121149" y="71665"/>
                  </a:cubicBezTo>
                  <a:cubicBezTo>
                    <a:pt x="121149" y="71665"/>
                    <a:pt x="116699" y="69100"/>
                    <a:pt x="116699" y="69089"/>
                  </a:cubicBezTo>
                  <a:lnTo>
                    <a:pt x="2535" y="3178"/>
                  </a:lnTo>
                  <a:cubicBezTo>
                    <a:pt x="1742" y="2719"/>
                    <a:pt x="0" y="1694"/>
                    <a:pt x="0" y="0"/>
                  </a:cubicBez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2042;p53">
              <a:extLst>
                <a:ext uri="{FF2B5EF4-FFF2-40B4-BE49-F238E27FC236}">
                  <a16:creationId xmlns:a16="http://schemas.microsoft.com/office/drawing/2014/main" id="{67BB1474-A571-4B13-859E-1A2E508330EA}"/>
                </a:ext>
              </a:extLst>
            </p:cNvPr>
            <p:cNvSpPr/>
            <p:nvPr/>
          </p:nvSpPr>
          <p:spPr>
            <a:xfrm>
              <a:off x="1215031" y="2727839"/>
              <a:ext cx="4422013" cy="2530964"/>
            </a:xfrm>
            <a:custGeom>
              <a:avLst/>
              <a:gdLst/>
              <a:ahLst/>
              <a:cxnLst/>
              <a:rect l="l" t="t" r="r" b="b"/>
              <a:pathLst>
                <a:path w="217592" h="124540" extrusionOk="0">
                  <a:moveTo>
                    <a:pt x="89368" y="0"/>
                  </a:moveTo>
                  <a:cubicBezTo>
                    <a:pt x="87519" y="0"/>
                    <a:pt x="85667" y="410"/>
                    <a:pt x="84258" y="1230"/>
                  </a:cubicBezTo>
                  <a:lnTo>
                    <a:pt x="16663" y="40628"/>
                  </a:lnTo>
                  <a:lnTo>
                    <a:pt x="2787" y="48720"/>
                  </a:lnTo>
                  <a:cubicBezTo>
                    <a:pt x="0" y="50347"/>
                    <a:pt x="0" y="52983"/>
                    <a:pt x="2799" y="54599"/>
                  </a:cubicBezTo>
                  <a:lnTo>
                    <a:pt x="117408" y="120757"/>
                  </a:lnTo>
                  <a:lnTo>
                    <a:pt x="121845" y="123322"/>
                  </a:lnTo>
                  <a:cubicBezTo>
                    <a:pt x="123252" y="124129"/>
                    <a:pt x="125089" y="124539"/>
                    <a:pt x="126917" y="124539"/>
                  </a:cubicBezTo>
                  <a:cubicBezTo>
                    <a:pt x="126921" y="124539"/>
                    <a:pt x="126924" y="124539"/>
                    <a:pt x="126928" y="124539"/>
                  </a:cubicBezTo>
                  <a:cubicBezTo>
                    <a:pt x="128818" y="124539"/>
                    <a:pt x="130505" y="124134"/>
                    <a:pt x="131987" y="123310"/>
                  </a:cubicBezTo>
                  <a:lnTo>
                    <a:pt x="136426" y="120746"/>
                  </a:lnTo>
                  <a:lnTo>
                    <a:pt x="136437" y="120746"/>
                  </a:lnTo>
                  <a:lnTo>
                    <a:pt x="215578" y="75047"/>
                  </a:lnTo>
                  <a:cubicBezTo>
                    <a:pt x="215683" y="74976"/>
                    <a:pt x="215800" y="74895"/>
                    <a:pt x="215906" y="74813"/>
                  </a:cubicBezTo>
                  <a:cubicBezTo>
                    <a:pt x="216023" y="74731"/>
                    <a:pt x="216128" y="74626"/>
                    <a:pt x="216245" y="74520"/>
                  </a:cubicBezTo>
                  <a:lnTo>
                    <a:pt x="216444" y="74321"/>
                  </a:lnTo>
                  <a:cubicBezTo>
                    <a:pt x="216536" y="74216"/>
                    <a:pt x="216623" y="74107"/>
                    <a:pt x="216702" y="73993"/>
                  </a:cubicBezTo>
                  <a:cubicBezTo>
                    <a:pt x="216819" y="73853"/>
                    <a:pt x="216912" y="73701"/>
                    <a:pt x="217006" y="73536"/>
                  </a:cubicBezTo>
                  <a:cubicBezTo>
                    <a:pt x="217098" y="73378"/>
                    <a:pt x="217180" y="73213"/>
                    <a:pt x="217253" y="73044"/>
                  </a:cubicBezTo>
                  <a:cubicBezTo>
                    <a:pt x="217330" y="72882"/>
                    <a:pt x="217392" y="72715"/>
                    <a:pt x="217439" y="72541"/>
                  </a:cubicBezTo>
                  <a:cubicBezTo>
                    <a:pt x="217484" y="72395"/>
                    <a:pt x="217518" y="72246"/>
                    <a:pt x="217544" y="72096"/>
                  </a:cubicBezTo>
                  <a:cubicBezTo>
                    <a:pt x="217561" y="72060"/>
                    <a:pt x="217564" y="72018"/>
                    <a:pt x="217556" y="71979"/>
                  </a:cubicBezTo>
                  <a:cubicBezTo>
                    <a:pt x="217580" y="71920"/>
                    <a:pt x="217580" y="71862"/>
                    <a:pt x="217591" y="71803"/>
                  </a:cubicBezTo>
                  <a:lnTo>
                    <a:pt x="217580" y="71792"/>
                  </a:lnTo>
                  <a:lnTo>
                    <a:pt x="205073" y="64636"/>
                  </a:lnTo>
                  <a:lnTo>
                    <a:pt x="200306" y="61897"/>
                  </a:lnTo>
                  <a:lnTo>
                    <a:pt x="94400" y="1195"/>
                  </a:lnTo>
                  <a:cubicBezTo>
                    <a:pt x="93010" y="399"/>
                    <a:pt x="91190" y="0"/>
                    <a:pt x="89368" y="0"/>
                  </a:cubicBezTo>
                  <a:close/>
                </a:path>
              </a:pathLst>
            </a:custGeom>
            <a:solidFill>
              <a:srgbClr val="922D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2043;p53">
              <a:extLst>
                <a:ext uri="{FF2B5EF4-FFF2-40B4-BE49-F238E27FC236}">
                  <a16:creationId xmlns:a16="http://schemas.microsoft.com/office/drawing/2014/main" id="{7B76D70A-4B5E-499F-AF81-712E1EF00B4B}"/>
                </a:ext>
              </a:extLst>
            </p:cNvPr>
            <p:cNvSpPr/>
            <p:nvPr/>
          </p:nvSpPr>
          <p:spPr>
            <a:xfrm>
              <a:off x="1295589" y="3455913"/>
              <a:ext cx="4281483" cy="1745865"/>
            </a:xfrm>
            <a:custGeom>
              <a:avLst/>
              <a:gdLst/>
              <a:ahLst/>
              <a:cxnLst/>
              <a:rect l="l" t="t" r="r" b="b"/>
              <a:pathLst>
                <a:path w="210677" h="85908" extrusionOk="0">
                  <a:moveTo>
                    <a:pt x="0" y="1"/>
                  </a:moveTo>
                  <a:lnTo>
                    <a:pt x="0" y="14140"/>
                  </a:lnTo>
                  <a:cubicBezTo>
                    <a:pt x="0" y="15186"/>
                    <a:pt x="557" y="16153"/>
                    <a:pt x="1464" y="16676"/>
                  </a:cubicBezTo>
                  <a:lnTo>
                    <a:pt x="120025" y="85123"/>
                  </a:lnTo>
                  <a:cubicBezTo>
                    <a:pt x="120931" y="85646"/>
                    <a:pt x="121942" y="85907"/>
                    <a:pt x="122953" y="85907"/>
                  </a:cubicBezTo>
                  <a:cubicBezTo>
                    <a:pt x="123964" y="85907"/>
                    <a:pt x="124974" y="85646"/>
                    <a:pt x="125880" y="85123"/>
                  </a:cubicBezTo>
                  <a:lnTo>
                    <a:pt x="210663" y="36173"/>
                  </a:lnTo>
                  <a:lnTo>
                    <a:pt x="210676" y="20547"/>
                  </a:lnTo>
                  <a:lnTo>
                    <a:pt x="122953" y="7118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8C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2044;p53">
              <a:extLst>
                <a:ext uri="{FF2B5EF4-FFF2-40B4-BE49-F238E27FC236}">
                  <a16:creationId xmlns:a16="http://schemas.microsoft.com/office/drawing/2014/main" id="{F7559BBE-DD89-4250-8DF9-4573A642C3A2}"/>
                </a:ext>
              </a:extLst>
            </p:cNvPr>
            <p:cNvSpPr/>
            <p:nvPr/>
          </p:nvSpPr>
          <p:spPr>
            <a:xfrm>
              <a:off x="1295549" y="3455913"/>
              <a:ext cx="2498753" cy="1745865"/>
            </a:xfrm>
            <a:custGeom>
              <a:avLst/>
              <a:gdLst/>
              <a:ahLst/>
              <a:cxnLst/>
              <a:rect l="l" t="t" r="r" b="b"/>
              <a:pathLst>
                <a:path w="122955" h="85908" extrusionOk="0">
                  <a:moveTo>
                    <a:pt x="2" y="1"/>
                  </a:moveTo>
                  <a:lnTo>
                    <a:pt x="2" y="14140"/>
                  </a:lnTo>
                  <a:cubicBezTo>
                    <a:pt x="1" y="15186"/>
                    <a:pt x="559" y="16153"/>
                    <a:pt x="1466" y="16676"/>
                  </a:cubicBezTo>
                  <a:lnTo>
                    <a:pt x="120027" y="85123"/>
                  </a:lnTo>
                  <a:cubicBezTo>
                    <a:pt x="120917" y="85637"/>
                    <a:pt x="121926" y="85908"/>
                    <a:pt x="122955" y="85908"/>
                  </a:cubicBezTo>
                  <a:lnTo>
                    <a:pt x="122955" y="71186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2045;p53">
              <a:extLst>
                <a:ext uri="{FF2B5EF4-FFF2-40B4-BE49-F238E27FC236}">
                  <a16:creationId xmlns:a16="http://schemas.microsoft.com/office/drawing/2014/main" id="{425631B3-ED54-429F-9320-D170DAF6D896}"/>
                </a:ext>
              </a:extLst>
            </p:cNvPr>
            <p:cNvSpPr/>
            <p:nvPr/>
          </p:nvSpPr>
          <p:spPr>
            <a:xfrm>
              <a:off x="5552828" y="3891587"/>
              <a:ext cx="48469" cy="340077"/>
            </a:xfrm>
            <a:custGeom>
              <a:avLst/>
              <a:gdLst/>
              <a:ahLst/>
              <a:cxnLst/>
              <a:rect l="l" t="t" r="r" b="b"/>
              <a:pathLst>
                <a:path w="2385" h="16734" extrusionOk="0">
                  <a:moveTo>
                    <a:pt x="1629" y="0"/>
                  </a:moveTo>
                  <a:cubicBezTo>
                    <a:pt x="1494" y="0"/>
                    <a:pt x="1347" y="42"/>
                    <a:pt x="1194" y="131"/>
                  </a:cubicBezTo>
                  <a:cubicBezTo>
                    <a:pt x="535" y="511"/>
                    <a:pt x="0" y="1604"/>
                    <a:pt x="0" y="2576"/>
                  </a:cubicBezTo>
                  <a:lnTo>
                    <a:pt x="0" y="15533"/>
                  </a:lnTo>
                  <a:cubicBezTo>
                    <a:pt x="0" y="16278"/>
                    <a:pt x="314" y="16734"/>
                    <a:pt x="756" y="16734"/>
                  </a:cubicBezTo>
                  <a:cubicBezTo>
                    <a:pt x="889" y="16734"/>
                    <a:pt x="1034" y="16692"/>
                    <a:pt x="1186" y="16604"/>
                  </a:cubicBezTo>
                  <a:cubicBezTo>
                    <a:pt x="1841" y="16226"/>
                    <a:pt x="2373" y="15133"/>
                    <a:pt x="2373" y="14164"/>
                  </a:cubicBezTo>
                  <a:lnTo>
                    <a:pt x="2384" y="1199"/>
                  </a:lnTo>
                  <a:cubicBezTo>
                    <a:pt x="2385" y="456"/>
                    <a:pt x="2072" y="0"/>
                    <a:pt x="1629" y="0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2046;p53">
              <a:extLst>
                <a:ext uri="{FF2B5EF4-FFF2-40B4-BE49-F238E27FC236}">
                  <a16:creationId xmlns:a16="http://schemas.microsoft.com/office/drawing/2014/main" id="{D0054866-F580-43AB-A0C3-C227BF87190F}"/>
                </a:ext>
              </a:extLst>
            </p:cNvPr>
            <p:cNvSpPr/>
            <p:nvPr/>
          </p:nvSpPr>
          <p:spPr>
            <a:xfrm>
              <a:off x="1229216" y="3331133"/>
              <a:ext cx="2565065" cy="1594503"/>
            </a:xfrm>
            <a:custGeom>
              <a:avLst/>
              <a:gdLst/>
              <a:ahLst/>
              <a:cxnLst/>
              <a:rect l="l" t="t" r="r" b="b"/>
              <a:pathLst>
                <a:path w="126218" h="78460" extrusionOk="0">
                  <a:moveTo>
                    <a:pt x="2" y="1"/>
                  </a:moveTo>
                  <a:cubicBezTo>
                    <a:pt x="2" y="1"/>
                    <a:pt x="0" y="3753"/>
                    <a:pt x="0" y="4463"/>
                  </a:cubicBezTo>
                  <a:cubicBezTo>
                    <a:pt x="0" y="5979"/>
                    <a:pt x="1135" y="7864"/>
                    <a:pt x="2535" y="8673"/>
                  </a:cubicBezTo>
                  <a:lnTo>
                    <a:pt x="54915" y="38903"/>
                  </a:lnTo>
                  <a:cubicBezTo>
                    <a:pt x="54915" y="38903"/>
                    <a:pt x="116697" y="74584"/>
                    <a:pt x="116721" y="74595"/>
                  </a:cubicBezTo>
                  <a:lnTo>
                    <a:pt x="116909" y="74701"/>
                  </a:lnTo>
                  <a:cubicBezTo>
                    <a:pt x="117237" y="74899"/>
                    <a:pt x="117903" y="75287"/>
                    <a:pt x="118794" y="75790"/>
                  </a:cubicBezTo>
                  <a:lnTo>
                    <a:pt x="119601" y="76258"/>
                  </a:lnTo>
                  <a:cubicBezTo>
                    <a:pt x="120176" y="76586"/>
                    <a:pt x="120796" y="76950"/>
                    <a:pt x="121451" y="77325"/>
                  </a:cubicBezTo>
                  <a:cubicBezTo>
                    <a:pt x="122755" y="78072"/>
                    <a:pt x="124443" y="78460"/>
                    <a:pt x="126136" y="78460"/>
                  </a:cubicBezTo>
                  <a:cubicBezTo>
                    <a:pt x="126163" y="78460"/>
                    <a:pt x="126190" y="78460"/>
                    <a:pt x="126217" y="78459"/>
                  </a:cubicBezTo>
                  <a:lnTo>
                    <a:pt x="126217" y="72862"/>
                  </a:lnTo>
                  <a:cubicBezTo>
                    <a:pt x="124380" y="72862"/>
                    <a:pt x="122552" y="72463"/>
                    <a:pt x="121136" y="71644"/>
                  </a:cubicBezTo>
                  <a:cubicBezTo>
                    <a:pt x="121136" y="71644"/>
                    <a:pt x="116708" y="69091"/>
                    <a:pt x="116697" y="69091"/>
                  </a:cubicBezTo>
                  <a:lnTo>
                    <a:pt x="59681" y="36163"/>
                  </a:lnTo>
                  <a:lnTo>
                    <a:pt x="2535" y="3182"/>
                  </a:lnTo>
                  <a:cubicBezTo>
                    <a:pt x="1791" y="2751"/>
                    <a:pt x="2" y="1754"/>
                    <a:pt x="2" y="1"/>
                  </a:cubicBez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2047;p53">
              <a:extLst>
                <a:ext uri="{FF2B5EF4-FFF2-40B4-BE49-F238E27FC236}">
                  <a16:creationId xmlns:a16="http://schemas.microsoft.com/office/drawing/2014/main" id="{3F65A103-2B2C-421F-A77A-C47D5C0395B8}"/>
                </a:ext>
              </a:extLst>
            </p:cNvPr>
            <p:cNvSpPr/>
            <p:nvPr/>
          </p:nvSpPr>
          <p:spPr>
            <a:xfrm>
              <a:off x="1215031" y="2281069"/>
              <a:ext cx="4490053" cy="2530842"/>
            </a:xfrm>
            <a:custGeom>
              <a:avLst/>
              <a:gdLst/>
              <a:ahLst/>
              <a:cxnLst/>
              <a:rect l="l" t="t" r="r" b="b"/>
              <a:pathLst>
                <a:path w="220940" h="124534" extrusionOk="0">
                  <a:moveTo>
                    <a:pt x="220779" y="73670"/>
                  </a:moveTo>
                  <a:lnTo>
                    <a:pt x="220940" y="73762"/>
                  </a:lnTo>
                  <a:cubicBezTo>
                    <a:pt x="220890" y="73726"/>
                    <a:pt x="220836" y="73695"/>
                    <a:pt x="220779" y="73670"/>
                  </a:cubicBezTo>
                  <a:close/>
                  <a:moveTo>
                    <a:pt x="89377" y="0"/>
                  </a:moveTo>
                  <a:cubicBezTo>
                    <a:pt x="87525" y="0"/>
                    <a:pt x="85670" y="413"/>
                    <a:pt x="84258" y="1234"/>
                  </a:cubicBezTo>
                  <a:lnTo>
                    <a:pt x="2787" y="48726"/>
                  </a:lnTo>
                  <a:cubicBezTo>
                    <a:pt x="0" y="50353"/>
                    <a:pt x="0" y="52975"/>
                    <a:pt x="2799" y="54603"/>
                  </a:cubicBezTo>
                  <a:lnTo>
                    <a:pt x="16663" y="62612"/>
                  </a:lnTo>
                  <a:lnTo>
                    <a:pt x="117408" y="120761"/>
                  </a:lnTo>
                  <a:lnTo>
                    <a:pt x="121845" y="123326"/>
                  </a:lnTo>
                  <a:cubicBezTo>
                    <a:pt x="123252" y="124133"/>
                    <a:pt x="125089" y="124532"/>
                    <a:pt x="126917" y="124532"/>
                  </a:cubicBezTo>
                  <a:cubicBezTo>
                    <a:pt x="126965" y="124533"/>
                    <a:pt x="127012" y="124533"/>
                    <a:pt x="127060" y="124533"/>
                  </a:cubicBezTo>
                  <a:cubicBezTo>
                    <a:pt x="128937" y="124533"/>
                    <a:pt x="130556" y="124078"/>
                    <a:pt x="131998" y="123314"/>
                  </a:cubicBezTo>
                  <a:lnTo>
                    <a:pt x="136426" y="120761"/>
                  </a:lnTo>
                  <a:lnTo>
                    <a:pt x="136437" y="120761"/>
                  </a:lnTo>
                  <a:lnTo>
                    <a:pt x="200308" y="83881"/>
                  </a:lnTo>
                  <a:lnTo>
                    <a:pt x="214324" y="75789"/>
                  </a:lnTo>
                  <a:lnTo>
                    <a:pt x="217287" y="74080"/>
                  </a:lnTo>
                  <a:cubicBezTo>
                    <a:pt x="217697" y="73857"/>
                    <a:pt x="218083" y="73681"/>
                    <a:pt x="218458" y="73564"/>
                  </a:cubicBezTo>
                  <a:cubicBezTo>
                    <a:pt x="218658" y="73505"/>
                    <a:pt x="218832" y="73458"/>
                    <a:pt x="219020" y="73436"/>
                  </a:cubicBezTo>
                  <a:cubicBezTo>
                    <a:pt x="219194" y="73404"/>
                    <a:pt x="219369" y="73388"/>
                    <a:pt x="219546" y="73388"/>
                  </a:cubicBezTo>
                  <a:cubicBezTo>
                    <a:pt x="219554" y="73388"/>
                    <a:pt x="219562" y="73388"/>
                    <a:pt x="219571" y="73388"/>
                  </a:cubicBezTo>
                  <a:cubicBezTo>
                    <a:pt x="219688" y="73390"/>
                    <a:pt x="219805" y="73398"/>
                    <a:pt x="219922" y="73412"/>
                  </a:cubicBezTo>
                  <a:cubicBezTo>
                    <a:pt x="220033" y="73421"/>
                    <a:pt x="220144" y="73445"/>
                    <a:pt x="220250" y="73482"/>
                  </a:cubicBezTo>
                  <a:cubicBezTo>
                    <a:pt x="220327" y="73493"/>
                    <a:pt x="220403" y="73516"/>
                    <a:pt x="220473" y="73551"/>
                  </a:cubicBezTo>
                  <a:cubicBezTo>
                    <a:pt x="220547" y="73564"/>
                    <a:pt x="220620" y="73591"/>
                    <a:pt x="220683" y="73633"/>
                  </a:cubicBezTo>
                  <a:cubicBezTo>
                    <a:pt x="220716" y="73644"/>
                    <a:pt x="220748" y="73656"/>
                    <a:pt x="220779" y="73670"/>
                  </a:cubicBezTo>
                  <a:lnTo>
                    <a:pt x="220779" y="73670"/>
                  </a:lnTo>
                  <a:lnTo>
                    <a:pt x="94400" y="1199"/>
                  </a:lnTo>
                  <a:cubicBezTo>
                    <a:pt x="93012" y="399"/>
                    <a:pt x="91197" y="0"/>
                    <a:pt x="89377" y="0"/>
                  </a:cubicBez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2048;p53">
              <a:extLst>
                <a:ext uri="{FF2B5EF4-FFF2-40B4-BE49-F238E27FC236}">
                  <a16:creationId xmlns:a16="http://schemas.microsoft.com/office/drawing/2014/main" id="{735F4976-908A-454B-ACBA-33CEEBC2D195}"/>
                </a:ext>
              </a:extLst>
            </p:cNvPr>
            <p:cNvSpPr/>
            <p:nvPr/>
          </p:nvSpPr>
          <p:spPr>
            <a:xfrm>
              <a:off x="3794281" y="3772497"/>
              <a:ext cx="1939661" cy="1599604"/>
            </a:xfrm>
            <a:custGeom>
              <a:avLst/>
              <a:gdLst/>
              <a:ahLst/>
              <a:cxnLst/>
              <a:rect l="l" t="t" r="r" b="b"/>
              <a:pathLst>
                <a:path w="95444" h="78711" extrusionOk="0">
                  <a:moveTo>
                    <a:pt x="92630" y="0"/>
                  </a:moveTo>
                  <a:cubicBezTo>
                    <a:pt x="92453" y="0"/>
                    <a:pt x="92278" y="16"/>
                    <a:pt x="92104" y="46"/>
                  </a:cubicBezTo>
                  <a:cubicBezTo>
                    <a:pt x="91917" y="70"/>
                    <a:pt x="91742" y="117"/>
                    <a:pt x="91542" y="176"/>
                  </a:cubicBezTo>
                  <a:cubicBezTo>
                    <a:pt x="91167" y="293"/>
                    <a:pt x="90781" y="469"/>
                    <a:pt x="90371" y="690"/>
                  </a:cubicBezTo>
                  <a:lnTo>
                    <a:pt x="87408" y="2401"/>
                  </a:lnTo>
                  <a:lnTo>
                    <a:pt x="73390" y="10493"/>
                  </a:lnTo>
                  <a:lnTo>
                    <a:pt x="9521" y="47373"/>
                  </a:lnTo>
                  <a:lnTo>
                    <a:pt x="9510" y="47373"/>
                  </a:lnTo>
                  <a:lnTo>
                    <a:pt x="5082" y="49926"/>
                  </a:lnTo>
                  <a:lnTo>
                    <a:pt x="5071" y="49938"/>
                  </a:lnTo>
                  <a:cubicBezTo>
                    <a:pt x="3667" y="50745"/>
                    <a:pt x="1840" y="51144"/>
                    <a:pt x="1" y="51144"/>
                  </a:cubicBezTo>
                  <a:lnTo>
                    <a:pt x="1" y="56743"/>
                  </a:lnTo>
                  <a:cubicBezTo>
                    <a:pt x="25" y="56743"/>
                    <a:pt x="49" y="56743"/>
                    <a:pt x="73" y="56743"/>
                  </a:cubicBezTo>
                  <a:cubicBezTo>
                    <a:pt x="1769" y="56743"/>
                    <a:pt x="3461" y="56356"/>
                    <a:pt x="4767" y="55607"/>
                  </a:cubicBezTo>
                  <a:cubicBezTo>
                    <a:pt x="5422" y="55232"/>
                    <a:pt x="6043" y="54869"/>
                    <a:pt x="6617" y="54540"/>
                  </a:cubicBezTo>
                  <a:lnTo>
                    <a:pt x="7426" y="54072"/>
                  </a:lnTo>
                  <a:cubicBezTo>
                    <a:pt x="8315" y="53569"/>
                    <a:pt x="8983" y="53182"/>
                    <a:pt x="9310" y="52983"/>
                  </a:cubicBezTo>
                  <a:lnTo>
                    <a:pt x="9497" y="52879"/>
                  </a:lnTo>
                  <a:cubicBezTo>
                    <a:pt x="9503" y="52871"/>
                    <a:pt x="9511" y="52868"/>
                    <a:pt x="9521" y="52866"/>
                  </a:cubicBezTo>
                  <a:lnTo>
                    <a:pt x="78158" y="13234"/>
                  </a:lnTo>
                  <a:lnTo>
                    <a:pt x="88662" y="7167"/>
                  </a:lnTo>
                  <a:cubicBezTo>
                    <a:pt x="88985" y="6980"/>
                    <a:pt x="89290" y="6892"/>
                    <a:pt x="89562" y="6892"/>
                  </a:cubicBezTo>
                  <a:cubicBezTo>
                    <a:pt x="90227" y="6892"/>
                    <a:pt x="90688" y="7423"/>
                    <a:pt x="90688" y="8338"/>
                  </a:cubicBezTo>
                  <a:lnTo>
                    <a:pt x="90688" y="20130"/>
                  </a:lnTo>
                  <a:cubicBezTo>
                    <a:pt x="90691" y="20216"/>
                    <a:pt x="90683" y="20303"/>
                    <a:pt x="90664" y="20387"/>
                  </a:cubicBezTo>
                  <a:cubicBezTo>
                    <a:pt x="90677" y="20447"/>
                    <a:pt x="90664" y="20504"/>
                    <a:pt x="90640" y="20575"/>
                  </a:cubicBezTo>
                  <a:cubicBezTo>
                    <a:pt x="90650" y="20613"/>
                    <a:pt x="90645" y="20654"/>
                    <a:pt x="90629" y="20692"/>
                  </a:cubicBezTo>
                  <a:cubicBezTo>
                    <a:pt x="90604" y="20842"/>
                    <a:pt x="90569" y="20991"/>
                    <a:pt x="90523" y="21137"/>
                  </a:cubicBezTo>
                  <a:cubicBezTo>
                    <a:pt x="90477" y="21309"/>
                    <a:pt x="90414" y="21478"/>
                    <a:pt x="90337" y="21640"/>
                  </a:cubicBezTo>
                  <a:cubicBezTo>
                    <a:pt x="90264" y="21808"/>
                    <a:pt x="90182" y="21972"/>
                    <a:pt x="90091" y="22132"/>
                  </a:cubicBezTo>
                  <a:cubicBezTo>
                    <a:pt x="89996" y="22297"/>
                    <a:pt x="89903" y="22449"/>
                    <a:pt x="89786" y="22589"/>
                  </a:cubicBezTo>
                  <a:cubicBezTo>
                    <a:pt x="89707" y="22703"/>
                    <a:pt x="89621" y="22812"/>
                    <a:pt x="89530" y="22917"/>
                  </a:cubicBezTo>
                  <a:lnTo>
                    <a:pt x="89330" y="23116"/>
                  </a:lnTo>
                  <a:cubicBezTo>
                    <a:pt x="89227" y="23225"/>
                    <a:pt x="89113" y="23324"/>
                    <a:pt x="88990" y="23409"/>
                  </a:cubicBezTo>
                  <a:cubicBezTo>
                    <a:pt x="88886" y="23490"/>
                    <a:pt x="88768" y="23572"/>
                    <a:pt x="88662" y="23643"/>
                  </a:cubicBezTo>
                  <a:lnTo>
                    <a:pt x="9522" y="69341"/>
                  </a:lnTo>
                  <a:lnTo>
                    <a:pt x="9522" y="69353"/>
                  </a:lnTo>
                  <a:lnTo>
                    <a:pt x="5071" y="71917"/>
                  </a:lnTo>
                  <a:cubicBezTo>
                    <a:pt x="3667" y="72725"/>
                    <a:pt x="1840" y="73135"/>
                    <a:pt x="1" y="73135"/>
                  </a:cubicBezTo>
                  <a:lnTo>
                    <a:pt x="1" y="78710"/>
                  </a:lnTo>
                  <a:cubicBezTo>
                    <a:pt x="25" y="78710"/>
                    <a:pt x="49" y="78710"/>
                    <a:pt x="73" y="78710"/>
                  </a:cubicBezTo>
                  <a:cubicBezTo>
                    <a:pt x="1769" y="78710"/>
                    <a:pt x="3461" y="78323"/>
                    <a:pt x="4767" y="77574"/>
                  </a:cubicBezTo>
                  <a:cubicBezTo>
                    <a:pt x="5422" y="77199"/>
                    <a:pt x="6043" y="76837"/>
                    <a:pt x="6617" y="76507"/>
                  </a:cubicBezTo>
                  <a:lnTo>
                    <a:pt x="7426" y="76039"/>
                  </a:lnTo>
                  <a:cubicBezTo>
                    <a:pt x="7799" y="75829"/>
                    <a:pt x="8139" y="75629"/>
                    <a:pt x="8432" y="75466"/>
                  </a:cubicBezTo>
                  <a:cubicBezTo>
                    <a:pt x="8584" y="75373"/>
                    <a:pt x="8714" y="75302"/>
                    <a:pt x="8831" y="75232"/>
                  </a:cubicBezTo>
                  <a:cubicBezTo>
                    <a:pt x="8959" y="75161"/>
                    <a:pt x="9052" y="75102"/>
                    <a:pt x="9147" y="75044"/>
                  </a:cubicBezTo>
                  <a:cubicBezTo>
                    <a:pt x="9263" y="74974"/>
                    <a:pt x="9358" y="74927"/>
                    <a:pt x="9427" y="74892"/>
                  </a:cubicBezTo>
                  <a:cubicBezTo>
                    <a:pt x="9487" y="74857"/>
                    <a:pt x="9521" y="74833"/>
                    <a:pt x="9521" y="74833"/>
                  </a:cubicBezTo>
                  <a:lnTo>
                    <a:pt x="90371" y="28152"/>
                  </a:lnTo>
                  <a:cubicBezTo>
                    <a:pt x="93171" y="26534"/>
                    <a:pt x="95443" y="22600"/>
                    <a:pt x="95443" y="19369"/>
                  </a:cubicBezTo>
                  <a:lnTo>
                    <a:pt x="95443" y="3619"/>
                  </a:lnTo>
                  <a:cubicBezTo>
                    <a:pt x="95443" y="2049"/>
                    <a:pt x="94903" y="937"/>
                    <a:pt x="94038" y="375"/>
                  </a:cubicBezTo>
                  <a:lnTo>
                    <a:pt x="94027" y="375"/>
                  </a:lnTo>
                  <a:lnTo>
                    <a:pt x="93862" y="282"/>
                  </a:lnTo>
                  <a:cubicBezTo>
                    <a:pt x="93827" y="269"/>
                    <a:pt x="93804" y="258"/>
                    <a:pt x="93769" y="245"/>
                  </a:cubicBezTo>
                  <a:cubicBezTo>
                    <a:pt x="93699" y="211"/>
                    <a:pt x="93628" y="176"/>
                    <a:pt x="93558" y="165"/>
                  </a:cubicBezTo>
                  <a:cubicBezTo>
                    <a:pt x="93489" y="128"/>
                    <a:pt x="93413" y="105"/>
                    <a:pt x="93335" y="94"/>
                  </a:cubicBezTo>
                  <a:cubicBezTo>
                    <a:pt x="93229" y="57"/>
                    <a:pt x="93119" y="33"/>
                    <a:pt x="93006" y="24"/>
                  </a:cubicBezTo>
                  <a:cubicBezTo>
                    <a:pt x="92889" y="10"/>
                    <a:pt x="92772" y="2"/>
                    <a:pt x="92655" y="0"/>
                  </a:cubicBezTo>
                  <a:cubicBezTo>
                    <a:pt x="92646" y="0"/>
                    <a:pt x="92638" y="0"/>
                    <a:pt x="92630" y="0"/>
                  </a:cubicBezTo>
                  <a:close/>
                </a:path>
              </a:pathLst>
            </a:custGeom>
            <a:solidFill>
              <a:srgbClr val="C23C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5" name="Google Shape;1775;p48"/>
          <p:cNvGrpSpPr/>
          <p:nvPr/>
        </p:nvGrpSpPr>
        <p:grpSpPr>
          <a:xfrm>
            <a:off x="630688" y="1608434"/>
            <a:ext cx="3103282" cy="2939467"/>
            <a:chOff x="745650" y="1479275"/>
            <a:chExt cx="3169722" cy="3002400"/>
          </a:xfrm>
        </p:grpSpPr>
        <p:sp>
          <p:nvSpPr>
            <p:cNvPr id="1776" name="Google Shape;1776;p48"/>
            <p:cNvSpPr/>
            <p:nvPr/>
          </p:nvSpPr>
          <p:spPr>
            <a:xfrm>
              <a:off x="745650" y="1479275"/>
              <a:ext cx="3002400" cy="3002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48"/>
            <p:cNvSpPr/>
            <p:nvPr/>
          </p:nvSpPr>
          <p:spPr>
            <a:xfrm rot="10800000" flipH="1">
              <a:off x="3447072" y="2150875"/>
              <a:ext cx="468300" cy="370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78" name="Google Shape;1778;p48"/>
          <p:cNvSpPr txBox="1">
            <a:spLocks noGrp="1"/>
          </p:cNvSpPr>
          <p:nvPr>
            <p:ph type="title" idx="4"/>
          </p:nvPr>
        </p:nvSpPr>
        <p:spPr>
          <a:xfrm>
            <a:off x="3644348" y="136479"/>
            <a:ext cx="489915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dirty="0">
                <a:solidFill>
                  <a:schemeClr val="accent2"/>
                </a:solidFill>
              </a:rPr>
              <a:t>IDENTIFIKASI MASALAH</a:t>
            </a:r>
            <a:endParaRPr sz="3600" dirty="0">
              <a:solidFill>
                <a:schemeClr val="accent2"/>
              </a:solidFill>
            </a:endParaRPr>
          </a:p>
        </p:txBody>
      </p:sp>
      <p:grpSp>
        <p:nvGrpSpPr>
          <p:cNvPr id="1805" name="Google Shape;1805;p48"/>
          <p:cNvGrpSpPr/>
          <p:nvPr/>
        </p:nvGrpSpPr>
        <p:grpSpPr>
          <a:xfrm rot="10800000" flipH="1">
            <a:off x="5383504" y="1678345"/>
            <a:ext cx="3160003" cy="3002400"/>
            <a:chOff x="5238497" y="1479275"/>
            <a:chExt cx="3160003" cy="3002400"/>
          </a:xfrm>
        </p:grpSpPr>
        <p:sp>
          <p:nvSpPr>
            <p:cNvPr id="1806" name="Google Shape;1806;p48"/>
            <p:cNvSpPr/>
            <p:nvPr/>
          </p:nvSpPr>
          <p:spPr>
            <a:xfrm>
              <a:off x="5396100" y="1479275"/>
              <a:ext cx="3002400" cy="3002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48"/>
            <p:cNvSpPr/>
            <p:nvPr/>
          </p:nvSpPr>
          <p:spPr>
            <a:xfrm rot="10800000">
              <a:off x="5238497" y="3508000"/>
              <a:ext cx="468300" cy="3702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09" name="Google Shape;1809;p48"/>
          <p:cNvSpPr txBox="1">
            <a:spLocks noGrp="1"/>
          </p:cNvSpPr>
          <p:nvPr>
            <p:ph type="ctrTitle" idx="2"/>
          </p:nvPr>
        </p:nvSpPr>
        <p:spPr>
          <a:xfrm flipH="1">
            <a:off x="970782" y="2265957"/>
            <a:ext cx="2245749" cy="131003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2400" dirty="0"/>
              <a:t>PEMBELAJARAN TERINTEGRASI</a:t>
            </a:r>
          </a:p>
        </p:txBody>
      </p:sp>
      <p:sp>
        <p:nvSpPr>
          <p:cNvPr id="1811" name="Google Shape;1811;p48"/>
          <p:cNvSpPr txBox="1">
            <a:spLocks noGrp="1"/>
          </p:cNvSpPr>
          <p:nvPr>
            <p:ph type="ctrTitle"/>
          </p:nvPr>
        </p:nvSpPr>
        <p:spPr>
          <a:xfrm flipH="1">
            <a:off x="5903083" y="2738596"/>
            <a:ext cx="2250000" cy="92097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2400" dirty="0"/>
              <a:t>SUMBER DAYA MANUSIA</a:t>
            </a:r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DD12D2C0-4DA1-4860-9009-E516703CB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00" y="-19050"/>
            <a:ext cx="1007899" cy="1107102"/>
          </a:xfrm>
          <a:prstGeom prst="rect">
            <a:avLst/>
          </a:prstGeom>
        </p:spPr>
      </p:pic>
      <p:grpSp>
        <p:nvGrpSpPr>
          <p:cNvPr id="74" name="Google Shape;3891;p55">
            <a:extLst>
              <a:ext uri="{FF2B5EF4-FFF2-40B4-BE49-F238E27FC236}">
                <a16:creationId xmlns:a16="http://schemas.microsoft.com/office/drawing/2014/main" id="{28DEAE28-E6A4-41E6-8822-6C7709636029}"/>
              </a:ext>
            </a:extLst>
          </p:cNvPr>
          <p:cNvGrpSpPr/>
          <p:nvPr/>
        </p:nvGrpSpPr>
        <p:grpSpPr>
          <a:xfrm>
            <a:off x="3722657" y="1776156"/>
            <a:ext cx="1534333" cy="2302458"/>
            <a:chOff x="5804850" y="4607575"/>
            <a:chExt cx="578875" cy="868675"/>
          </a:xfrm>
        </p:grpSpPr>
        <p:sp>
          <p:nvSpPr>
            <p:cNvPr id="75" name="Google Shape;3892;p55">
              <a:extLst>
                <a:ext uri="{FF2B5EF4-FFF2-40B4-BE49-F238E27FC236}">
                  <a16:creationId xmlns:a16="http://schemas.microsoft.com/office/drawing/2014/main" id="{766333D7-8C28-48A1-A109-C1AF05EAE44E}"/>
                </a:ext>
              </a:extLst>
            </p:cNvPr>
            <p:cNvSpPr/>
            <p:nvPr/>
          </p:nvSpPr>
          <p:spPr>
            <a:xfrm>
              <a:off x="5819875" y="5163100"/>
              <a:ext cx="542375" cy="313150"/>
            </a:xfrm>
            <a:custGeom>
              <a:avLst/>
              <a:gdLst/>
              <a:ahLst/>
              <a:cxnLst/>
              <a:rect l="l" t="t" r="r" b="b"/>
              <a:pathLst>
                <a:path w="21695" h="12526" extrusionOk="0">
                  <a:moveTo>
                    <a:pt x="10847" y="0"/>
                  </a:moveTo>
                  <a:cubicBezTo>
                    <a:pt x="7970" y="0"/>
                    <a:pt x="5212" y="660"/>
                    <a:pt x="3178" y="1834"/>
                  </a:cubicBezTo>
                  <a:cubicBezTo>
                    <a:pt x="1143" y="3008"/>
                    <a:pt x="1" y="4601"/>
                    <a:pt x="1" y="6262"/>
                  </a:cubicBezTo>
                  <a:cubicBezTo>
                    <a:pt x="1" y="7923"/>
                    <a:pt x="1143" y="9516"/>
                    <a:pt x="3178" y="10690"/>
                  </a:cubicBezTo>
                  <a:cubicBezTo>
                    <a:pt x="5212" y="11865"/>
                    <a:pt x="7970" y="12525"/>
                    <a:pt x="10847" y="12525"/>
                  </a:cubicBezTo>
                  <a:cubicBezTo>
                    <a:pt x="13725" y="12525"/>
                    <a:pt x="16483" y="11865"/>
                    <a:pt x="18517" y="10690"/>
                  </a:cubicBezTo>
                  <a:cubicBezTo>
                    <a:pt x="20552" y="9516"/>
                    <a:pt x="21694" y="7923"/>
                    <a:pt x="21694" y="6262"/>
                  </a:cubicBezTo>
                  <a:cubicBezTo>
                    <a:pt x="21694" y="4601"/>
                    <a:pt x="20552" y="3008"/>
                    <a:pt x="18517" y="1834"/>
                  </a:cubicBezTo>
                  <a:cubicBezTo>
                    <a:pt x="16483" y="660"/>
                    <a:pt x="13725" y="0"/>
                    <a:pt x="10847" y="0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3893;p55">
              <a:extLst>
                <a:ext uri="{FF2B5EF4-FFF2-40B4-BE49-F238E27FC236}">
                  <a16:creationId xmlns:a16="http://schemas.microsoft.com/office/drawing/2014/main" id="{C55B5B22-4373-41A5-9402-5E18A79BE959}"/>
                </a:ext>
              </a:extLst>
            </p:cNvPr>
            <p:cNvSpPr/>
            <p:nvPr/>
          </p:nvSpPr>
          <p:spPr>
            <a:xfrm>
              <a:off x="5903000" y="5208600"/>
              <a:ext cx="158950" cy="68625"/>
            </a:xfrm>
            <a:custGeom>
              <a:avLst/>
              <a:gdLst/>
              <a:ahLst/>
              <a:cxnLst/>
              <a:rect l="l" t="t" r="r" b="b"/>
              <a:pathLst>
                <a:path w="6358" h="2745" extrusionOk="0">
                  <a:moveTo>
                    <a:pt x="5997" y="1"/>
                  </a:moveTo>
                  <a:cubicBezTo>
                    <a:pt x="5997" y="1"/>
                    <a:pt x="5997" y="1"/>
                    <a:pt x="5997" y="1"/>
                  </a:cubicBezTo>
                  <a:lnTo>
                    <a:pt x="5997" y="1"/>
                  </a:lnTo>
                  <a:lnTo>
                    <a:pt x="5997" y="1"/>
                  </a:lnTo>
                  <a:close/>
                  <a:moveTo>
                    <a:pt x="5997" y="1"/>
                  </a:moveTo>
                  <a:lnTo>
                    <a:pt x="4161" y="92"/>
                  </a:lnTo>
                  <a:cubicBezTo>
                    <a:pt x="3732" y="613"/>
                    <a:pt x="1985" y="533"/>
                    <a:pt x="631" y="736"/>
                  </a:cubicBezTo>
                  <a:cubicBezTo>
                    <a:pt x="587" y="743"/>
                    <a:pt x="543" y="750"/>
                    <a:pt x="505" y="774"/>
                  </a:cubicBezTo>
                  <a:cubicBezTo>
                    <a:pt x="1" y="1086"/>
                    <a:pt x="688" y="1909"/>
                    <a:pt x="1092" y="2080"/>
                  </a:cubicBezTo>
                  <a:cubicBezTo>
                    <a:pt x="1399" y="2210"/>
                    <a:pt x="1721" y="2302"/>
                    <a:pt x="2051" y="2352"/>
                  </a:cubicBezTo>
                  <a:cubicBezTo>
                    <a:pt x="2428" y="2407"/>
                    <a:pt x="2729" y="2379"/>
                    <a:pt x="3110" y="2401"/>
                  </a:cubicBezTo>
                  <a:cubicBezTo>
                    <a:pt x="3427" y="2420"/>
                    <a:pt x="3887" y="2426"/>
                    <a:pt x="4189" y="2522"/>
                  </a:cubicBezTo>
                  <a:cubicBezTo>
                    <a:pt x="4420" y="2595"/>
                    <a:pt x="4622" y="2649"/>
                    <a:pt x="4928" y="2719"/>
                  </a:cubicBezTo>
                  <a:cubicBezTo>
                    <a:pt x="5004" y="2736"/>
                    <a:pt x="5087" y="2744"/>
                    <a:pt x="5173" y="2744"/>
                  </a:cubicBezTo>
                  <a:cubicBezTo>
                    <a:pt x="5554" y="2744"/>
                    <a:pt x="5999" y="2580"/>
                    <a:pt x="6217" y="2305"/>
                  </a:cubicBezTo>
                  <a:cubicBezTo>
                    <a:pt x="6283" y="2221"/>
                    <a:pt x="6340" y="2127"/>
                    <a:pt x="6351" y="2020"/>
                  </a:cubicBezTo>
                  <a:cubicBezTo>
                    <a:pt x="6358" y="1946"/>
                    <a:pt x="6341" y="1870"/>
                    <a:pt x="6325" y="1795"/>
                  </a:cubicBezTo>
                  <a:cubicBezTo>
                    <a:pt x="6296" y="1661"/>
                    <a:pt x="5942" y="4"/>
                    <a:pt x="5997" y="1"/>
                  </a:cubicBezTo>
                  <a:close/>
                </a:path>
              </a:pathLst>
            </a:custGeom>
            <a:solidFill>
              <a:srgbClr val="2D29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3894;p55">
              <a:extLst>
                <a:ext uri="{FF2B5EF4-FFF2-40B4-BE49-F238E27FC236}">
                  <a16:creationId xmlns:a16="http://schemas.microsoft.com/office/drawing/2014/main" id="{924473EA-36B4-469D-970C-1C7DA142DA3C}"/>
                </a:ext>
              </a:extLst>
            </p:cNvPr>
            <p:cNvSpPr/>
            <p:nvPr/>
          </p:nvSpPr>
          <p:spPr>
            <a:xfrm>
              <a:off x="5990225" y="4980025"/>
              <a:ext cx="70975" cy="238100"/>
            </a:xfrm>
            <a:custGeom>
              <a:avLst/>
              <a:gdLst/>
              <a:ahLst/>
              <a:cxnLst/>
              <a:rect l="l" t="t" r="r" b="b"/>
              <a:pathLst>
                <a:path w="2839" h="9524" extrusionOk="0">
                  <a:moveTo>
                    <a:pt x="0" y="1"/>
                  </a:moveTo>
                  <a:lnTo>
                    <a:pt x="0" y="1"/>
                  </a:lnTo>
                  <a:cubicBezTo>
                    <a:pt x="124" y="1250"/>
                    <a:pt x="672" y="9235"/>
                    <a:pt x="672" y="9235"/>
                  </a:cubicBezTo>
                  <a:cubicBezTo>
                    <a:pt x="919" y="9449"/>
                    <a:pt x="1188" y="9523"/>
                    <a:pt x="1441" y="9523"/>
                  </a:cubicBezTo>
                  <a:cubicBezTo>
                    <a:pt x="2009" y="9523"/>
                    <a:pt x="2501" y="9151"/>
                    <a:pt x="2501" y="9151"/>
                  </a:cubicBezTo>
                  <a:cubicBezTo>
                    <a:pt x="2501" y="9151"/>
                    <a:pt x="2815" y="2400"/>
                    <a:pt x="2826" y="1946"/>
                  </a:cubicBezTo>
                  <a:cubicBezTo>
                    <a:pt x="2838" y="1491"/>
                    <a:pt x="2351" y="226"/>
                    <a:pt x="2351" y="226"/>
                  </a:cubicBezTo>
                  <a:lnTo>
                    <a:pt x="1586" y="86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AACA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3895;p55">
              <a:extLst>
                <a:ext uri="{FF2B5EF4-FFF2-40B4-BE49-F238E27FC236}">
                  <a16:creationId xmlns:a16="http://schemas.microsoft.com/office/drawing/2014/main" id="{DF6DD410-E863-4FDB-A9CB-A46590D0B7A4}"/>
                </a:ext>
              </a:extLst>
            </p:cNvPr>
            <p:cNvSpPr/>
            <p:nvPr/>
          </p:nvSpPr>
          <p:spPr>
            <a:xfrm>
              <a:off x="5804850" y="5258050"/>
              <a:ext cx="156325" cy="68500"/>
            </a:xfrm>
            <a:custGeom>
              <a:avLst/>
              <a:gdLst/>
              <a:ahLst/>
              <a:cxnLst/>
              <a:rect l="l" t="t" r="r" b="b"/>
              <a:pathLst>
                <a:path w="6253" h="2740" extrusionOk="0">
                  <a:moveTo>
                    <a:pt x="6071" y="76"/>
                  </a:moveTo>
                  <a:lnTo>
                    <a:pt x="6071" y="76"/>
                  </a:lnTo>
                  <a:cubicBezTo>
                    <a:pt x="6071" y="76"/>
                    <a:pt x="6071" y="76"/>
                    <a:pt x="6071" y="76"/>
                  </a:cubicBezTo>
                  <a:close/>
                  <a:moveTo>
                    <a:pt x="4234" y="1"/>
                  </a:moveTo>
                  <a:cubicBezTo>
                    <a:pt x="3969" y="267"/>
                    <a:pt x="3313" y="311"/>
                    <a:pt x="2547" y="311"/>
                  </a:cubicBezTo>
                  <a:cubicBezTo>
                    <a:pt x="2178" y="311"/>
                    <a:pt x="1783" y="301"/>
                    <a:pt x="1394" y="301"/>
                  </a:cubicBezTo>
                  <a:cubicBezTo>
                    <a:pt x="1144" y="301"/>
                    <a:pt x="896" y="305"/>
                    <a:pt x="659" y="319"/>
                  </a:cubicBezTo>
                  <a:cubicBezTo>
                    <a:pt x="615" y="321"/>
                    <a:pt x="570" y="325"/>
                    <a:pt x="531" y="344"/>
                  </a:cubicBezTo>
                  <a:cubicBezTo>
                    <a:pt x="0" y="609"/>
                    <a:pt x="609" y="1492"/>
                    <a:pt x="996" y="1700"/>
                  </a:cubicBezTo>
                  <a:cubicBezTo>
                    <a:pt x="1289" y="1856"/>
                    <a:pt x="1601" y="1976"/>
                    <a:pt x="1925" y="2057"/>
                  </a:cubicBezTo>
                  <a:cubicBezTo>
                    <a:pt x="2296" y="2146"/>
                    <a:pt x="2598" y="2146"/>
                    <a:pt x="2976" y="2202"/>
                  </a:cubicBezTo>
                  <a:cubicBezTo>
                    <a:pt x="3291" y="2250"/>
                    <a:pt x="3747" y="2299"/>
                    <a:pt x="4039" y="2421"/>
                  </a:cubicBezTo>
                  <a:cubicBezTo>
                    <a:pt x="4263" y="2516"/>
                    <a:pt x="4459" y="2589"/>
                    <a:pt x="4757" y="2686"/>
                  </a:cubicBezTo>
                  <a:cubicBezTo>
                    <a:pt x="4868" y="2722"/>
                    <a:pt x="4996" y="2740"/>
                    <a:pt x="5128" y="2740"/>
                  </a:cubicBezTo>
                  <a:cubicBezTo>
                    <a:pt x="5478" y="2740"/>
                    <a:pt x="5863" y="2617"/>
                    <a:pt x="6078" y="2392"/>
                  </a:cubicBezTo>
                  <a:cubicBezTo>
                    <a:pt x="6153" y="2315"/>
                    <a:pt x="6217" y="2226"/>
                    <a:pt x="6237" y="2121"/>
                  </a:cubicBezTo>
                  <a:cubicBezTo>
                    <a:pt x="6252" y="2047"/>
                    <a:pt x="6242" y="1969"/>
                    <a:pt x="6233" y="1894"/>
                  </a:cubicBezTo>
                  <a:cubicBezTo>
                    <a:pt x="6215" y="1757"/>
                    <a:pt x="6016" y="76"/>
                    <a:pt x="6071" y="76"/>
                  </a:cubicBezTo>
                  <a:cubicBezTo>
                    <a:pt x="6071" y="76"/>
                    <a:pt x="6071" y="76"/>
                    <a:pt x="6071" y="76"/>
                  </a:cubicBezTo>
                  <a:lnTo>
                    <a:pt x="6071" y="76"/>
                  </a:lnTo>
                  <a:lnTo>
                    <a:pt x="4234" y="1"/>
                  </a:lnTo>
                  <a:close/>
                </a:path>
              </a:pathLst>
            </a:custGeom>
            <a:solidFill>
              <a:srgbClr val="2D29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3896;p55">
              <a:extLst>
                <a:ext uri="{FF2B5EF4-FFF2-40B4-BE49-F238E27FC236}">
                  <a16:creationId xmlns:a16="http://schemas.microsoft.com/office/drawing/2014/main" id="{17BC558A-BC7C-476B-9D4B-0313D388B7D5}"/>
                </a:ext>
              </a:extLst>
            </p:cNvPr>
            <p:cNvSpPr/>
            <p:nvPr/>
          </p:nvSpPr>
          <p:spPr>
            <a:xfrm>
              <a:off x="5894100" y="5031225"/>
              <a:ext cx="70725" cy="235100"/>
            </a:xfrm>
            <a:custGeom>
              <a:avLst/>
              <a:gdLst/>
              <a:ahLst/>
              <a:cxnLst/>
              <a:rect l="l" t="t" r="r" b="b"/>
              <a:pathLst>
                <a:path w="2829" h="9404" extrusionOk="0">
                  <a:moveTo>
                    <a:pt x="1" y="1"/>
                  </a:moveTo>
                  <a:cubicBezTo>
                    <a:pt x="124" y="1250"/>
                    <a:pt x="664" y="9074"/>
                    <a:pt x="664" y="9074"/>
                  </a:cubicBezTo>
                  <a:cubicBezTo>
                    <a:pt x="952" y="9323"/>
                    <a:pt x="1271" y="9403"/>
                    <a:pt x="1561" y="9403"/>
                  </a:cubicBezTo>
                  <a:cubicBezTo>
                    <a:pt x="2077" y="9403"/>
                    <a:pt x="2501" y="9151"/>
                    <a:pt x="2501" y="9151"/>
                  </a:cubicBezTo>
                  <a:cubicBezTo>
                    <a:pt x="2501" y="9151"/>
                    <a:pt x="2815" y="2400"/>
                    <a:pt x="2826" y="1944"/>
                  </a:cubicBezTo>
                  <a:cubicBezTo>
                    <a:pt x="2829" y="1845"/>
                    <a:pt x="2808" y="1707"/>
                    <a:pt x="2773" y="1552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C4D9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3897;p55">
              <a:extLst>
                <a:ext uri="{FF2B5EF4-FFF2-40B4-BE49-F238E27FC236}">
                  <a16:creationId xmlns:a16="http://schemas.microsoft.com/office/drawing/2014/main" id="{E354E05C-6DD0-4CA1-B2B9-94198B055AC6}"/>
                </a:ext>
              </a:extLst>
            </p:cNvPr>
            <p:cNvSpPr/>
            <p:nvPr/>
          </p:nvSpPr>
          <p:spPr>
            <a:xfrm>
              <a:off x="5987325" y="4934200"/>
              <a:ext cx="237475" cy="159825"/>
            </a:xfrm>
            <a:custGeom>
              <a:avLst/>
              <a:gdLst/>
              <a:ahLst/>
              <a:cxnLst/>
              <a:rect l="l" t="t" r="r" b="b"/>
              <a:pathLst>
                <a:path w="9499" h="6393" extrusionOk="0">
                  <a:moveTo>
                    <a:pt x="1963" y="1"/>
                  </a:moveTo>
                  <a:cubicBezTo>
                    <a:pt x="1041" y="1"/>
                    <a:pt x="0" y="675"/>
                    <a:pt x="115" y="1834"/>
                  </a:cubicBezTo>
                  <a:lnTo>
                    <a:pt x="1702" y="2702"/>
                  </a:lnTo>
                  <a:lnTo>
                    <a:pt x="7961" y="6316"/>
                  </a:lnTo>
                  <a:cubicBezTo>
                    <a:pt x="8058" y="6368"/>
                    <a:pt x="8149" y="6392"/>
                    <a:pt x="8234" y="6392"/>
                  </a:cubicBezTo>
                  <a:cubicBezTo>
                    <a:pt x="9292" y="6392"/>
                    <a:pt x="9499" y="2702"/>
                    <a:pt x="9499" y="2702"/>
                  </a:cubicBezTo>
                  <a:cubicBezTo>
                    <a:pt x="9499" y="2702"/>
                    <a:pt x="3424" y="422"/>
                    <a:pt x="2524" y="95"/>
                  </a:cubicBezTo>
                  <a:cubicBezTo>
                    <a:pt x="2350" y="31"/>
                    <a:pt x="2159" y="1"/>
                    <a:pt x="1963" y="1"/>
                  </a:cubicBezTo>
                  <a:close/>
                </a:path>
              </a:pathLst>
            </a:custGeom>
            <a:solidFill>
              <a:srgbClr val="AACA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3898;p55">
              <a:extLst>
                <a:ext uri="{FF2B5EF4-FFF2-40B4-BE49-F238E27FC236}">
                  <a16:creationId xmlns:a16="http://schemas.microsoft.com/office/drawing/2014/main" id="{EAC55D0C-C0BE-400F-B43C-8A9BBF40DF2A}"/>
                </a:ext>
              </a:extLst>
            </p:cNvPr>
            <p:cNvSpPr/>
            <p:nvPr/>
          </p:nvSpPr>
          <p:spPr>
            <a:xfrm>
              <a:off x="5872600" y="4897500"/>
              <a:ext cx="285300" cy="100800"/>
            </a:xfrm>
            <a:custGeom>
              <a:avLst/>
              <a:gdLst/>
              <a:ahLst/>
              <a:cxnLst/>
              <a:rect l="l" t="t" r="r" b="b"/>
              <a:pathLst>
                <a:path w="11412" h="4032" extrusionOk="0">
                  <a:moveTo>
                    <a:pt x="11411" y="0"/>
                  </a:moveTo>
                  <a:lnTo>
                    <a:pt x="1" y="1046"/>
                  </a:lnTo>
                  <a:cubicBezTo>
                    <a:pt x="1" y="1213"/>
                    <a:pt x="89" y="1367"/>
                    <a:pt x="233" y="1450"/>
                  </a:cubicBezTo>
                  <a:lnTo>
                    <a:pt x="4597" y="3969"/>
                  </a:lnTo>
                  <a:cubicBezTo>
                    <a:pt x="4669" y="4010"/>
                    <a:pt x="4749" y="4031"/>
                    <a:pt x="4830" y="4031"/>
                  </a:cubicBezTo>
                  <a:cubicBezTo>
                    <a:pt x="4910" y="4031"/>
                    <a:pt x="4990" y="4010"/>
                    <a:pt x="5063" y="3969"/>
                  </a:cubicBezTo>
                  <a:lnTo>
                    <a:pt x="11179" y="438"/>
                  </a:lnTo>
                  <a:cubicBezTo>
                    <a:pt x="11322" y="355"/>
                    <a:pt x="11411" y="202"/>
                    <a:pt x="11411" y="36"/>
                  </a:cubicBezTo>
                  <a:lnTo>
                    <a:pt x="11411" y="0"/>
                  </a:lnTo>
                  <a:close/>
                </a:path>
              </a:pathLst>
            </a:custGeom>
            <a:solidFill>
              <a:srgbClr val="C8E2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3899;p55">
              <a:extLst>
                <a:ext uri="{FF2B5EF4-FFF2-40B4-BE49-F238E27FC236}">
                  <a16:creationId xmlns:a16="http://schemas.microsoft.com/office/drawing/2014/main" id="{BF8826A4-A545-49E6-BA35-8AD081400019}"/>
                </a:ext>
              </a:extLst>
            </p:cNvPr>
            <p:cNvSpPr/>
            <p:nvPr/>
          </p:nvSpPr>
          <p:spPr>
            <a:xfrm>
              <a:off x="6016675" y="4913700"/>
              <a:ext cx="119450" cy="70100"/>
            </a:xfrm>
            <a:custGeom>
              <a:avLst/>
              <a:gdLst/>
              <a:ahLst/>
              <a:cxnLst/>
              <a:rect l="l" t="t" r="r" b="b"/>
              <a:pathLst>
                <a:path w="4778" h="2804" extrusionOk="0">
                  <a:moveTo>
                    <a:pt x="4748" y="1"/>
                  </a:moveTo>
                  <a:cubicBezTo>
                    <a:pt x="4739" y="1"/>
                    <a:pt x="4728" y="4"/>
                    <a:pt x="4716" y="11"/>
                  </a:cubicBezTo>
                  <a:lnTo>
                    <a:pt x="59" y="2688"/>
                  </a:lnTo>
                  <a:cubicBezTo>
                    <a:pt x="27" y="2708"/>
                    <a:pt x="1" y="2746"/>
                    <a:pt x="1" y="2775"/>
                  </a:cubicBezTo>
                  <a:cubicBezTo>
                    <a:pt x="1" y="2794"/>
                    <a:pt x="11" y="2804"/>
                    <a:pt x="27" y="2804"/>
                  </a:cubicBezTo>
                  <a:cubicBezTo>
                    <a:pt x="37" y="2804"/>
                    <a:pt x="48" y="2801"/>
                    <a:pt x="59" y="2793"/>
                  </a:cubicBezTo>
                  <a:lnTo>
                    <a:pt x="4719" y="114"/>
                  </a:lnTo>
                  <a:cubicBezTo>
                    <a:pt x="4752" y="96"/>
                    <a:pt x="4777" y="58"/>
                    <a:pt x="4776" y="29"/>
                  </a:cubicBezTo>
                  <a:cubicBezTo>
                    <a:pt x="4776" y="11"/>
                    <a:pt x="4765" y="1"/>
                    <a:pt x="4748" y="1"/>
                  </a:cubicBez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3900;p55">
              <a:extLst>
                <a:ext uri="{FF2B5EF4-FFF2-40B4-BE49-F238E27FC236}">
                  <a16:creationId xmlns:a16="http://schemas.microsoft.com/office/drawing/2014/main" id="{18CF5709-854A-4C44-955E-3FCB6621E267}"/>
                </a:ext>
              </a:extLst>
            </p:cNvPr>
            <p:cNvSpPr/>
            <p:nvPr/>
          </p:nvSpPr>
          <p:spPr>
            <a:xfrm>
              <a:off x="5872600" y="4923650"/>
              <a:ext cx="120775" cy="74650"/>
            </a:xfrm>
            <a:custGeom>
              <a:avLst/>
              <a:gdLst/>
              <a:ahLst/>
              <a:cxnLst/>
              <a:rect l="l" t="t" r="r" b="b"/>
              <a:pathLst>
                <a:path w="4831" h="2986" extrusionOk="0">
                  <a:moveTo>
                    <a:pt x="1" y="0"/>
                  </a:moveTo>
                  <a:cubicBezTo>
                    <a:pt x="1" y="167"/>
                    <a:pt x="89" y="321"/>
                    <a:pt x="233" y="404"/>
                  </a:cubicBezTo>
                  <a:lnTo>
                    <a:pt x="4597" y="2923"/>
                  </a:lnTo>
                  <a:cubicBezTo>
                    <a:pt x="4667" y="2964"/>
                    <a:pt x="4748" y="2985"/>
                    <a:pt x="4830" y="2985"/>
                  </a:cubicBezTo>
                  <a:lnTo>
                    <a:pt x="4830" y="0"/>
                  </a:ln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3901;p55">
              <a:extLst>
                <a:ext uri="{FF2B5EF4-FFF2-40B4-BE49-F238E27FC236}">
                  <a16:creationId xmlns:a16="http://schemas.microsoft.com/office/drawing/2014/main" id="{1CCB4C94-43C6-494D-A893-AA9DAB7211AD}"/>
                </a:ext>
              </a:extLst>
            </p:cNvPr>
            <p:cNvSpPr/>
            <p:nvPr/>
          </p:nvSpPr>
          <p:spPr>
            <a:xfrm>
              <a:off x="5984200" y="4987450"/>
              <a:ext cx="18275" cy="10850"/>
            </a:xfrm>
            <a:custGeom>
              <a:avLst/>
              <a:gdLst/>
              <a:ahLst/>
              <a:cxnLst/>
              <a:rect l="l" t="t" r="r" b="b"/>
              <a:pathLst>
                <a:path w="731" h="434" extrusionOk="0">
                  <a:moveTo>
                    <a:pt x="0" y="0"/>
                  </a:moveTo>
                  <a:lnTo>
                    <a:pt x="0" y="295"/>
                  </a:lnTo>
                  <a:lnTo>
                    <a:pt x="133" y="371"/>
                  </a:lnTo>
                  <a:cubicBezTo>
                    <a:pt x="205" y="412"/>
                    <a:pt x="285" y="433"/>
                    <a:pt x="366" y="433"/>
                  </a:cubicBezTo>
                  <a:cubicBezTo>
                    <a:pt x="446" y="433"/>
                    <a:pt x="526" y="412"/>
                    <a:pt x="599" y="371"/>
                  </a:cubicBezTo>
                  <a:lnTo>
                    <a:pt x="731" y="29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rgbClr val="B7D6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3902;p55">
              <a:extLst>
                <a:ext uri="{FF2B5EF4-FFF2-40B4-BE49-F238E27FC236}">
                  <a16:creationId xmlns:a16="http://schemas.microsoft.com/office/drawing/2014/main" id="{07FA2642-F591-40AC-BBF4-FEC98B902D6D}"/>
                </a:ext>
              </a:extLst>
            </p:cNvPr>
            <p:cNvSpPr/>
            <p:nvPr/>
          </p:nvSpPr>
          <p:spPr>
            <a:xfrm>
              <a:off x="5872600" y="4827400"/>
              <a:ext cx="285825" cy="164700"/>
            </a:xfrm>
            <a:custGeom>
              <a:avLst/>
              <a:gdLst/>
              <a:ahLst/>
              <a:cxnLst/>
              <a:rect l="l" t="t" r="r" b="b"/>
              <a:pathLst>
                <a:path w="11433" h="6588" extrusionOk="0">
                  <a:moveTo>
                    <a:pt x="6669" y="1"/>
                  </a:moveTo>
                  <a:lnTo>
                    <a:pt x="1" y="3852"/>
                  </a:lnTo>
                  <a:lnTo>
                    <a:pt x="4666" y="6544"/>
                  </a:lnTo>
                  <a:cubicBezTo>
                    <a:pt x="4717" y="6573"/>
                    <a:pt x="4773" y="6588"/>
                    <a:pt x="4830" y="6588"/>
                  </a:cubicBezTo>
                  <a:cubicBezTo>
                    <a:pt x="4886" y="6588"/>
                    <a:pt x="4942" y="6573"/>
                    <a:pt x="4993" y="6544"/>
                  </a:cubicBezTo>
                  <a:lnTo>
                    <a:pt x="11351" y="2874"/>
                  </a:lnTo>
                  <a:cubicBezTo>
                    <a:pt x="11432" y="2828"/>
                    <a:pt x="11432" y="2752"/>
                    <a:pt x="11351" y="2704"/>
                  </a:cubicBezTo>
                  <a:lnTo>
                    <a:pt x="6669" y="1"/>
                  </a:lnTo>
                  <a:close/>
                </a:path>
              </a:pathLst>
            </a:custGeom>
            <a:solidFill>
              <a:srgbClr val="EFF6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3903;p55">
              <a:extLst>
                <a:ext uri="{FF2B5EF4-FFF2-40B4-BE49-F238E27FC236}">
                  <a16:creationId xmlns:a16="http://schemas.microsoft.com/office/drawing/2014/main" id="{8FE1E571-5067-45EB-A2BC-65D9DF746D16}"/>
                </a:ext>
              </a:extLst>
            </p:cNvPr>
            <p:cNvSpPr/>
            <p:nvPr/>
          </p:nvSpPr>
          <p:spPr>
            <a:xfrm>
              <a:off x="5887200" y="4835750"/>
              <a:ext cx="155925" cy="89875"/>
            </a:xfrm>
            <a:custGeom>
              <a:avLst/>
              <a:gdLst/>
              <a:ahLst/>
              <a:cxnLst/>
              <a:rect l="l" t="t" r="r" b="b"/>
              <a:pathLst>
                <a:path w="6237" h="3595" extrusionOk="0">
                  <a:moveTo>
                    <a:pt x="5995" y="1"/>
                  </a:moveTo>
                  <a:cubicBezTo>
                    <a:pt x="5979" y="1"/>
                    <a:pt x="5962" y="5"/>
                    <a:pt x="5946" y="13"/>
                  </a:cubicBezTo>
                  <a:lnTo>
                    <a:pt x="27" y="3431"/>
                  </a:lnTo>
                  <a:cubicBezTo>
                    <a:pt x="0" y="3447"/>
                    <a:pt x="0" y="3472"/>
                    <a:pt x="27" y="3487"/>
                  </a:cubicBezTo>
                  <a:lnTo>
                    <a:pt x="191" y="3582"/>
                  </a:lnTo>
                  <a:cubicBezTo>
                    <a:pt x="206" y="3590"/>
                    <a:pt x="223" y="3594"/>
                    <a:pt x="240" y="3594"/>
                  </a:cubicBezTo>
                  <a:cubicBezTo>
                    <a:pt x="257" y="3594"/>
                    <a:pt x="274" y="3590"/>
                    <a:pt x="289" y="3582"/>
                  </a:cubicBezTo>
                  <a:lnTo>
                    <a:pt x="6209" y="165"/>
                  </a:lnTo>
                  <a:cubicBezTo>
                    <a:pt x="6236" y="149"/>
                    <a:pt x="6236" y="123"/>
                    <a:pt x="6209" y="107"/>
                  </a:cubicBezTo>
                  <a:lnTo>
                    <a:pt x="6044" y="13"/>
                  </a:lnTo>
                  <a:cubicBezTo>
                    <a:pt x="6029" y="5"/>
                    <a:pt x="6012" y="1"/>
                    <a:pt x="5995" y="1"/>
                  </a:cubicBezTo>
                  <a:close/>
                </a:path>
              </a:pathLst>
            </a:custGeom>
            <a:solidFill>
              <a:srgbClr val="D2EA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3904;p55">
              <a:extLst>
                <a:ext uri="{FF2B5EF4-FFF2-40B4-BE49-F238E27FC236}">
                  <a16:creationId xmlns:a16="http://schemas.microsoft.com/office/drawing/2014/main" id="{D51B4A12-EC65-4B26-9D90-142D24EA68FC}"/>
                </a:ext>
              </a:extLst>
            </p:cNvPr>
            <p:cNvSpPr/>
            <p:nvPr/>
          </p:nvSpPr>
          <p:spPr>
            <a:xfrm>
              <a:off x="6010550" y="4907075"/>
              <a:ext cx="80525" cy="46475"/>
            </a:xfrm>
            <a:custGeom>
              <a:avLst/>
              <a:gdLst/>
              <a:ahLst/>
              <a:cxnLst/>
              <a:rect l="l" t="t" r="r" b="b"/>
              <a:pathLst>
                <a:path w="3221" h="1859" extrusionOk="0">
                  <a:moveTo>
                    <a:pt x="2071" y="0"/>
                  </a:moveTo>
                  <a:lnTo>
                    <a:pt x="1" y="1195"/>
                  </a:lnTo>
                  <a:lnTo>
                    <a:pt x="33" y="1213"/>
                  </a:lnTo>
                  <a:lnTo>
                    <a:pt x="1152" y="1858"/>
                  </a:lnTo>
                  <a:lnTo>
                    <a:pt x="3190" y="682"/>
                  </a:lnTo>
                  <a:lnTo>
                    <a:pt x="3220" y="663"/>
                  </a:lnTo>
                  <a:lnTo>
                    <a:pt x="2071" y="0"/>
                  </a:lnTo>
                  <a:close/>
                </a:path>
              </a:pathLst>
            </a:custGeom>
            <a:solidFill>
              <a:srgbClr val="97C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3905;p55">
              <a:extLst>
                <a:ext uri="{FF2B5EF4-FFF2-40B4-BE49-F238E27FC236}">
                  <a16:creationId xmlns:a16="http://schemas.microsoft.com/office/drawing/2014/main" id="{A4C7CCD2-AE4C-4D6F-8B89-99D713BD6B3A}"/>
                </a:ext>
              </a:extLst>
            </p:cNvPr>
            <p:cNvSpPr/>
            <p:nvPr/>
          </p:nvSpPr>
          <p:spPr>
            <a:xfrm>
              <a:off x="6011350" y="4907975"/>
              <a:ext cx="78950" cy="45575"/>
            </a:xfrm>
            <a:custGeom>
              <a:avLst/>
              <a:gdLst/>
              <a:ahLst/>
              <a:cxnLst/>
              <a:rect l="l" t="t" r="r" b="b"/>
              <a:pathLst>
                <a:path w="3158" h="1823" extrusionOk="0">
                  <a:moveTo>
                    <a:pt x="2040" y="1"/>
                  </a:moveTo>
                  <a:lnTo>
                    <a:pt x="1" y="1177"/>
                  </a:lnTo>
                  <a:lnTo>
                    <a:pt x="1120" y="1822"/>
                  </a:lnTo>
                  <a:lnTo>
                    <a:pt x="3158" y="646"/>
                  </a:lnTo>
                  <a:lnTo>
                    <a:pt x="2040" y="1"/>
                  </a:lnTo>
                  <a:close/>
                </a:path>
              </a:pathLst>
            </a:custGeom>
            <a:solidFill>
              <a:srgbClr val="D2EA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3906;p55">
              <a:extLst>
                <a:ext uri="{FF2B5EF4-FFF2-40B4-BE49-F238E27FC236}">
                  <a16:creationId xmlns:a16="http://schemas.microsoft.com/office/drawing/2014/main" id="{997D9F49-F4C7-4C03-B4E8-791CDF9FE03F}"/>
                </a:ext>
              </a:extLst>
            </p:cNvPr>
            <p:cNvSpPr/>
            <p:nvPr/>
          </p:nvSpPr>
          <p:spPr>
            <a:xfrm>
              <a:off x="6037350" y="4907975"/>
              <a:ext cx="52950" cy="45575"/>
            </a:xfrm>
            <a:custGeom>
              <a:avLst/>
              <a:gdLst/>
              <a:ahLst/>
              <a:cxnLst/>
              <a:rect l="l" t="t" r="r" b="b"/>
              <a:pathLst>
                <a:path w="2118" h="1823" extrusionOk="0">
                  <a:moveTo>
                    <a:pt x="1000" y="1"/>
                  </a:moveTo>
                  <a:lnTo>
                    <a:pt x="833" y="96"/>
                  </a:lnTo>
                  <a:cubicBezTo>
                    <a:pt x="1123" y="254"/>
                    <a:pt x="1242" y="1044"/>
                    <a:pt x="0" y="1777"/>
                  </a:cubicBezTo>
                  <a:lnTo>
                    <a:pt x="80" y="1822"/>
                  </a:lnTo>
                  <a:lnTo>
                    <a:pt x="2118" y="647"/>
                  </a:lnTo>
                  <a:lnTo>
                    <a:pt x="1000" y="1"/>
                  </a:lnTo>
                  <a:close/>
                </a:path>
              </a:pathLst>
            </a:custGeom>
            <a:solidFill>
              <a:srgbClr val="AAD1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3907;p55">
              <a:extLst>
                <a:ext uri="{FF2B5EF4-FFF2-40B4-BE49-F238E27FC236}">
                  <a16:creationId xmlns:a16="http://schemas.microsoft.com/office/drawing/2014/main" id="{E58FD03F-62B4-4460-BD41-E1D74252B970}"/>
                </a:ext>
              </a:extLst>
            </p:cNvPr>
            <p:cNvSpPr/>
            <p:nvPr/>
          </p:nvSpPr>
          <p:spPr>
            <a:xfrm>
              <a:off x="5898650" y="4843050"/>
              <a:ext cx="202975" cy="117000"/>
            </a:xfrm>
            <a:custGeom>
              <a:avLst/>
              <a:gdLst/>
              <a:ahLst/>
              <a:cxnLst/>
              <a:rect l="l" t="t" r="r" b="b"/>
              <a:pathLst>
                <a:path w="8119" h="4680" extrusionOk="0">
                  <a:moveTo>
                    <a:pt x="5951" y="0"/>
                  </a:moveTo>
                  <a:cubicBezTo>
                    <a:pt x="5935" y="0"/>
                    <a:pt x="5918" y="4"/>
                    <a:pt x="5903" y="12"/>
                  </a:cubicBezTo>
                  <a:lnTo>
                    <a:pt x="28" y="3405"/>
                  </a:lnTo>
                  <a:cubicBezTo>
                    <a:pt x="1" y="3420"/>
                    <a:pt x="1" y="3446"/>
                    <a:pt x="28" y="3462"/>
                  </a:cubicBezTo>
                  <a:lnTo>
                    <a:pt x="30" y="3463"/>
                  </a:lnTo>
                  <a:lnTo>
                    <a:pt x="2115" y="4668"/>
                  </a:lnTo>
                  <a:cubicBezTo>
                    <a:pt x="2130" y="4676"/>
                    <a:pt x="2147" y="4680"/>
                    <a:pt x="2164" y="4680"/>
                  </a:cubicBezTo>
                  <a:cubicBezTo>
                    <a:pt x="2181" y="4680"/>
                    <a:pt x="2198" y="4676"/>
                    <a:pt x="2214" y="4668"/>
                  </a:cubicBezTo>
                  <a:lnTo>
                    <a:pt x="8090" y="1278"/>
                  </a:lnTo>
                  <a:lnTo>
                    <a:pt x="8092" y="1278"/>
                  </a:lnTo>
                  <a:cubicBezTo>
                    <a:pt x="8118" y="1262"/>
                    <a:pt x="8118" y="1237"/>
                    <a:pt x="8092" y="1219"/>
                  </a:cubicBezTo>
                  <a:lnTo>
                    <a:pt x="6000" y="12"/>
                  </a:lnTo>
                  <a:cubicBezTo>
                    <a:pt x="5985" y="4"/>
                    <a:pt x="5968" y="0"/>
                    <a:pt x="5951" y="0"/>
                  </a:cubicBezTo>
                  <a:close/>
                </a:path>
              </a:pathLst>
            </a:custGeom>
            <a:solidFill>
              <a:srgbClr val="97C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3908;p55">
              <a:extLst>
                <a:ext uri="{FF2B5EF4-FFF2-40B4-BE49-F238E27FC236}">
                  <a16:creationId xmlns:a16="http://schemas.microsoft.com/office/drawing/2014/main" id="{EDC90BE8-FCC4-4119-A357-700A53E3015D}"/>
                </a:ext>
              </a:extLst>
            </p:cNvPr>
            <p:cNvSpPr/>
            <p:nvPr/>
          </p:nvSpPr>
          <p:spPr>
            <a:xfrm>
              <a:off x="5899250" y="4928150"/>
              <a:ext cx="200" cy="100"/>
            </a:xfrm>
            <a:custGeom>
              <a:avLst/>
              <a:gdLst/>
              <a:ahLst/>
              <a:cxnLst/>
              <a:rect l="l" t="t" r="r" b="b"/>
              <a:pathLst>
                <a:path w="8" h="4" extrusionOk="0">
                  <a:moveTo>
                    <a:pt x="8" y="0"/>
                  </a:moveTo>
                  <a:lnTo>
                    <a:pt x="4" y="1"/>
                  </a:lnTo>
                  <a:cubicBezTo>
                    <a:pt x="3" y="2"/>
                    <a:pt x="3" y="2"/>
                    <a:pt x="3" y="3"/>
                  </a:cubicBezTo>
                  <a:lnTo>
                    <a:pt x="3" y="3"/>
                  </a:lnTo>
                  <a:lnTo>
                    <a:pt x="8" y="0"/>
                  </a:lnTo>
                  <a:close/>
                  <a:moveTo>
                    <a:pt x="3" y="3"/>
                  </a:moveTo>
                  <a:lnTo>
                    <a:pt x="0" y="4"/>
                  </a:lnTo>
                  <a:cubicBezTo>
                    <a:pt x="1" y="4"/>
                    <a:pt x="2" y="3"/>
                    <a:pt x="3" y="3"/>
                  </a:cubicBezTo>
                  <a:close/>
                </a:path>
              </a:pathLst>
            </a:custGeom>
            <a:solidFill>
              <a:srgbClr val="97C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3909;p55">
              <a:extLst>
                <a:ext uri="{FF2B5EF4-FFF2-40B4-BE49-F238E27FC236}">
                  <a16:creationId xmlns:a16="http://schemas.microsoft.com/office/drawing/2014/main" id="{6EAD6223-C1FA-433D-A3BA-F0037BA2BF9E}"/>
                </a:ext>
              </a:extLst>
            </p:cNvPr>
            <p:cNvSpPr/>
            <p:nvPr/>
          </p:nvSpPr>
          <p:spPr>
            <a:xfrm>
              <a:off x="5899400" y="4844475"/>
              <a:ext cx="201525" cy="115575"/>
            </a:xfrm>
            <a:custGeom>
              <a:avLst/>
              <a:gdLst/>
              <a:ahLst/>
              <a:cxnLst/>
              <a:rect l="l" t="t" r="r" b="b"/>
              <a:pathLst>
                <a:path w="8061" h="4623" extrusionOk="0">
                  <a:moveTo>
                    <a:pt x="5921" y="1"/>
                  </a:moveTo>
                  <a:cubicBezTo>
                    <a:pt x="5905" y="1"/>
                    <a:pt x="5888" y="5"/>
                    <a:pt x="5873" y="13"/>
                  </a:cubicBezTo>
                  <a:lnTo>
                    <a:pt x="0" y="3406"/>
                  </a:lnTo>
                  <a:lnTo>
                    <a:pt x="2085" y="4611"/>
                  </a:lnTo>
                  <a:cubicBezTo>
                    <a:pt x="2100" y="4619"/>
                    <a:pt x="2117" y="4623"/>
                    <a:pt x="2134" y="4623"/>
                  </a:cubicBezTo>
                  <a:cubicBezTo>
                    <a:pt x="2151" y="4623"/>
                    <a:pt x="2168" y="4619"/>
                    <a:pt x="2184" y="4611"/>
                  </a:cubicBezTo>
                  <a:lnTo>
                    <a:pt x="8060" y="1222"/>
                  </a:lnTo>
                  <a:lnTo>
                    <a:pt x="5970" y="13"/>
                  </a:lnTo>
                  <a:cubicBezTo>
                    <a:pt x="5955" y="5"/>
                    <a:pt x="5938" y="1"/>
                    <a:pt x="5921" y="1"/>
                  </a:cubicBezTo>
                  <a:close/>
                </a:path>
              </a:pathLst>
            </a:custGeom>
            <a:solidFill>
              <a:srgbClr val="AAD1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3910;p55">
              <a:extLst>
                <a:ext uri="{FF2B5EF4-FFF2-40B4-BE49-F238E27FC236}">
                  <a16:creationId xmlns:a16="http://schemas.microsoft.com/office/drawing/2014/main" id="{8182010D-786B-4C30-9920-7AB75203FEBE}"/>
                </a:ext>
              </a:extLst>
            </p:cNvPr>
            <p:cNvSpPr/>
            <p:nvPr/>
          </p:nvSpPr>
          <p:spPr>
            <a:xfrm>
              <a:off x="5866900" y="4691100"/>
              <a:ext cx="172425" cy="232575"/>
            </a:xfrm>
            <a:custGeom>
              <a:avLst/>
              <a:gdLst/>
              <a:ahLst/>
              <a:cxnLst/>
              <a:rect l="l" t="t" r="r" b="b"/>
              <a:pathLst>
                <a:path w="6897" h="9303" extrusionOk="0">
                  <a:moveTo>
                    <a:pt x="6560" y="1"/>
                  </a:moveTo>
                  <a:cubicBezTo>
                    <a:pt x="6481" y="1"/>
                    <a:pt x="6401" y="21"/>
                    <a:pt x="6330" y="63"/>
                  </a:cubicBezTo>
                  <a:lnTo>
                    <a:pt x="229" y="3585"/>
                  </a:lnTo>
                  <a:cubicBezTo>
                    <a:pt x="87" y="3668"/>
                    <a:pt x="0" y="3820"/>
                    <a:pt x="0" y="3984"/>
                  </a:cubicBezTo>
                  <a:lnTo>
                    <a:pt x="0" y="8904"/>
                  </a:lnTo>
                  <a:cubicBezTo>
                    <a:pt x="42" y="9159"/>
                    <a:pt x="87" y="9220"/>
                    <a:pt x="229" y="9302"/>
                  </a:cubicBezTo>
                  <a:lnTo>
                    <a:pt x="6897" y="5453"/>
                  </a:lnTo>
                  <a:lnTo>
                    <a:pt x="6897" y="207"/>
                  </a:lnTo>
                  <a:lnTo>
                    <a:pt x="6845" y="90"/>
                  </a:lnTo>
                  <a:lnTo>
                    <a:pt x="6790" y="63"/>
                  </a:lnTo>
                  <a:cubicBezTo>
                    <a:pt x="6719" y="21"/>
                    <a:pt x="6640" y="1"/>
                    <a:pt x="6560" y="1"/>
                  </a:cubicBez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3911;p55">
              <a:extLst>
                <a:ext uri="{FF2B5EF4-FFF2-40B4-BE49-F238E27FC236}">
                  <a16:creationId xmlns:a16="http://schemas.microsoft.com/office/drawing/2014/main" id="{0D834E8E-CA3B-497D-8B68-12151A8FE94C}"/>
                </a:ext>
              </a:extLst>
            </p:cNvPr>
            <p:cNvSpPr/>
            <p:nvPr/>
          </p:nvSpPr>
          <p:spPr>
            <a:xfrm>
              <a:off x="5868225" y="4691125"/>
              <a:ext cx="171100" cy="105500"/>
            </a:xfrm>
            <a:custGeom>
              <a:avLst/>
              <a:gdLst/>
              <a:ahLst/>
              <a:cxnLst/>
              <a:rect l="l" t="t" r="r" b="b"/>
              <a:pathLst>
                <a:path w="6844" h="4220" extrusionOk="0">
                  <a:moveTo>
                    <a:pt x="6507" y="1"/>
                  </a:moveTo>
                  <a:cubicBezTo>
                    <a:pt x="6428" y="1"/>
                    <a:pt x="6348" y="21"/>
                    <a:pt x="6277" y="62"/>
                  </a:cubicBezTo>
                  <a:lnTo>
                    <a:pt x="177" y="3585"/>
                  </a:lnTo>
                  <a:cubicBezTo>
                    <a:pt x="102" y="3628"/>
                    <a:pt x="41" y="3691"/>
                    <a:pt x="1" y="3767"/>
                  </a:cubicBezTo>
                  <a:lnTo>
                    <a:pt x="787" y="4220"/>
                  </a:lnTo>
                  <a:lnTo>
                    <a:pt x="6844" y="383"/>
                  </a:lnTo>
                  <a:lnTo>
                    <a:pt x="6844" y="208"/>
                  </a:lnTo>
                  <a:lnTo>
                    <a:pt x="6792" y="90"/>
                  </a:lnTo>
                  <a:lnTo>
                    <a:pt x="6737" y="62"/>
                  </a:lnTo>
                  <a:cubicBezTo>
                    <a:pt x="6666" y="21"/>
                    <a:pt x="6587" y="1"/>
                    <a:pt x="6507" y="1"/>
                  </a:cubicBezTo>
                  <a:close/>
                </a:path>
              </a:pathLst>
            </a:custGeom>
            <a:solidFill>
              <a:srgbClr val="C8E2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3912;p55">
              <a:extLst>
                <a:ext uri="{FF2B5EF4-FFF2-40B4-BE49-F238E27FC236}">
                  <a16:creationId xmlns:a16="http://schemas.microsoft.com/office/drawing/2014/main" id="{C22B25E4-D22D-4CD2-B87E-153039564D59}"/>
                </a:ext>
              </a:extLst>
            </p:cNvPr>
            <p:cNvSpPr/>
            <p:nvPr/>
          </p:nvSpPr>
          <p:spPr>
            <a:xfrm>
              <a:off x="5866850" y="4778525"/>
              <a:ext cx="22225" cy="23950"/>
            </a:xfrm>
            <a:custGeom>
              <a:avLst/>
              <a:gdLst/>
              <a:ahLst/>
              <a:cxnLst/>
              <a:rect l="l" t="t" r="r" b="b"/>
              <a:pathLst>
                <a:path w="889" h="958" extrusionOk="0">
                  <a:moveTo>
                    <a:pt x="382" y="1"/>
                  </a:moveTo>
                  <a:lnTo>
                    <a:pt x="221" y="95"/>
                  </a:lnTo>
                  <a:cubicBezTo>
                    <a:pt x="84" y="178"/>
                    <a:pt x="1" y="328"/>
                    <a:pt x="1" y="488"/>
                  </a:cubicBezTo>
                  <a:lnTo>
                    <a:pt x="1" y="729"/>
                  </a:lnTo>
                  <a:lnTo>
                    <a:pt x="396" y="958"/>
                  </a:lnTo>
                  <a:lnTo>
                    <a:pt x="889" y="291"/>
                  </a:lnTo>
                  <a:lnTo>
                    <a:pt x="382" y="1"/>
                  </a:lnTo>
                  <a:close/>
                </a:path>
              </a:pathLst>
            </a:custGeom>
            <a:solidFill>
              <a:srgbClr val="B7D6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3913;p55">
              <a:extLst>
                <a:ext uri="{FF2B5EF4-FFF2-40B4-BE49-F238E27FC236}">
                  <a16:creationId xmlns:a16="http://schemas.microsoft.com/office/drawing/2014/main" id="{B85EB97B-D706-4660-AC28-9AFF38FBB73D}"/>
                </a:ext>
              </a:extLst>
            </p:cNvPr>
            <p:cNvSpPr/>
            <p:nvPr/>
          </p:nvSpPr>
          <p:spPr>
            <a:xfrm>
              <a:off x="5872600" y="4693000"/>
              <a:ext cx="166725" cy="230675"/>
            </a:xfrm>
            <a:custGeom>
              <a:avLst/>
              <a:gdLst/>
              <a:ahLst/>
              <a:cxnLst/>
              <a:rect l="l" t="t" r="r" b="b"/>
              <a:pathLst>
                <a:path w="6669" h="9227" extrusionOk="0">
                  <a:moveTo>
                    <a:pt x="6567" y="1"/>
                  </a:moveTo>
                  <a:cubicBezTo>
                    <a:pt x="6550" y="1"/>
                    <a:pt x="6532" y="5"/>
                    <a:pt x="6516" y="15"/>
                  </a:cubicBezTo>
                  <a:lnTo>
                    <a:pt x="112" y="3712"/>
                  </a:lnTo>
                  <a:cubicBezTo>
                    <a:pt x="44" y="3751"/>
                    <a:pt x="1" y="3824"/>
                    <a:pt x="1" y="3904"/>
                  </a:cubicBezTo>
                  <a:lnTo>
                    <a:pt x="1" y="9226"/>
                  </a:lnTo>
                  <a:lnTo>
                    <a:pt x="6669" y="5377"/>
                  </a:lnTo>
                  <a:lnTo>
                    <a:pt x="6669" y="103"/>
                  </a:lnTo>
                  <a:cubicBezTo>
                    <a:pt x="6669" y="44"/>
                    <a:pt x="6620" y="1"/>
                    <a:pt x="6567" y="1"/>
                  </a:cubicBezTo>
                  <a:close/>
                </a:path>
              </a:pathLst>
            </a:custGeom>
            <a:solidFill>
              <a:srgbClr val="DCEE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3914;p55">
              <a:extLst>
                <a:ext uri="{FF2B5EF4-FFF2-40B4-BE49-F238E27FC236}">
                  <a16:creationId xmlns:a16="http://schemas.microsoft.com/office/drawing/2014/main" id="{A7130272-814D-41FF-8B2A-EA77BBEF10AB}"/>
                </a:ext>
              </a:extLst>
            </p:cNvPr>
            <p:cNvSpPr/>
            <p:nvPr/>
          </p:nvSpPr>
          <p:spPr>
            <a:xfrm>
              <a:off x="5872600" y="4693000"/>
              <a:ext cx="166725" cy="230675"/>
            </a:xfrm>
            <a:custGeom>
              <a:avLst/>
              <a:gdLst/>
              <a:ahLst/>
              <a:cxnLst/>
              <a:rect l="l" t="t" r="r" b="b"/>
              <a:pathLst>
                <a:path w="6669" h="9227" extrusionOk="0">
                  <a:moveTo>
                    <a:pt x="6567" y="1"/>
                  </a:moveTo>
                  <a:cubicBezTo>
                    <a:pt x="6550" y="1"/>
                    <a:pt x="6532" y="5"/>
                    <a:pt x="6516" y="15"/>
                  </a:cubicBezTo>
                  <a:lnTo>
                    <a:pt x="112" y="3712"/>
                  </a:lnTo>
                  <a:cubicBezTo>
                    <a:pt x="44" y="3751"/>
                    <a:pt x="1" y="3824"/>
                    <a:pt x="1" y="3904"/>
                  </a:cubicBezTo>
                  <a:lnTo>
                    <a:pt x="1" y="9226"/>
                  </a:lnTo>
                  <a:lnTo>
                    <a:pt x="6669" y="5377"/>
                  </a:lnTo>
                  <a:lnTo>
                    <a:pt x="6669" y="103"/>
                  </a:lnTo>
                  <a:cubicBezTo>
                    <a:pt x="6669" y="44"/>
                    <a:pt x="6620" y="1"/>
                    <a:pt x="6567" y="1"/>
                  </a:cubicBezTo>
                  <a:close/>
                </a:path>
              </a:pathLst>
            </a:custGeom>
            <a:solidFill>
              <a:srgbClr val="DCEE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3915;p55">
              <a:extLst>
                <a:ext uri="{FF2B5EF4-FFF2-40B4-BE49-F238E27FC236}">
                  <a16:creationId xmlns:a16="http://schemas.microsoft.com/office/drawing/2014/main" id="{0E1FFED6-C432-4251-8A2D-A5FC1BE9C3F4}"/>
                </a:ext>
              </a:extLst>
            </p:cNvPr>
            <p:cNvSpPr/>
            <p:nvPr/>
          </p:nvSpPr>
          <p:spPr>
            <a:xfrm>
              <a:off x="5874575" y="4693000"/>
              <a:ext cx="164775" cy="229550"/>
            </a:xfrm>
            <a:custGeom>
              <a:avLst/>
              <a:gdLst/>
              <a:ahLst/>
              <a:cxnLst/>
              <a:rect l="l" t="t" r="r" b="b"/>
              <a:pathLst>
                <a:path w="6591" h="9182" extrusionOk="0">
                  <a:moveTo>
                    <a:pt x="6488" y="1"/>
                  </a:moveTo>
                  <a:cubicBezTo>
                    <a:pt x="6471" y="1"/>
                    <a:pt x="6453" y="5"/>
                    <a:pt x="6437" y="15"/>
                  </a:cubicBezTo>
                  <a:lnTo>
                    <a:pt x="5694" y="443"/>
                  </a:lnTo>
                  <a:lnTo>
                    <a:pt x="5462" y="575"/>
                  </a:lnTo>
                  <a:cubicBezTo>
                    <a:pt x="5462" y="1890"/>
                    <a:pt x="5341" y="5256"/>
                    <a:pt x="0" y="8382"/>
                  </a:cubicBezTo>
                  <a:lnTo>
                    <a:pt x="0" y="9181"/>
                  </a:lnTo>
                  <a:lnTo>
                    <a:pt x="6591" y="5375"/>
                  </a:lnTo>
                  <a:lnTo>
                    <a:pt x="6591" y="103"/>
                  </a:lnTo>
                  <a:cubicBezTo>
                    <a:pt x="6590" y="43"/>
                    <a:pt x="6541" y="1"/>
                    <a:pt x="6488" y="1"/>
                  </a:cubicBezTo>
                  <a:close/>
                </a:path>
              </a:pathLst>
            </a:custGeom>
            <a:solidFill>
              <a:srgbClr val="94C3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3916;p55">
              <a:extLst>
                <a:ext uri="{FF2B5EF4-FFF2-40B4-BE49-F238E27FC236}">
                  <a16:creationId xmlns:a16="http://schemas.microsoft.com/office/drawing/2014/main" id="{E8FD7C62-201D-4963-87F3-8E31E19CC982}"/>
                </a:ext>
              </a:extLst>
            </p:cNvPr>
            <p:cNvSpPr/>
            <p:nvPr/>
          </p:nvSpPr>
          <p:spPr>
            <a:xfrm>
              <a:off x="5872600" y="4822625"/>
              <a:ext cx="166725" cy="101050"/>
            </a:xfrm>
            <a:custGeom>
              <a:avLst/>
              <a:gdLst/>
              <a:ahLst/>
              <a:cxnLst/>
              <a:rect l="l" t="t" r="r" b="b"/>
              <a:pathLst>
                <a:path w="6669" h="4042" extrusionOk="0">
                  <a:moveTo>
                    <a:pt x="6669" y="1"/>
                  </a:moveTo>
                  <a:lnTo>
                    <a:pt x="1" y="3852"/>
                  </a:lnTo>
                  <a:lnTo>
                    <a:pt x="1" y="4041"/>
                  </a:lnTo>
                  <a:lnTo>
                    <a:pt x="6669" y="192"/>
                  </a:lnTo>
                  <a:lnTo>
                    <a:pt x="6669" y="1"/>
                  </a:lnTo>
                  <a:close/>
                </a:path>
              </a:pathLst>
            </a:custGeom>
            <a:solidFill>
              <a:srgbClr val="94C3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3917;p55">
              <a:extLst>
                <a:ext uri="{FF2B5EF4-FFF2-40B4-BE49-F238E27FC236}">
                  <a16:creationId xmlns:a16="http://schemas.microsoft.com/office/drawing/2014/main" id="{D5C3805E-C766-4C11-8014-18A15C51BAA8}"/>
                </a:ext>
              </a:extLst>
            </p:cNvPr>
            <p:cNvSpPr/>
            <p:nvPr/>
          </p:nvSpPr>
          <p:spPr>
            <a:xfrm>
              <a:off x="6032975" y="4700225"/>
              <a:ext cx="2025" cy="120200"/>
            </a:xfrm>
            <a:custGeom>
              <a:avLst/>
              <a:gdLst/>
              <a:ahLst/>
              <a:cxnLst/>
              <a:rect l="l" t="t" r="r" b="b"/>
              <a:pathLst>
                <a:path w="81" h="4808" extrusionOk="0">
                  <a:moveTo>
                    <a:pt x="80" y="0"/>
                  </a:moveTo>
                  <a:lnTo>
                    <a:pt x="1" y="47"/>
                  </a:lnTo>
                  <a:lnTo>
                    <a:pt x="1" y="4767"/>
                  </a:lnTo>
                  <a:lnTo>
                    <a:pt x="80" y="4808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rgbClr val="1E37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3918;p55">
              <a:extLst>
                <a:ext uri="{FF2B5EF4-FFF2-40B4-BE49-F238E27FC236}">
                  <a16:creationId xmlns:a16="http://schemas.microsoft.com/office/drawing/2014/main" id="{A2A97BAC-9786-491A-A14E-A9EFE2BFEA20}"/>
                </a:ext>
              </a:extLst>
            </p:cNvPr>
            <p:cNvSpPr/>
            <p:nvPr/>
          </p:nvSpPr>
          <p:spPr>
            <a:xfrm>
              <a:off x="5878000" y="4701375"/>
              <a:ext cx="155000" cy="207300"/>
            </a:xfrm>
            <a:custGeom>
              <a:avLst/>
              <a:gdLst/>
              <a:ahLst/>
              <a:cxnLst/>
              <a:rect l="l" t="t" r="r" b="b"/>
              <a:pathLst>
                <a:path w="6200" h="8292" extrusionOk="0">
                  <a:moveTo>
                    <a:pt x="6200" y="1"/>
                  </a:moveTo>
                  <a:lnTo>
                    <a:pt x="0" y="3581"/>
                  </a:lnTo>
                  <a:lnTo>
                    <a:pt x="0" y="8292"/>
                  </a:lnTo>
                  <a:lnTo>
                    <a:pt x="6200" y="4721"/>
                  </a:lnTo>
                  <a:lnTo>
                    <a:pt x="6200" y="1"/>
                  </a:lnTo>
                  <a:close/>
                </a:path>
              </a:pathLst>
            </a:custGeom>
            <a:solidFill>
              <a:srgbClr val="3445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3919;p55">
              <a:extLst>
                <a:ext uri="{FF2B5EF4-FFF2-40B4-BE49-F238E27FC236}">
                  <a16:creationId xmlns:a16="http://schemas.microsoft.com/office/drawing/2014/main" id="{9B2F65CB-F693-4159-A83F-11EBFF2D1006}"/>
                </a:ext>
              </a:extLst>
            </p:cNvPr>
            <p:cNvSpPr/>
            <p:nvPr/>
          </p:nvSpPr>
          <p:spPr>
            <a:xfrm>
              <a:off x="5878000" y="4819400"/>
              <a:ext cx="157000" cy="91650"/>
            </a:xfrm>
            <a:custGeom>
              <a:avLst/>
              <a:gdLst/>
              <a:ahLst/>
              <a:cxnLst/>
              <a:rect l="l" t="t" r="r" b="b"/>
              <a:pathLst>
                <a:path w="6280" h="3666" extrusionOk="0">
                  <a:moveTo>
                    <a:pt x="6200" y="0"/>
                  </a:moveTo>
                  <a:lnTo>
                    <a:pt x="0" y="3571"/>
                  </a:lnTo>
                  <a:lnTo>
                    <a:pt x="0" y="3665"/>
                  </a:lnTo>
                  <a:lnTo>
                    <a:pt x="6279" y="41"/>
                  </a:lnTo>
                  <a:lnTo>
                    <a:pt x="6200" y="0"/>
                  </a:lnTo>
                  <a:close/>
                </a:path>
              </a:pathLst>
            </a:custGeom>
            <a:solidFill>
              <a:srgbClr val="031F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3920;p55">
              <a:extLst>
                <a:ext uri="{FF2B5EF4-FFF2-40B4-BE49-F238E27FC236}">
                  <a16:creationId xmlns:a16="http://schemas.microsoft.com/office/drawing/2014/main" id="{B7F3C453-C50A-43A8-8F97-5AE71B8FBC35}"/>
                </a:ext>
              </a:extLst>
            </p:cNvPr>
            <p:cNvSpPr/>
            <p:nvPr/>
          </p:nvSpPr>
          <p:spPr>
            <a:xfrm>
              <a:off x="5877950" y="4701375"/>
              <a:ext cx="155050" cy="207300"/>
            </a:xfrm>
            <a:custGeom>
              <a:avLst/>
              <a:gdLst/>
              <a:ahLst/>
              <a:cxnLst/>
              <a:rect l="l" t="t" r="r" b="b"/>
              <a:pathLst>
                <a:path w="6202" h="8292" extrusionOk="0">
                  <a:moveTo>
                    <a:pt x="6202" y="1"/>
                  </a:moveTo>
                  <a:lnTo>
                    <a:pt x="5324" y="507"/>
                  </a:lnTo>
                  <a:cubicBezTo>
                    <a:pt x="5293" y="1957"/>
                    <a:pt x="4883" y="5056"/>
                    <a:pt x="1" y="7967"/>
                  </a:cubicBezTo>
                  <a:lnTo>
                    <a:pt x="1" y="8292"/>
                  </a:lnTo>
                  <a:lnTo>
                    <a:pt x="6202" y="4721"/>
                  </a:lnTo>
                  <a:lnTo>
                    <a:pt x="6202" y="1"/>
                  </a:lnTo>
                  <a:close/>
                </a:path>
              </a:pathLst>
            </a:custGeom>
            <a:solidFill>
              <a:srgbClr val="2B3D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3921;p55">
              <a:extLst>
                <a:ext uri="{FF2B5EF4-FFF2-40B4-BE49-F238E27FC236}">
                  <a16:creationId xmlns:a16="http://schemas.microsoft.com/office/drawing/2014/main" id="{68743A7B-5B60-4D19-8570-D9FE34BF0296}"/>
                </a:ext>
              </a:extLst>
            </p:cNvPr>
            <p:cNvSpPr/>
            <p:nvPr/>
          </p:nvSpPr>
          <p:spPr>
            <a:xfrm>
              <a:off x="6149100" y="5154750"/>
              <a:ext cx="14400" cy="280425"/>
            </a:xfrm>
            <a:custGeom>
              <a:avLst/>
              <a:gdLst/>
              <a:ahLst/>
              <a:cxnLst/>
              <a:rect l="l" t="t" r="r" b="b"/>
              <a:pathLst>
                <a:path w="576" h="11217" extrusionOk="0">
                  <a:moveTo>
                    <a:pt x="288" y="0"/>
                  </a:moveTo>
                  <a:cubicBezTo>
                    <a:pt x="129" y="0"/>
                    <a:pt x="0" y="131"/>
                    <a:pt x="4" y="290"/>
                  </a:cubicBezTo>
                  <a:lnTo>
                    <a:pt x="4" y="10933"/>
                  </a:lnTo>
                  <a:cubicBezTo>
                    <a:pt x="4" y="11089"/>
                    <a:pt x="131" y="11216"/>
                    <a:pt x="288" y="11216"/>
                  </a:cubicBezTo>
                  <a:cubicBezTo>
                    <a:pt x="444" y="11216"/>
                    <a:pt x="571" y="11089"/>
                    <a:pt x="571" y="10933"/>
                  </a:cubicBezTo>
                  <a:lnTo>
                    <a:pt x="571" y="290"/>
                  </a:lnTo>
                  <a:cubicBezTo>
                    <a:pt x="575" y="131"/>
                    <a:pt x="447" y="0"/>
                    <a:pt x="288" y="0"/>
                  </a:cubicBezTo>
                  <a:close/>
                </a:path>
              </a:pathLst>
            </a:custGeom>
            <a:solidFill>
              <a:srgbClr val="2234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3922;p55">
              <a:extLst>
                <a:ext uri="{FF2B5EF4-FFF2-40B4-BE49-F238E27FC236}">
                  <a16:creationId xmlns:a16="http://schemas.microsoft.com/office/drawing/2014/main" id="{5F2C8590-E1CC-4A75-BFA9-25E48183035D}"/>
                </a:ext>
              </a:extLst>
            </p:cNvPr>
            <p:cNvSpPr/>
            <p:nvPr/>
          </p:nvSpPr>
          <p:spPr>
            <a:xfrm>
              <a:off x="5975625" y="5088200"/>
              <a:ext cx="73650" cy="247225"/>
            </a:xfrm>
            <a:custGeom>
              <a:avLst/>
              <a:gdLst/>
              <a:ahLst/>
              <a:cxnLst/>
              <a:rect l="l" t="t" r="r" b="b"/>
              <a:pathLst>
                <a:path w="2946" h="9889" extrusionOk="0">
                  <a:moveTo>
                    <a:pt x="2629" y="1"/>
                  </a:moveTo>
                  <a:cubicBezTo>
                    <a:pt x="2499" y="1"/>
                    <a:pt x="2381" y="91"/>
                    <a:pt x="2352" y="224"/>
                  </a:cubicBezTo>
                  <a:lnTo>
                    <a:pt x="39" y="9536"/>
                  </a:lnTo>
                  <a:cubicBezTo>
                    <a:pt x="1" y="9688"/>
                    <a:pt x="94" y="9842"/>
                    <a:pt x="246" y="9880"/>
                  </a:cubicBezTo>
                  <a:cubicBezTo>
                    <a:pt x="268" y="9885"/>
                    <a:pt x="291" y="9888"/>
                    <a:pt x="314" y="9888"/>
                  </a:cubicBezTo>
                  <a:cubicBezTo>
                    <a:pt x="444" y="9887"/>
                    <a:pt x="557" y="9799"/>
                    <a:pt x="589" y="9673"/>
                  </a:cubicBezTo>
                  <a:lnTo>
                    <a:pt x="2902" y="360"/>
                  </a:lnTo>
                  <a:cubicBezTo>
                    <a:pt x="2945" y="206"/>
                    <a:pt x="2852" y="47"/>
                    <a:pt x="2697" y="9"/>
                  </a:cubicBezTo>
                  <a:cubicBezTo>
                    <a:pt x="2674" y="4"/>
                    <a:pt x="2651" y="1"/>
                    <a:pt x="2629" y="1"/>
                  </a:cubicBezTo>
                  <a:close/>
                </a:path>
              </a:pathLst>
            </a:custGeom>
            <a:solidFill>
              <a:srgbClr val="2234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3923;p55">
              <a:extLst>
                <a:ext uri="{FF2B5EF4-FFF2-40B4-BE49-F238E27FC236}">
                  <a16:creationId xmlns:a16="http://schemas.microsoft.com/office/drawing/2014/main" id="{92B82E0F-3F06-410B-869B-695A5B1EE04F}"/>
                </a:ext>
              </a:extLst>
            </p:cNvPr>
            <p:cNvSpPr/>
            <p:nvPr/>
          </p:nvSpPr>
          <p:spPr>
            <a:xfrm>
              <a:off x="6263550" y="5088575"/>
              <a:ext cx="73400" cy="246850"/>
            </a:xfrm>
            <a:custGeom>
              <a:avLst/>
              <a:gdLst/>
              <a:ahLst/>
              <a:cxnLst/>
              <a:rect l="l" t="t" r="r" b="b"/>
              <a:pathLst>
                <a:path w="2936" h="9874" extrusionOk="0">
                  <a:moveTo>
                    <a:pt x="311" y="1"/>
                  </a:moveTo>
                  <a:cubicBezTo>
                    <a:pt x="288" y="1"/>
                    <a:pt x="266" y="3"/>
                    <a:pt x="243" y="9"/>
                  </a:cubicBezTo>
                  <a:cubicBezTo>
                    <a:pt x="94" y="47"/>
                    <a:pt x="1" y="195"/>
                    <a:pt x="34" y="345"/>
                  </a:cubicBezTo>
                  <a:lnTo>
                    <a:pt x="2347" y="9658"/>
                  </a:lnTo>
                  <a:cubicBezTo>
                    <a:pt x="2379" y="9784"/>
                    <a:pt x="2493" y="9872"/>
                    <a:pt x="2622" y="9873"/>
                  </a:cubicBezTo>
                  <a:cubicBezTo>
                    <a:pt x="2646" y="9873"/>
                    <a:pt x="2669" y="9870"/>
                    <a:pt x="2691" y="9865"/>
                  </a:cubicBezTo>
                  <a:cubicBezTo>
                    <a:pt x="2842" y="9827"/>
                    <a:pt x="2935" y="9673"/>
                    <a:pt x="2898" y="9521"/>
                  </a:cubicBezTo>
                  <a:lnTo>
                    <a:pt x="584" y="209"/>
                  </a:lnTo>
                  <a:cubicBezTo>
                    <a:pt x="550" y="84"/>
                    <a:pt x="436" y="1"/>
                    <a:pt x="311" y="1"/>
                  </a:cubicBezTo>
                  <a:close/>
                </a:path>
              </a:pathLst>
            </a:custGeom>
            <a:solidFill>
              <a:srgbClr val="2234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3924;p55">
              <a:extLst>
                <a:ext uri="{FF2B5EF4-FFF2-40B4-BE49-F238E27FC236}">
                  <a16:creationId xmlns:a16="http://schemas.microsoft.com/office/drawing/2014/main" id="{21CEF474-97F0-426A-826C-0E97A477A3A0}"/>
                </a:ext>
              </a:extLst>
            </p:cNvPr>
            <p:cNvSpPr/>
            <p:nvPr/>
          </p:nvSpPr>
          <p:spPr>
            <a:xfrm>
              <a:off x="5942325" y="5008175"/>
              <a:ext cx="329175" cy="180925"/>
            </a:xfrm>
            <a:custGeom>
              <a:avLst/>
              <a:gdLst/>
              <a:ahLst/>
              <a:cxnLst/>
              <a:rect l="l" t="t" r="r" b="b"/>
              <a:pathLst>
                <a:path w="13167" h="7237" extrusionOk="0">
                  <a:moveTo>
                    <a:pt x="6254" y="0"/>
                  </a:moveTo>
                  <a:cubicBezTo>
                    <a:pt x="5721" y="0"/>
                    <a:pt x="5187" y="118"/>
                    <a:pt x="4780" y="353"/>
                  </a:cubicBezTo>
                  <a:lnTo>
                    <a:pt x="815" y="2643"/>
                  </a:lnTo>
                  <a:cubicBezTo>
                    <a:pt x="2" y="3112"/>
                    <a:pt x="1" y="3874"/>
                    <a:pt x="815" y="4344"/>
                  </a:cubicBezTo>
                  <a:lnTo>
                    <a:pt x="3958" y="6161"/>
                  </a:lnTo>
                  <a:cubicBezTo>
                    <a:pt x="3958" y="6161"/>
                    <a:pt x="5833" y="7237"/>
                    <a:pt x="7360" y="7237"/>
                  </a:cubicBezTo>
                  <a:cubicBezTo>
                    <a:pt x="7572" y="7237"/>
                    <a:pt x="7778" y="7216"/>
                    <a:pt x="7970" y="7169"/>
                  </a:cubicBezTo>
                  <a:cubicBezTo>
                    <a:pt x="9552" y="6781"/>
                    <a:pt x="13167" y="3493"/>
                    <a:pt x="13167" y="3493"/>
                  </a:cubicBezTo>
                  <a:lnTo>
                    <a:pt x="7728" y="353"/>
                  </a:lnTo>
                  <a:cubicBezTo>
                    <a:pt x="7321" y="118"/>
                    <a:pt x="6787" y="0"/>
                    <a:pt x="6254" y="0"/>
                  </a:cubicBez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3925;p55">
              <a:extLst>
                <a:ext uri="{FF2B5EF4-FFF2-40B4-BE49-F238E27FC236}">
                  <a16:creationId xmlns:a16="http://schemas.microsoft.com/office/drawing/2014/main" id="{8D81FA1A-3CE6-444C-ADF1-EB4053E8921E}"/>
                </a:ext>
              </a:extLst>
            </p:cNvPr>
            <p:cNvSpPr/>
            <p:nvPr/>
          </p:nvSpPr>
          <p:spPr>
            <a:xfrm>
              <a:off x="6146250" y="4736650"/>
              <a:ext cx="102975" cy="80600"/>
            </a:xfrm>
            <a:custGeom>
              <a:avLst/>
              <a:gdLst/>
              <a:ahLst/>
              <a:cxnLst/>
              <a:rect l="l" t="t" r="r" b="b"/>
              <a:pathLst>
                <a:path w="4119" h="3224" extrusionOk="0">
                  <a:moveTo>
                    <a:pt x="2526" y="0"/>
                  </a:moveTo>
                  <a:lnTo>
                    <a:pt x="624" y="1140"/>
                  </a:lnTo>
                  <a:cubicBezTo>
                    <a:pt x="624" y="1140"/>
                    <a:pt x="731" y="1518"/>
                    <a:pt x="804" y="1762"/>
                  </a:cubicBezTo>
                  <a:cubicBezTo>
                    <a:pt x="876" y="2004"/>
                    <a:pt x="870" y="2136"/>
                    <a:pt x="408" y="2488"/>
                  </a:cubicBezTo>
                  <a:cubicBezTo>
                    <a:pt x="1" y="2798"/>
                    <a:pt x="961" y="3224"/>
                    <a:pt x="1743" y="3224"/>
                  </a:cubicBezTo>
                  <a:cubicBezTo>
                    <a:pt x="1849" y="3224"/>
                    <a:pt x="1951" y="3216"/>
                    <a:pt x="2047" y="3199"/>
                  </a:cubicBezTo>
                  <a:cubicBezTo>
                    <a:pt x="2848" y="3057"/>
                    <a:pt x="3709" y="2480"/>
                    <a:pt x="3906" y="1932"/>
                  </a:cubicBezTo>
                  <a:cubicBezTo>
                    <a:pt x="4118" y="1344"/>
                    <a:pt x="4051" y="716"/>
                    <a:pt x="3735" y="716"/>
                  </a:cubicBezTo>
                  <a:cubicBezTo>
                    <a:pt x="3722" y="716"/>
                    <a:pt x="3709" y="717"/>
                    <a:pt x="3696" y="719"/>
                  </a:cubicBezTo>
                  <a:cubicBezTo>
                    <a:pt x="3346" y="771"/>
                    <a:pt x="3056" y="854"/>
                    <a:pt x="2883" y="854"/>
                  </a:cubicBezTo>
                  <a:cubicBezTo>
                    <a:pt x="2804" y="854"/>
                    <a:pt x="2748" y="836"/>
                    <a:pt x="2723" y="790"/>
                  </a:cubicBezTo>
                  <a:cubicBezTo>
                    <a:pt x="2662" y="678"/>
                    <a:pt x="2526" y="0"/>
                    <a:pt x="2526" y="0"/>
                  </a:cubicBezTo>
                  <a:close/>
                </a:path>
              </a:pathLst>
            </a:custGeom>
            <a:solidFill>
              <a:srgbClr val="B44C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3926;p55">
              <a:extLst>
                <a:ext uri="{FF2B5EF4-FFF2-40B4-BE49-F238E27FC236}">
                  <a16:creationId xmlns:a16="http://schemas.microsoft.com/office/drawing/2014/main" id="{7147BB26-A1EE-4B35-8774-785592CC63B3}"/>
                </a:ext>
              </a:extLst>
            </p:cNvPr>
            <p:cNvSpPr/>
            <p:nvPr/>
          </p:nvSpPr>
          <p:spPr>
            <a:xfrm>
              <a:off x="5891200" y="4985400"/>
              <a:ext cx="391900" cy="169475"/>
            </a:xfrm>
            <a:custGeom>
              <a:avLst/>
              <a:gdLst/>
              <a:ahLst/>
              <a:cxnLst/>
              <a:rect l="l" t="t" r="r" b="b"/>
              <a:pathLst>
                <a:path w="15676" h="6779" extrusionOk="0">
                  <a:moveTo>
                    <a:pt x="1962" y="0"/>
                  </a:moveTo>
                  <a:cubicBezTo>
                    <a:pt x="1040" y="0"/>
                    <a:pt x="1" y="674"/>
                    <a:pt x="117" y="1832"/>
                  </a:cubicBezTo>
                  <a:lnTo>
                    <a:pt x="2715" y="3287"/>
                  </a:lnTo>
                  <a:lnTo>
                    <a:pt x="2715" y="3287"/>
                  </a:lnTo>
                  <a:lnTo>
                    <a:pt x="7961" y="6316"/>
                  </a:lnTo>
                  <a:cubicBezTo>
                    <a:pt x="8547" y="6630"/>
                    <a:pt x="9193" y="6779"/>
                    <a:pt x="9880" y="6779"/>
                  </a:cubicBezTo>
                  <a:cubicBezTo>
                    <a:pt x="10714" y="6779"/>
                    <a:pt x="11608" y="6560"/>
                    <a:pt x="12530" y="6155"/>
                  </a:cubicBezTo>
                  <a:cubicBezTo>
                    <a:pt x="14213" y="5415"/>
                    <a:pt x="15675" y="4449"/>
                    <a:pt x="15528" y="2193"/>
                  </a:cubicBezTo>
                  <a:lnTo>
                    <a:pt x="15528" y="2193"/>
                  </a:lnTo>
                  <a:lnTo>
                    <a:pt x="9499" y="2702"/>
                  </a:lnTo>
                  <a:cubicBezTo>
                    <a:pt x="9499" y="2702"/>
                    <a:pt x="3424" y="422"/>
                    <a:pt x="2524" y="94"/>
                  </a:cubicBezTo>
                  <a:cubicBezTo>
                    <a:pt x="2350" y="31"/>
                    <a:pt x="2159" y="0"/>
                    <a:pt x="1962" y="0"/>
                  </a:cubicBezTo>
                  <a:close/>
                </a:path>
              </a:pathLst>
            </a:custGeom>
            <a:solidFill>
              <a:srgbClr val="C4D9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3927;p55">
              <a:extLst>
                <a:ext uri="{FF2B5EF4-FFF2-40B4-BE49-F238E27FC236}">
                  <a16:creationId xmlns:a16="http://schemas.microsoft.com/office/drawing/2014/main" id="{33556FBD-75FC-4CCE-B926-D77B227F27E7}"/>
                </a:ext>
              </a:extLst>
            </p:cNvPr>
            <p:cNvSpPr/>
            <p:nvPr/>
          </p:nvSpPr>
          <p:spPr>
            <a:xfrm>
              <a:off x="6111825" y="4614975"/>
              <a:ext cx="124825" cy="151350"/>
            </a:xfrm>
            <a:custGeom>
              <a:avLst/>
              <a:gdLst/>
              <a:ahLst/>
              <a:cxnLst/>
              <a:rect l="l" t="t" r="r" b="b"/>
              <a:pathLst>
                <a:path w="4993" h="6054" extrusionOk="0">
                  <a:moveTo>
                    <a:pt x="2448" y="1"/>
                  </a:moveTo>
                  <a:cubicBezTo>
                    <a:pt x="1139" y="1"/>
                    <a:pt x="275" y="1010"/>
                    <a:pt x="144" y="2291"/>
                  </a:cubicBezTo>
                  <a:cubicBezTo>
                    <a:pt x="69" y="2926"/>
                    <a:pt x="0" y="4270"/>
                    <a:pt x="487" y="5248"/>
                  </a:cubicBezTo>
                  <a:cubicBezTo>
                    <a:pt x="762" y="5802"/>
                    <a:pt x="1055" y="6003"/>
                    <a:pt x="1576" y="6051"/>
                  </a:cubicBezTo>
                  <a:cubicBezTo>
                    <a:pt x="1593" y="6053"/>
                    <a:pt x="1612" y="6053"/>
                    <a:pt x="1632" y="6053"/>
                  </a:cubicBezTo>
                  <a:cubicBezTo>
                    <a:pt x="2098" y="6053"/>
                    <a:pt x="3389" y="5658"/>
                    <a:pt x="3808" y="5114"/>
                  </a:cubicBezTo>
                  <a:cubicBezTo>
                    <a:pt x="3885" y="5013"/>
                    <a:pt x="3982" y="4547"/>
                    <a:pt x="3982" y="4547"/>
                  </a:cubicBezTo>
                  <a:cubicBezTo>
                    <a:pt x="4587" y="4085"/>
                    <a:pt x="4982" y="3370"/>
                    <a:pt x="4986" y="2550"/>
                  </a:cubicBezTo>
                  <a:cubicBezTo>
                    <a:pt x="4992" y="1148"/>
                    <a:pt x="3862" y="7"/>
                    <a:pt x="2460" y="1"/>
                  </a:cubicBezTo>
                  <a:cubicBezTo>
                    <a:pt x="2456" y="1"/>
                    <a:pt x="2452" y="1"/>
                    <a:pt x="2448" y="1"/>
                  </a:cubicBezTo>
                  <a:close/>
                </a:path>
              </a:pathLst>
            </a:custGeom>
            <a:solidFill>
              <a:srgbClr val="B44C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3928;p55">
              <a:extLst>
                <a:ext uri="{FF2B5EF4-FFF2-40B4-BE49-F238E27FC236}">
                  <a16:creationId xmlns:a16="http://schemas.microsoft.com/office/drawing/2014/main" id="{3D2511DF-F865-473A-8972-0DB1CCD7ACBB}"/>
                </a:ext>
              </a:extLst>
            </p:cNvPr>
            <p:cNvSpPr/>
            <p:nvPr/>
          </p:nvSpPr>
          <p:spPr>
            <a:xfrm>
              <a:off x="6109300" y="4607575"/>
              <a:ext cx="131750" cy="152925"/>
            </a:xfrm>
            <a:custGeom>
              <a:avLst/>
              <a:gdLst/>
              <a:ahLst/>
              <a:cxnLst/>
              <a:rect l="l" t="t" r="r" b="b"/>
              <a:pathLst>
                <a:path w="5270" h="6117" extrusionOk="0">
                  <a:moveTo>
                    <a:pt x="2439" y="1"/>
                  </a:moveTo>
                  <a:cubicBezTo>
                    <a:pt x="1919" y="1"/>
                    <a:pt x="1397" y="73"/>
                    <a:pt x="874" y="73"/>
                  </a:cubicBezTo>
                  <a:cubicBezTo>
                    <a:pt x="785" y="73"/>
                    <a:pt x="696" y="71"/>
                    <a:pt x="607" y="66"/>
                  </a:cubicBezTo>
                  <a:cubicBezTo>
                    <a:pt x="572" y="64"/>
                    <a:pt x="535" y="62"/>
                    <a:pt x="497" y="62"/>
                  </a:cubicBezTo>
                  <a:cubicBezTo>
                    <a:pt x="342" y="62"/>
                    <a:pt x="181" y="87"/>
                    <a:pt x="97" y="209"/>
                  </a:cubicBezTo>
                  <a:cubicBezTo>
                    <a:pt x="53" y="275"/>
                    <a:pt x="41" y="348"/>
                    <a:pt x="33" y="419"/>
                  </a:cubicBezTo>
                  <a:cubicBezTo>
                    <a:pt x="1" y="703"/>
                    <a:pt x="34" y="1000"/>
                    <a:pt x="160" y="1257"/>
                  </a:cubicBezTo>
                  <a:cubicBezTo>
                    <a:pt x="275" y="1489"/>
                    <a:pt x="542" y="1796"/>
                    <a:pt x="827" y="1796"/>
                  </a:cubicBezTo>
                  <a:cubicBezTo>
                    <a:pt x="833" y="1796"/>
                    <a:pt x="838" y="1796"/>
                    <a:pt x="844" y="1795"/>
                  </a:cubicBezTo>
                  <a:lnTo>
                    <a:pt x="844" y="1795"/>
                  </a:lnTo>
                  <a:cubicBezTo>
                    <a:pt x="798" y="1983"/>
                    <a:pt x="841" y="2204"/>
                    <a:pt x="987" y="2337"/>
                  </a:cubicBezTo>
                  <a:cubicBezTo>
                    <a:pt x="1149" y="2487"/>
                    <a:pt x="1215" y="2714"/>
                    <a:pt x="1204" y="2936"/>
                  </a:cubicBezTo>
                  <a:cubicBezTo>
                    <a:pt x="1192" y="3175"/>
                    <a:pt x="1193" y="3470"/>
                    <a:pt x="1245" y="3727"/>
                  </a:cubicBezTo>
                  <a:cubicBezTo>
                    <a:pt x="1317" y="4089"/>
                    <a:pt x="1678" y="4221"/>
                    <a:pt x="1678" y="4221"/>
                  </a:cubicBezTo>
                  <a:cubicBezTo>
                    <a:pt x="1678" y="4221"/>
                    <a:pt x="1672" y="3658"/>
                    <a:pt x="1781" y="3340"/>
                  </a:cubicBezTo>
                  <a:cubicBezTo>
                    <a:pt x="1841" y="3163"/>
                    <a:pt x="2030" y="3044"/>
                    <a:pt x="2227" y="3044"/>
                  </a:cubicBezTo>
                  <a:cubicBezTo>
                    <a:pt x="2382" y="3044"/>
                    <a:pt x="2541" y="3118"/>
                    <a:pt x="2644" y="3298"/>
                  </a:cubicBezTo>
                  <a:cubicBezTo>
                    <a:pt x="2877" y="3703"/>
                    <a:pt x="2776" y="3973"/>
                    <a:pt x="2697" y="4331"/>
                  </a:cubicBezTo>
                  <a:cubicBezTo>
                    <a:pt x="2617" y="4691"/>
                    <a:pt x="2272" y="4589"/>
                    <a:pt x="2173" y="4684"/>
                  </a:cubicBezTo>
                  <a:cubicBezTo>
                    <a:pt x="2104" y="4750"/>
                    <a:pt x="2112" y="5065"/>
                    <a:pt x="2320" y="5279"/>
                  </a:cubicBezTo>
                  <a:cubicBezTo>
                    <a:pt x="2411" y="5582"/>
                    <a:pt x="2748" y="6116"/>
                    <a:pt x="3190" y="6116"/>
                  </a:cubicBezTo>
                  <a:cubicBezTo>
                    <a:pt x="3222" y="6116"/>
                    <a:pt x="3255" y="6113"/>
                    <a:pt x="3288" y="6107"/>
                  </a:cubicBezTo>
                  <a:cubicBezTo>
                    <a:pt x="3777" y="6021"/>
                    <a:pt x="4129" y="5725"/>
                    <a:pt x="4129" y="5725"/>
                  </a:cubicBezTo>
                  <a:cubicBezTo>
                    <a:pt x="4129" y="5725"/>
                    <a:pt x="4291" y="5332"/>
                    <a:pt x="4780" y="4466"/>
                  </a:cubicBezTo>
                  <a:cubicBezTo>
                    <a:pt x="5269" y="3600"/>
                    <a:pt x="5269" y="2961"/>
                    <a:pt x="5088" y="2095"/>
                  </a:cubicBezTo>
                  <a:cubicBezTo>
                    <a:pt x="4906" y="1230"/>
                    <a:pt x="4318" y="1015"/>
                    <a:pt x="4318" y="1015"/>
                  </a:cubicBezTo>
                  <a:cubicBezTo>
                    <a:pt x="4282" y="1003"/>
                    <a:pt x="4172" y="685"/>
                    <a:pt x="4134" y="631"/>
                  </a:cubicBezTo>
                  <a:cubicBezTo>
                    <a:pt x="4055" y="517"/>
                    <a:pt x="3957" y="418"/>
                    <a:pt x="3844" y="336"/>
                  </a:cubicBezTo>
                  <a:cubicBezTo>
                    <a:pt x="3602" y="162"/>
                    <a:pt x="3307" y="79"/>
                    <a:pt x="3016" y="38"/>
                  </a:cubicBezTo>
                  <a:cubicBezTo>
                    <a:pt x="2824" y="11"/>
                    <a:pt x="2632" y="1"/>
                    <a:pt x="2439" y="1"/>
                  </a:cubicBezTo>
                  <a:close/>
                </a:path>
              </a:pathLst>
            </a:custGeom>
            <a:solidFill>
              <a:srgbClr val="180D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3929;p55">
              <a:extLst>
                <a:ext uri="{FF2B5EF4-FFF2-40B4-BE49-F238E27FC236}">
                  <a16:creationId xmlns:a16="http://schemas.microsoft.com/office/drawing/2014/main" id="{93CB29C2-89E1-4C6A-B2CD-70F10B3FAE27}"/>
                </a:ext>
              </a:extLst>
            </p:cNvPr>
            <p:cNvSpPr/>
            <p:nvPr/>
          </p:nvSpPr>
          <p:spPr>
            <a:xfrm>
              <a:off x="6102975" y="4753875"/>
              <a:ext cx="188350" cy="344925"/>
            </a:xfrm>
            <a:custGeom>
              <a:avLst/>
              <a:gdLst/>
              <a:ahLst/>
              <a:cxnLst/>
              <a:rect l="l" t="t" r="r" b="b"/>
              <a:pathLst>
                <a:path w="7534" h="13797" extrusionOk="0">
                  <a:moveTo>
                    <a:pt x="5549" y="0"/>
                  </a:moveTo>
                  <a:cubicBezTo>
                    <a:pt x="5458" y="0"/>
                    <a:pt x="5367" y="9"/>
                    <a:pt x="5276" y="22"/>
                  </a:cubicBezTo>
                  <a:cubicBezTo>
                    <a:pt x="5090" y="47"/>
                    <a:pt x="4908" y="87"/>
                    <a:pt x="4728" y="142"/>
                  </a:cubicBezTo>
                  <a:cubicBezTo>
                    <a:pt x="4785" y="328"/>
                    <a:pt x="4627" y="632"/>
                    <a:pt x="3964" y="986"/>
                  </a:cubicBezTo>
                  <a:cubicBezTo>
                    <a:pt x="3253" y="1365"/>
                    <a:pt x="2770" y="1404"/>
                    <a:pt x="2601" y="1404"/>
                  </a:cubicBezTo>
                  <a:cubicBezTo>
                    <a:pt x="2557" y="1404"/>
                    <a:pt x="2534" y="1402"/>
                    <a:pt x="2534" y="1402"/>
                  </a:cubicBezTo>
                  <a:cubicBezTo>
                    <a:pt x="2534" y="1402"/>
                    <a:pt x="1472" y="1977"/>
                    <a:pt x="1008" y="2301"/>
                  </a:cubicBezTo>
                  <a:cubicBezTo>
                    <a:pt x="427" y="2707"/>
                    <a:pt x="169" y="3884"/>
                    <a:pt x="91" y="5870"/>
                  </a:cubicBezTo>
                  <a:cubicBezTo>
                    <a:pt x="23" y="7628"/>
                    <a:pt x="1" y="10417"/>
                    <a:pt x="29" y="11896"/>
                  </a:cubicBezTo>
                  <a:cubicBezTo>
                    <a:pt x="40" y="12572"/>
                    <a:pt x="432" y="13186"/>
                    <a:pt x="1043" y="13481"/>
                  </a:cubicBezTo>
                  <a:cubicBezTo>
                    <a:pt x="1406" y="13655"/>
                    <a:pt x="1852" y="13797"/>
                    <a:pt x="2342" y="13797"/>
                  </a:cubicBezTo>
                  <a:cubicBezTo>
                    <a:pt x="2410" y="13797"/>
                    <a:pt x="2478" y="13794"/>
                    <a:pt x="2547" y="13788"/>
                  </a:cubicBezTo>
                  <a:cubicBezTo>
                    <a:pt x="3938" y="13673"/>
                    <a:pt x="6491" y="12405"/>
                    <a:pt x="7059" y="11454"/>
                  </a:cubicBezTo>
                  <a:cubicBezTo>
                    <a:pt x="7044" y="9438"/>
                    <a:pt x="6874" y="8214"/>
                    <a:pt x="6945" y="7010"/>
                  </a:cubicBezTo>
                  <a:cubicBezTo>
                    <a:pt x="7068" y="4887"/>
                    <a:pt x="7533" y="3202"/>
                    <a:pt x="6947" y="1498"/>
                  </a:cubicBezTo>
                  <a:cubicBezTo>
                    <a:pt x="6518" y="249"/>
                    <a:pt x="6032" y="0"/>
                    <a:pt x="5549" y="0"/>
                  </a:cubicBezTo>
                  <a:close/>
                </a:path>
              </a:pathLst>
            </a:custGeom>
            <a:solidFill>
              <a:srgbClr val="7FA8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3930;p55">
              <a:extLst>
                <a:ext uri="{FF2B5EF4-FFF2-40B4-BE49-F238E27FC236}">
                  <a16:creationId xmlns:a16="http://schemas.microsoft.com/office/drawing/2014/main" id="{D6F2F746-2920-44D0-9FEB-DA63901E8D36}"/>
                </a:ext>
              </a:extLst>
            </p:cNvPr>
            <p:cNvSpPr/>
            <p:nvPr/>
          </p:nvSpPr>
          <p:spPr>
            <a:xfrm>
              <a:off x="5852750" y="4814750"/>
              <a:ext cx="304625" cy="196325"/>
            </a:xfrm>
            <a:custGeom>
              <a:avLst/>
              <a:gdLst/>
              <a:ahLst/>
              <a:cxnLst/>
              <a:rect l="l" t="t" r="r" b="b"/>
              <a:pathLst>
                <a:path w="12185" h="7853" extrusionOk="0">
                  <a:moveTo>
                    <a:pt x="11168" y="1"/>
                  </a:moveTo>
                  <a:cubicBezTo>
                    <a:pt x="10838" y="1"/>
                    <a:pt x="10472" y="246"/>
                    <a:pt x="10284" y="786"/>
                  </a:cubicBezTo>
                  <a:cubicBezTo>
                    <a:pt x="9879" y="1948"/>
                    <a:pt x="9884" y="3507"/>
                    <a:pt x="8916" y="4787"/>
                  </a:cubicBezTo>
                  <a:cubicBezTo>
                    <a:pt x="8474" y="5373"/>
                    <a:pt x="7696" y="5884"/>
                    <a:pt x="6392" y="6006"/>
                  </a:cubicBezTo>
                  <a:cubicBezTo>
                    <a:pt x="5613" y="6079"/>
                    <a:pt x="4968" y="6122"/>
                    <a:pt x="4489" y="6122"/>
                  </a:cubicBezTo>
                  <a:cubicBezTo>
                    <a:pt x="4164" y="6122"/>
                    <a:pt x="3915" y="6102"/>
                    <a:pt x="3755" y="6059"/>
                  </a:cubicBezTo>
                  <a:cubicBezTo>
                    <a:pt x="3389" y="5962"/>
                    <a:pt x="3254" y="5866"/>
                    <a:pt x="2931" y="5619"/>
                  </a:cubicBezTo>
                  <a:cubicBezTo>
                    <a:pt x="2566" y="5339"/>
                    <a:pt x="2268" y="5266"/>
                    <a:pt x="1995" y="5089"/>
                  </a:cubicBezTo>
                  <a:cubicBezTo>
                    <a:pt x="1832" y="4984"/>
                    <a:pt x="1774" y="4932"/>
                    <a:pt x="1727" y="4932"/>
                  </a:cubicBezTo>
                  <a:cubicBezTo>
                    <a:pt x="1695" y="4932"/>
                    <a:pt x="1667" y="4956"/>
                    <a:pt x="1616" y="5006"/>
                  </a:cubicBezTo>
                  <a:cubicBezTo>
                    <a:pt x="1488" y="5128"/>
                    <a:pt x="1592" y="5472"/>
                    <a:pt x="1826" y="5681"/>
                  </a:cubicBezTo>
                  <a:cubicBezTo>
                    <a:pt x="2071" y="5900"/>
                    <a:pt x="2290" y="5939"/>
                    <a:pt x="2323" y="6006"/>
                  </a:cubicBezTo>
                  <a:cubicBezTo>
                    <a:pt x="2337" y="6034"/>
                    <a:pt x="2299" y="6048"/>
                    <a:pt x="2225" y="6048"/>
                  </a:cubicBezTo>
                  <a:cubicBezTo>
                    <a:pt x="2119" y="6048"/>
                    <a:pt x="1937" y="6020"/>
                    <a:pt x="1722" y="5965"/>
                  </a:cubicBezTo>
                  <a:cubicBezTo>
                    <a:pt x="1222" y="5836"/>
                    <a:pt x="955" y="5597"/>
                    <a:pt x="709" y="5490"/>
                  </a:cubicBezTo>
                  <a:cubicBezTo>
                    <a:pt x="655" y="5467"/>
                    <a:pt x="609" y="5457"/>
                    <a:pt x="570" y="5457"/>
                  </a:cubicBezTo>
                  <a:cubicBezTo>
                    <a:pt x="411" y="5457"/>
                    <a:pt x="373" y="5621"/>
                    <a:pt x="422" y="5713"/>
                  </a:cubicBezTo>
                  <a:cubicBezTo>
                    <a:pt x="483" y="5827"/>
                    <a:pt x="586" y="5995"/>
                    <a:pt x="945" y="6223"/>
                  </a:cubicBezTo>
                  <a:cubicBezTo>
                    <a:pt x="1305" y="6451"/>
                    <a:pt x="1771" y="6634"/>
                    <a:pt x="1771" y="6634"/>
                  </a:cubicBezTo>
                  <a:cubicBezTo>
                    <a:pt x="1771" y="6634"/>
                    <a:pt x="1453" y="6614"/>
                    <a:pt x="1055" y="6482"/>
                  </a:cubicBezTo>
                  <a:cubicBezTo>
                    <a:pt x="619" y="6336"/>
                    <a:pt x="458" y="6223"/>
                    <a:pt x="228" y="6159"/>
                  </a:cubicBezTo>
                  <a:cubicBezTo>
                    <a:pt x="211" y="6155"/>
                    <a:pt x="196" y="6152"/>
                    <a:pt x="181" y="6152"/>
                  </a:cubicBezTo>
                  <a:cubicBezTo>
                    <a:pt x="0" y="6152"/>
                    <a:pt x="11" y="6503"/>
                    <a:pt x="211" y="6647"/>
                  </a:cubicBezTo>
                  <a:cubicBezTo>
                    <a:pt x="387" y="6773"/>
                    <a:pt x="657" y="6918"/>
                    <a:pt x="950" y="7021"/>
                  </a:cubicBezTo>
                  <a:cubicBezTo>
                    <a:pt x="1242" y="7123"/>
                    <a:pt x="1745" y="7251"/>
                    <a:pt x="1745" y="7251"/>
                  </a:cubicBezTo>
                  <a:cubicBezTo>
                    <a:pt x="1731" y="7251"/>
                    <a:pt x="1718" y="7251"/>
                    <a:pt x="1704" y="7251"/>
                  </a:cubicBezTo>
                  <a:cubicBezTo>
                    <a:pt x="1217" y="7251"/>
                    <a:pt x="867" y="7104"/>
                    <a:pt x="647" y="7036"/>
                  </a:cubicBezTo>
                  <a:cubicBezTo>
                    <a:pt x="578" y="7015"/>
                    <a:pt x="518" y="7005"/>
                    <a:pt x="468" y="7005"/>
                  </a:cubicBezTo>
                  <a:cubicBezTo>
                    <a:pt x="355" y="7005"/>
                    <a:pt x="293" y="7058"/>
                    <a:pt x="293" y="7156"/>
                  </a:cubicBezTo>
                  <a:cubicBezTo>
                    <a:pt x="293" y="7270"/>
                    <a:pt x="431" y="7418"/>
                    <a:pt x="902" y="7625"/>
                  </a:cubicBezTo>
                  <a:cubicBezTo>
                    <a:pt x="1250" y="7777"/>
                    <a:pt x="1735" y="7853"/>
                    <a:pt x="2210" y="7853"/>
                  </a:cubicBezTo>
                  <a:cubicBezTo>
                    <a:pt x="2379" y="7853"/>
                    <a:pt x="2547" y="7843"/>
                    <a:pt x="2707" y="7824"/>
                  </a:cubicBezTo>
                  <a:cubicBezTo>
                    <a:pt x="3317" y="7752"/>
                    <a:pt x="3556" y="7673"/>
                    <a:pt x="3876" y="7673"/>
                  </a:cubicBezTo>
                  <a:cubicBezTo>
                    <a:pt x="4189" y="7673"/>
                    <a:pt x="4486" y="7675"/>
                    <a:pt x="4778" y="7675"/>
                  </a:cubicBezTo>
                  <a:cubicBezTo>
                    <a:pt x="5582" y="7675"/>
                    <a:pt x="6338" y="7658"/>
                    <a:pt x="7229" y="7534"/>
                  </a:cubicBezTo>
                  <a:cubicBezTo>
                    <a:pt x="7973" y="7433"/>
                    <a:pt x="8951" y="7103"/>
                    <a:pt x="9635" y="6647"/>
                  </a:cubicBezTo>
                  <a:cubicBezTo>
                    <a:pt x="10706" y="5938"/>
                    <a:pt x="11497" y="4317"/>
                    <a:pt x="11797" y="3111"/>
                  </a:cubicBezTo>
                  <a:cubicBezTo>
                    <a:pt x="12184" y="1554"/>
                    <a:pt x="11893" y="464"/>
                    <a:pt x="11614" y="185"/>
                  </a:cubicBezTo>
                  <a:cubicBezTo>
                    <a:pt x="11494" y="64"/>
                    <a:pt x="11336" y="1"/>
                    <a:pt x="11168" y="1"/>
                  </a:cubicBezTo>
                  <a:close/>
                </a:path>
              </a:pathLst>
            </a:custGeom>
            <a:solidFill>
              <a:srgbClr val="B44C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3931;p55">
              <a:extLst>
                <a:ext uri="{FF2B5EF4-FFF2-40B4-BE49-F238E27FC236}">
                  <a16:creationId xmlns:a16="http://schemas.microsoft.com/office/drawing/2014/main" id="{318D8D66-D9AD-4162-8F58-0807014AE45C}"/>
                </a:ext>
              </a:extLst>
            </p:cNvPr>
            <p:cNvSpPr/>
            <p:nvPr/>
          </p:nvSpPr>
          <p:spPr>
            <a:xfrm>
              <a:off x="6089150" y="4812350"/>
              <a:ext cx="66425" cy="110900"/>
            </a:xfrm>
            <a:custGeom>
              <a:avLst/>
              <a:gdLst/>
              <a:ahLst/>
              <a:cxnLst/>
              <a:rect l="l" t="t" r="r" b="b"/>
              <a:pathLst>
                <a:path w="2657" h="4436" extrusionOk="0">
                  <a:moveTo>
                    <a:pt x="1615" y="0"/>
                  </a:moveTo>
                  <a:cubicBezTo>
                    <a:pt x="999" y="0"/>
                    <a:pt x="770" y="709"/>
                    <a:pt x="643" y="1186"/>
                  </a:cubicBezTo>
                  <a:cubicBezTo>
                    <a:pt x="505" y="1710"/>
                    <a:pt x="1" y="3710"/>
                    <a:pt x="1" y="3710"/>
                  </a:cubicBezTo>
                  <a:cubicBezTo>
                    <a:pt x="770" y="4378"/>
                    <a:pt x="2177" y="4435"/>
                    <a:pt x="2177" y="4435"/>
                  </a:cubicBezTo>
                  <a:cubicBezTo>
                    <a:pt x="2177" y="4435"/>
                    <a:pt x="2473" y="3420"/>
                    <a:pt x="2529" y="2965"/>
                  </a:cubicBezTo>
                  <a:cubicBezTo>
                    <a:pt x="2620" y="2233"/>
                    <a:pt x="2656" y="1310"/>
                    <a:pt x="2529" y="839"/>
                  </a:cubicBezTo>
                  <a:cubicBezTo>
                    <a:pt x="2402" y="369"/>
                    <a:pt x="2100" y="82"/>
                    <a:pt x="1802" y="20"/>
                  </a:cubicBezTo>
                  <a:cubicBezTo>
                    <a:pt x="1736" y="7"/>
                    <a:pt x="1674" y="0"/>
                    <a:pt x="1615" y="0"/>
                  </a:cubicBezTo>
                  <a:close/>
                </a:path>
              </a:pathLst>
            </a:custGeom>
            <a:solidFill>
              <a:srgbClr val="6795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3932;p55">
              <a:extLst>
                <a:ext uri="{FF2B5EF4-FFF2-40B4-BE49-F238E27FC236}">
                  <a16:creationId xmlns:a16="http://schemas.microsoft.com/office/drawing/2014/main" id="{2E281824-603B-488B-A279-F8ABBD6240FC}"/>
                </a:ext>
              </a:extLst>
            </p:cNvPr>
            <p:cNvSpPr/>
            <p:nvPr/>
          </p:nvSpPr>
          <p:spPr>
            <a:xfrm>
              <a:off x="6041300" y="4855825"/>
              <a:ext cx="342425" cy="352650"/>
            </a:xfrm>
            <a:custGeom>
              <a:avLst/>
              <a:gdLst/>
              <a:ahLst/>
              <a:cxnLst/>
              <a:rect l="l" t="t" r="r" b="b"/>
              <a:pathLst>
                <a:path w="13697" h="14106" extrusionOk="0">
                  <a:moveTo>
                    <a:pt x="11220" y="3917"/>
                  </a:moveTo>
                  <a:cubicBezTo>
                    <a:pt x="11231" y="3984"/>
                    <a:pt x="11226" y="4059"/>
                    <a:pt x="11214" y="4143"/>
                  </a:cubicBezTo>
                  <a:lnTo>
                    <a:pt x="11028" y="5272"/>
                  </a:lnTo>
                  <a:lnTo>
                    <a:pt x="8026" y="7008"/>
                  </a:lnTo>
                  <a:cubicBezTo>
                    <a:pt x="8055" y="6866"/>
                    <a:pt x="8077" y="6707"/>
                    <a:pt x="8106" y="6543"/>
                  </a:cubicBezTo>
                  <a:cubicBezTo>
                    <a:pt x="8208" y="5919"/>
                    <a:pt x="8951" y="5034"/>
                    <a:pt x="9762" y="4563"/>
                  </a:cubicBezTo>
                  <a:lnTo>
                    <a:pt x="10409" y="4195"/>
                  </a:lnTo>
                  <a:cubicBezTo>
                    <a:pt x="10727" y="4012"/>
                    <a:pt x="11005" y="3922"/>
                    <a:pt x="11220" y="3917"/>
                  </a:cubicBezTo>
                  <a:close/>
                  <a:moveTo>
                    <a:pt x="12619" y="0"/>
                  </a:moveTo>
                  <a:cubicBezTo>
                    <a:pt x="12326" y="0"/>
                    <a:pt x="11973" y="105"/>
                    <a:pt x="11577" y="325"/>
                  </a:cubicBezTo>
                  <a:lnTo>
                    <a:pt x="9383" y="1550"/>
                  </a:lnTo>
                  <a:cubicBezTo>
                    <a:pt x="8015" y="2316"/>
                    <a:pt x="6636" y="4176"/>
                    <a:pt x="6302" y="5708"/>
                  </a:cubicBezTo>
                  <a:lnTo>
                    <a:pt x="5202" y="10803"/>
                  </a:lnTo>
                  <a:cubicBezTo>
                    <a:pt x="4915" y="12111"/>
                    <a:pt x="3926" y="12992"/>
                    <a:pt x="2851" y="12992"/>
                  </a:cubicBezTo>
                  <a:cubicBezTo>
                    <a:pt x="2668" y="12992"/>
                    <a:pt x="2482" y="12967"/>
                    <a:pt x="2296" y="12913"/>
                  </a:cubicBezTo>
                  <a:lnTo>
                    <a:pt x="0" y="12255"/>
                  </a:lnTo>
                  <a:lnTo>
                    <a:pt x="0" y="12255"/>
                  </a:lnTo>
                  <a:cubicBezTo>
                    <a:pt x="119" y="12323"/>
                    <a:pt x="1101" y="12891"/>
                    <a:pt x="2298" y="13577"/>
                  </a:cubicBezTo>
                  <a:cubicBezTo>
                    <a:pt x="2906" y="13931"/>
                    <a:pt x="3713" y="14105"/>
                    <a:pt x="4538" y="14105"/>
                  </a:cubicBezTo>
                  <a:cubicBezTo>
                    <a:pt x="5434" y="14105"/>
                    <a:pt x="6350" y="13899"/>
                    <a:pt x="7056" y="13491"/>
                  </a:cubicBezTo>
                  <a:lnTo>
                    <a:pt x="9054" y="12334"/>
                  </a:lnTo>
                  <a:cubicBezTo>
                    <a:pt x="10414" y="11551"/>
                    <a:pt x="11776" y="9674"/>
                    <a:pt x="12099" y="8142"/>
                  </a:cubicBezTo>
                  <a:lnTo>
                    <a:pt x="13467" y="1720"/>
                  </a:lnTo>
                  <a:cubicBezTo>
                    <a:pt x="13696" y="629"/>
                    <a:pt x="13336" y="0"/>
                    <a:pt x="12619" y="0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3933;p55">
              <a:extLst>
                <a:ext uri="{FF2B5EF4-FFF2-40B4-BE49-F238E27FC236}">
                  <a16:creationId xmlns:a16="http://schemas.microsoft.com/office/drawing/2014/main" id="{13E0BB90-778D-4F21-B57D-73FBA1706790}"/>
                </a:ext>
              </a:extLst>
            </p:cNvPr>
            <p:cNvSpPr/>
            <p:nvPr/>
          </p:nvSpPr>
          <p:spPr>
            <a:xfrm>
              <a:off x="6239250" y="4953675"/>
              <a:ext cx="95975" cy="93950"/>
            </a:xfrm>
            <a:custGeom>
              <a:avLst/>
              <a:gdLst/>
              <a:ahLst/>
              <a:cxnLst/>
              <a:rect l="l" t="t" r="r" b="b"/>
              <a:pathLst>
                <a:path w="3839" h="3758" extrusionOk="0">
                  <a:moveTo>
                    <a:pt x="3354" y="0"/>
                  </a:moveTo>
                  <a:cubicBezTo>
                    <a:pt x="3337" y="0"/>
                    <a:pt x="3320" y="1"/>
                    <a:pt x="3302" y="2"/>
                  </a:cubicBezTo>
                  <a:cubicBezTo>
                    <a:pt x="3313" y="70"/>
                    <a:pt x="3308" y="144"/>
                    <a:pt x="3296" y="229"/>
                  </a:cubicBezTo>
                  <a:lnTo>
                    <a:pt x="3110" y="1358"/>
                  </a:lnTo>
                  <a:lnTo>
                    <a:pt x="108" y="3094"/>
                  </a:lnTo>
                  <a:cubicBezTo>
                    <a:pt x="46" y="3486"/>
                    <a:pt x="0" y="3757"/>
                    <a:pt x="0" y="3757"/>
                  </a:cubicBezTo>
                  <a:lnTo>
                    <a:pt x="3592" y="1681"/>
                  </a:lnTo>
                  <a:lnTo>
                    <a:pt x="3779" y="552"/>
                  </a:lnTo>
                  <a:cubicBezTo>
                    <a:pt x="3838" y="192"/>
                    <a:pt x="3667" y="0"/>
                    <a:pt x="3354" y="0"/>
                  </a:cubicBez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3934;p55">
              <a:extLst>
                <a:ext uri="{FF2B5EF4-FFF2-40B4-BE49-F238E27FC236}">
                  <a16:creationId xmlns:a16="http://schemas.microsoft.com/office/drawing/2014/main" id="{F57C23E8-225E-43A2-9A75-9CA3AC6AD589}"/>
                </a:ext>
              </a:extLst>
            </p:cNvPr>
            <p:cNvSpPr/>
            <p:nvPr/>
          </p:nvSpPr>
          <p:spPr>
            <a:xfrm>
              <a:off x="6004375" y="5204875"/>
              <a:ext cx="303875" cy="98375"/>
            </a:xfrm>
            <a:custGeom>
              <a:avLst/>
              <a:gdLst/>
              <a:ahLst/>
              <a:cxnLst/>
              <a:rect l="l" t="t" r="r" b="b"/>
              <a:pathLst>
                <a:path w="12155" h="3935" extrusionOk="0">
                  <a:moveTo>
                    <a:pt x="324" y="0"/>
                  </a:moveTo>
                  <a:cubicBezTo>
                    <a:pt x="226" y="0"/>
                    <a:pt x="131" y="51"/>
                    <a:pt x="79" y="142"/>
                  </a:cubicBezTo>
                  <a:cubicBezTo>
                    <a:pt x="1" y="276"/>
                    <a:pt x="45" y="447"/>
                    <a:pt x="178" y="526"/>
                  </a:cubicBezTo>
                  <a:lnTo>
                    <a:pt x="6077" y="3934"/>
                  </a:lnTo>
                  <a:lnTo>
                    <a:pt x="11979" y="526"/>
                  </a:lnTo>
                  <a:cubicBezTo>
                    <a:pt x="12111" y="447"/>
                    <a:pt x="12155" y="276"/>
                    <a:pt x="12078" y="142"/>
                  </a:cubicBezTo>
                  <a:cubicBezTo>
                    <a:pt x="12026" y="51"/>
                    <a:pt x="11930" y="0"/>
                    <a:pt x="11832" y="0"/>
                  </a:cubicBezTo>
                  <a:cubicBezTo>
                    <a:pt x="11786" y="0"/>
                    <a:pt x="11738" y="12"/>
                    <a:pt x="11695" y="36"/>
                  </a:cubicBezTo>
                  <a:lnTo>
                    <a:pt x="6077" y="3279"/>
                  </a:lnTo>
                  <a:lnTo>
                    <a:pt x="462" y="36"/>
                  </a:lnTo>
                  <a:cubicBezTo>
                    <a:pt x="418" y="12"/>
                    <a:pt x="371" y="0"/>
                    <a:pt x="324" y="0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3935;p55">
              <a:extLst>
                <a:ext uri="{FF2B5EF4-FFF2-40B4-BE49-F238E27FC236}">
                  <a16:creationId xmlns:a16="http://schemas.microsoft.com/office/drawing/2014/main" id="{6CF34E77-08A8-4A93-86F2-0446E574C7B2}"/>
                </a:ext>
              </a:extLst>
            </p:cNvPr>
            <p:cNvSpPr/>
            <p:nvPr/>
          </p:nvSpPr>
          <p:spPr>
            <a:xfrm>
              <a:off x="6004375" y="5204875"/>
              <a:ext cx="303875" cy="98375"/>
            </a:xfrm>
            <a:custGeom>
              <a:avLst/>
              <a:gdLst/>
              <a:ahLst/>
              <a:cxnLst/>
              <a:rect l="l" t="t" r="r" b="b"/>
              <a:pathLst>
                <a:path w="12155" h="3935" extrusionOk="0">
                  <a:moveTo>
                    <a:pt x="324" y="0"/>
                  </a:moveTo>
                  <a:cubicBezTo>
                    <a:pt x="226" y="0"/>
                    <a:pt x="131" y="51"/>
                    <a:pt x="79" y="142"/>
                  </a:cubicBezTo>
                  <a:cubicBezTo>
                    <a:pt x="1" y="276"/>
                    <a:pt x="45" y="447"/>
                    <a:pt x="178" y="526"/>
                  </a:cubicBezTo>
                  <a:lnTo>
                    <a:pt x="6077" y="3934"/>
                  </a:lnTo>
                  <a:lnTo>
                    <a:pt x="11979" y="526"/>
                  </a:lnTo>
                  <a:cubicBezTo>
                    <a:pt x="12111" y="447"/>
                    <a:pt x="12155" y="276"/>
                    <a:pt x="12078" y="142"/>
                  </a:cubicBezTo>
                  <a:cubicBezTo>
                    <a:pt x="12026" y="51"/>
                    <a:pt x="11930" y="0"/>
                    <a:pt x="11832" y="0"/>
                  </a:cubicBezTo>
                  <a:cubicBezTo>
                    <a:pt x="11786" y="0"/>
                    <a:pt x="11738" y="12"/>
                    <a:pt x="11695" y="36"/>
                  </a:cubicBezTo>
                  <a:lnTo>
                    <a:pt x="6077" y="3279"/>
                  </a:lnTo>
                  <a:lnTo>
                    <a:pt x="462" y="36"/>
                  </a:lnTo>
                  <a:cubicBezTo>
                    <a:pt x="418" y="12"/>
                    <a:pt x="371" y="0"/>
                    <a:pt x="324" y="0"/>
                  </a:cubicBezTo>
                  <a:close/>
                </a:path>
              </a:pathLst>
            </a:custGeom>
            <a:solidFill>
              <a:srgbClr val="2234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" name="Google Shape;1811;p48">
            <a:extLst>
              <a:ext uri="{FF2B5EF4-FFF2-40B4-BE49-F238E27FC236}">
                <a16:creationId xmlns:a16="http://schemas.microsoft.com/office/drawing/2014/main" id="{BD04E922-7F61-4C77-806F-3BB427A585D5}"/>
              </a:ext>
            </a:extLst>
          </p:cNvPr>
          <p:cNvSpPr txBox="1">
            <a:spLocks/>
          </p:cNvSpPr>
          <p:nvPr/>
        </p:nvSpPr>
        <p:spPr>
          <a:xfrm flipH="1">
            <a:off x="2869138" y="712224"/>
            <a:ext cx="2250000" cy="92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3000" b="0" i="0" u="none" strike="noStrike" cap="none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r>
              <a:rPr lang="en-GB" sz="2800" b="1" dirty="0">
                <a:solidFill>
                  <a:srgbClr val="FDB724"/>
                </a:solidFill>
              </a:rPr>
              <a:t>LINK-MATCH</a:t>
            </a:r>
          </a:p>
        </p:txBody>
      </p:sp>
      <p:sp>
        <p:nvSpPr>
          <p:cNvPr id="66" name="Google Shape;1809;p48">
            <a:extLst>
              <a:ext uri="{FF2B5EF4-FFF2-40B4-BE49-F238E27FC236}">
                <a16:creationId xmlns:a16="http://schemas.microsoft.com/office/drawing/2014/main" id="{02AA697A-D1F4-4AE0-B334-264BAB094BA5}"/>
              </a:ext>
            </a:extLst>
          </p:cNvPr>
          <p:cNvSpPr txBox="1">
            <a:spLocks/>
          </p:cNvSpPr>
          <p:nvPr/>
        </p:nvSpPr>
        <p:spPr>
          <a:xfrm flipH="1">
            <a:off x="3100092" y="4266311"/>
            <a:ext cx="2859046" cy="819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3000" b="0" i="0" u="none" strike="noStrike" cap="none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r>
              <a:rPr lang="en-GB" sz="1800" dirty="0">
                <a:solidFill>
                  <a:schemeClr val="accent1">
                    <a:lumMod val="75000"/>
                  </a:schemeClr>
                </a:solidFill>
              </a:rPr>
              <a:t>APLIKASI PIHAK KETIGA &amp; TOOLS YANG DIGUNAKAN</a:t>
            </a:r>
          </a:p>
        </p:txBody>
      </p:sp>
    </p:spTree>
    <p:extLst>
      <p:ext uri="{BB962C8B-B14F-4D97-AF65-F5344CB8AC3E}">
        <p14:creationId xmlns:p14="http://schemas.microsoft.com/office/powerpoint/2010/main" val="253386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39"/>
          <p:cNvSpPr/>
          <p:nvPr/>
        </p:nvSpPr>
        <p:spPr>
          <a:xfrm rot="5400000">
            <a:off x="2292514" y="-871623"/>
            <a:ext cx="3249718" cy="7834745"/>
          </a:xfrm>
          <a:prstGeom prst="round2SameRect">
            <a:avLst>
              <a:gd name="adj1" fmla="val 47321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2" name="Google Shape;942;p39"/>
          <p:cNvSpPr txBox="1">
            <a:spLocks noGrp="1"/>
          </p:cNvSpPr>
          <p:nvPr>
            <p:ph type="title" idx="8"/>
          </p:nvPr>
        </p:nvSpPr>
        <p:spPr>
          <a:xfrm>
            <a:off x="3790122" y="347869"/>
            <a:ext cx="474382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IDENTIFIKASI MASALAH</a:t>
            </a:r>
            <a:endParaRPr dirty="0"/>
          </a:p>
        </p:txBody>
      </p:sp>
      <p:sp>
        <p:nvSpPr>
          <p:cNvPr id="943" name="Google Shape;943;p39"/>
          <p:cNvSpPr txBox="1">
            <a:spLocks noGrp="1"/>
          </p:cNvSpPr>
          <p:nvPr>
            <p:ph type="subTitle" idx="1"/>
          </p:nvPr>
        </p:nvSpPr>
        <p:spPr>
          <a:xfrm flipH="1">
            <a:off x="3739876" y="2721630"/>
            <a:ext cx="3830018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US" dirty="0"/>
              <a:t>	</a:t>
            </a:r>
            <a:r>
              <a:rPr lang="en-US" dirty="0" err="1"/>
              <a:t>Apakah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yang </a:t>
            </a:r>
            <a:r>
              <a:rPr lang="en-US" dirty="0" err="1"/>
              <a:t>dirancang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membantu</a:t>
            </a:r>
            <a:r>
              <a:rPr lang="en-US" dirty="0"/>
              <a:t> </a:t>
            </a:r>
            <a:r>
              <a:rPr lang="en-US" dirty="0" err="1"/>
              <a:t>pelaksanaan</a:t>
            </a:r>
            <a:r>
              <a:rPr lang="en-US" dirty="0"/>
              <a:t> </a:t>
            </a:r>
            <a:r>
              <a:rPr lang="en-US" dirty="0" err="1"/>
              <a:t>pembelajaran</a:t>
            </a:r>
            <a:r>
              <a:rPr lang="en-US" dirty="0"/>
              <a:t> link-match di STT </a:t>
            </a:r>
            <a:r>
              <a:rPr lang="en-US" dirty="0" err="1"/>
              <a:t>Terpadu</a:t>
            </a:r>
            <a:r>
              <a:rPr lang="en-US" dirty="0"/>
              <a:t> Nurul Fikri?</a:t>
            </a:r>
            <a:endParaRPr lang="en-ID" dirty="0"/>
          </a:p>
        </p:txBody>
      </p:sp>
      <p:sp>
        <p:nvSpPr>
          <p:cNvPr id="945" name="Google Shape;945;p39"/>
          <p:cNvSpPr txBox="1">
            <a:spLocks noGrp="1"/>
          </p:cNvSpPr>
          <p:nvPr>
            <p:ph type="ctrTitle"/>
          </p:nvPr>
        </p:nvSpPr>
        <p:spPr>
          <a:xfrm flipH="1">
            <a:off x="3101624" y="2282850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02</a:t>
            </a:r>
            <a:endParaRPr dirty="0"/>
          </a:p>
        </p:txBody>
      </p:sp>
      <p:sp>
        <p:nvSpPr>
          <p:cNvPr id="949" name="Google Shape;949;p39"/>
          <p:cNvSpPr txBox="1">
            <a:spLocks noGrp="1"/>
          </p:cNvSpPr>
          <p:nvPr>
            <p:ph type="ctrTitle" idx="6"/>
          </p:nvPr>
        </p:nvSpPr>
        <p:spPr>
          <a:xfrm flipH="1">
            <a:off x="-780300" y="2282850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01</a:t>
            </a:r>
            <a:endParaRPr dirty="0"/>
          </a:p>
        </p:txBody>
      </p:sp>
      <p:sp>
        <p:nvSpPr>
          <p:cNvPr id="950" name="Google Shape;950;p39"/>
          <p:cNvSpPr txBox="1">
            <a:spLocks noGrp="1"/>
          </p:cNvSpPr>
          <p:nvPr>
            <p:ph type="subTitle" idx="7"/>
          </p:nvPr>
        </p:nvSpPr>
        <p:spPr>
          <a:xfrm flipH="1">
            <a:off x="-96438" y="2728403"/>
            <a:ext cx="3978362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US" dirty="0"/>
              <a:t>	</a:t>
            </a:r>
            <a:r>
              <a:rPr lang="en-US" dirty="0" err="1"/>
              <a:t>Bagaimana</a:t>
            </a:r>
            <a:r>
              <a:rPr lang="en-US" dirty="0"/>
              <a:t> proses </a:t>
            </a:r>
            <a:r>
              <a:rPr lang="en-US" dirty="0" err="1"/>
              <a:t>pengembangan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link-match </a:t>
            </a:r>
            <a:r>
              <a:rPr lang="en-US" dirty="0" err="1"/>
              <a:t>berbasis</a:t>
            </a:r>
            <a:r>
              <a:rPr lang="en-US" dirty="0"/>
              <a:t> Android di </a:t>
            </a:r>
            <a:r>
              <a:rPr lang="en-US" dirty="0" err="1"/>
              <a:t>lingkungan</a:t>
            </a:r>
            <a:r>
              <a:rPr lang="en-US" dirty="0"/>
              <a:t> </a:t>
            </a:r>
            <a:r>
              <a:rPr lang="en-US" dirty="0" err="1"/>
              <a:t>kampus</a:t>
            </a:r>
            <a:r>
              <a:rPr lang="en-US" dirty="0"/>
              <a:t> STT </a:t>
            </a:r>
            <a:r>
              <a:rPr lang="en-US" dirty="0" err="1"/>
              <a:t>Terpadu</a:t>
            </a:r>
            <a:r>
              <a:rPr lang="en-US" dirty="0"/>
              <a:t> Nurul Fikri?</a:t>
            </a:r>
            <a:endParaRPr lang="en-ID" i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BEE8CCB-65B3-4CA9-95B2-DF7CC7652F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9" y="-19050"/>
            <a:ext cx="703510" cy="772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312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" name="Google Shape;1751;p47"/>
          <p:cNvSpPr/>
          <p:nvPr/>
        </p:nvSpPr>
        <p:spPr>
          <a:xfrm>
            <a:off x="865500" y="-1134700"/>
            <a:ext cx="7413000" cy="7413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2" name="Google Shape;1752;p47"/>
          <p:cNvSpPr txBox="1">
            <a:spLocks noGrp="1"/>
          </p:cNvSpPr>
          <p:nvPr>
            <p:ph type="ctrTitle"/>
          </p:nvPr>
        </p:nvSpPr>
        <p:spPr>
          <a:xfrm flipH="1">
            <a:off x="2726850" y="3153013"/>
            <a:ext cx="3690300" cy="45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152400" lvl="0">
              <a:lnSpc>
                <a:spcPct val="115000"/>
              </a:lnSpc>
              <a:buSzPts val="1200"/>
            </a:pPr>
            <a:r>
              <a:rPr lang="en-GB" dirty="0"/>
              <a:t>TAHAPAN</a:t>
            </a:r>
            <a:br>
              <a:rPr lang="en-GB" dirty="0"/>
            </a:br>
            <a:r>
              <a:rPr lang="en-GB" dirty="0"/>
              <a:t>PENELITIAN</a:t>
            </a:r>
          </a:p>
        </p:txBody>
      </p:sp>
      <p:grpSp>
        <p:nvGrpSpPr>
          <p:cNvPr id="1753" name="Google Shape;1753;p47"/>
          <p:cNvGrpSpPr/>
          <p:nvPr/>
        </p:nvGrpSpPr>
        <p:grpSpPr>
          <a:xfrm rot="1407512">
            <a:off x="4593380" y="45792"/>
            <a:ext cx="2367686" cy="2026290"/>
            <a:chOff x="5232400" y="3274875"/>
            <a:chExt cx="833075" cy="712875"/>
          </a:xfrm>
        </p:grpSpPr>
        <p:sp>
          <p:nvSpPr>
            <p:cNvPr id="1754" name="Google Shape;1754;p47"/>
            <p:cNvSpPr/>
            <p:nvPr/>
          </p:nvSpPr>
          <p:spPr>
            <a:xfrm>
              <a:off x="5395950" y="3369575"/>
              <a:ext cx="506025" cy="488025"/>
            </a:xfrm>
            <a:custGeom>
              <a:avLst/>
              <a:gdLst/>
              <a:ahLst/>
              <a:cxnLst/>
              <a:rect l="l" t="t" r="r" b="b"/>
              <a:pathLst>
                <a:path w="20241" h="19521" extrusionOk="0">
                  <a:moveTo>
                    <a:pt x="10120" y="1"/>
                  </a:moveTo>
                  <a:cubicBezTo>
                    <a:pt x="7535" y="1"/>
                    <a:pt x="4951" y="570"/>
                    <a:pt x="2978" y="1709"/>
                  </a:cubicBezTo>
                  <a:cubicBezTo>
                    <a:pt x="984" y="2861"/>
                    <a:pt x="1" y="4374"/>
                    <a:pt x="22" y="5885"/>
                  </a:cubicBezTo>
                  <a:lnTo>
                    <a:pt x="22" y="13655"/>
                  </a:lnTo>
                  <a:cubicBezTo>
                    <a:pt x="8" y="15159"/>
                    <a:pt x="992" y="16666"/>
                    <a:pt x="2978" y="17813"/>
                  </a:cubicBezTo>
                  <a:cubicBezTo>
                    <a:pt x="4951" y="18952"/>
                    <a:pt x="7535" y="19521"/>
                    <a:pt x="10120" y="19521"/>
                  </a:cubicBezTo>
                  <a:cubicBezTo>
                    <a:pt x="12704" y="19521"/>
                    <a:pt x="15288" y="18952"/>
                    <a:pt x="17260" y="17813"/>
                  </a:cubicBezTo>
                  <a:cubicBezTo>
                    <a:pt x="19228" y="16677"/>
                    <a:pt x="20213" y="15189"/>
                    <a:pt x="20217" y="13700"/>
                  </a:cubicBezTo>
                  <a:lnTo>
                    <a:pt x="20217" y="13685"/>
                  </a:lnTo>
                  <a:lnTo>
                    <a:pt x="20219" y="13685"/>
                  </a:lnTo>
                  <a:lnTo>
                    <a:pt x="20219" y="5885"/>
                  </a:lnTo>
                  <a:lnTo>
                    <a:pt x="20216" y="5885"/>
                  </a:lnTo>
                  <a:cubicBezTo>
                    <a:pt x="20240" y="4374"/>
                    <a:pt x="19256" y="2861"/>
                    <a:pt x="17260" y="1709"/>
                  </a:cubicBezTo>
                  <a:cubicBezTo>
                    <a:pt x="15288" y="570"/>
                    <a:pt x="12704" y="1"/>
                    <a:pt x="10120" y="1"/>
                  </a:cubicBezTo>
                  <a:close/>
                </a:path>
              </a:pathLst>
            </a:custGeom>
            <a:solidFill>
              <a:srgbClr val="3445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47"/>
            <p:cNvSpPr/>
            <p:nvPr/>
          </p:nvSpPr>
          <p:spPr>
            <a:xfrm>
              <a:off x="5395950" y="3369575"/>
              <a:ext cx="506025" cy="488025"/>
            </a:xfrm>
            <a:custGeom>
              <a:avLst/>
              <a:gdLst/>
              <a:ahLst/>
              <a:cxnLst/>
              <a:rect l="l" t="t" r="r" b="b"/>
              <a:pathLst>
                <a:path w="20241" h="19521" extrusionOk="0">
                  <a:moveTo>
                    <a:pt x="10120" y="1"/>
                  </a:moveTo>
                  <a:cubicBezTo>
                    <a:pt x="7535" y="1"/>
                    <a:pt x="4951" y="570"/>
                    <a:pt x="2978" y="1709"/>
                  </a:cubicBezTo>
                  <a:cubicBezTo>
                    <a:pt x="984" y="2861"/>
                    <a:pt x="1" y="4374"/>
                    <a:pt x="22" y="5885"/>
                  </a:cubicBezTo>
                  <a:lnTo>
                    <a:pt x="22" y="13655"/>
                  </a:lnTo>
                  <a:cubicBezTo>
                    <a:pt x="8" y="15159"/>
                    <a:pt x="992" y="16666"/>
                    <a:pt x="2978" y="17813"/>
                  </a:cubicBezTo>
                  <a:cubicBezTo>
                    <a:pt x="4951" y="18952"/>
                    <a:pt x="7535" y="19521"/>
                    <a:pt x="10120" y="19521"/>
                  </a:cubicBezTo>
                  <a:cubicBezTo>
                    <a:pt x="12704" y="19521"/>
                    <a:pt x="15288" y="18952"/>
                    <a:pt x="17260" y="17813"/>
                  </a:cubicBezTo>
                  <a:cubicBezTo>
                    <a:pt x="19228" y="16677"/>
                    <a:pt x="20213" y="15189"/>
                    <a:pt x="20217" y="13700"/>
                  </a:cubicBezTo>
                  <a:lnTo>
                    <a:pt x="20217" y="13685"/>
                  </a:lnTo>
                  <a:lnTo>
                    <a:pt x="20219" y="13685"/>
                  </a:lnTo>
                  <a:lnTo>
                    <a:pt x="20219" y="5885"/>
                  </a:lnTo>
                  <a:lnTo>
                    <a:pt x="20216" y="5885"/>
                  </a:lnTo>
                  <a:cubicBezTo>
                    <a:pt x="20240" y="4374"/>
                    <a:pt x="19256" y="2861"/>
                    <a:pt x="17260" y="1709"/>
                  </a:cubicBezTo>
                  <a:cubicBezTo>
                    <a:pt x="15288" y="570"/>
                    <a:pt x="12704" y="1"/>
                    <a:pt x="10120" y="1"/>
                  </a:cubicBezTo>
                  <a:close/>
                </a:path>
              </a:pathLst>
            </a:custGeom>
            <a:solidFill>
              <a:srgbClr val="3445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47"/>
            <p:cNvSpPr/>
            <p:nvPr/>
          </p:nvSpPr>
          <p:spPr>
            <a:xfrm>
              <a:off x="5232400" y="3274875"/>
              <a:ext cx="833075" cy="480975"/>
            </a:xfrm>
            <a:custGeom>
              <a:avLst/>
              <a:gdLst/>
              <a:ahLst/>
              <a:cxnLst/>
              <a:rect l="l" t="t" r="r" b="b"/>
              <a:pathLst>
                <a:path w="33323" h="19239" extrusionOk="0">
                  <a:moveTo>
                    <a:pt x="16661" y="0"/>
                  </a:moveTo>
                  <a:lnTo>
                    <a:pt x="0" y="9620"/>
                  </a:lnTo>
                  <a:lnTo>
                    <a:pt x="16661" y="19239"/>
                  </a:lnTo>
                  <a:lnTo>
                    <a:pt x="33322" y="9620"/>
                  </a:lnTo>
                  <a:lnTo>
                    <a:pt x="16661" y="0"/>
                  </a:lnTo>
                  <a:close/>
                </a:path>
              </a:pathLst>
            </a:custGeom>
            <a:solidFill>
              <a:srgbClr val="3E54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47"/>
            <p:cNvSpPr/>
            <p:nvPr/>
          </p:nvSpPr>
          <p:spPr>
            <a:xfrm>
              <a:off x="5640350" y="3517525"/>
              <a:ext cx="217075" cy="126450"/>
            </a:xfrm>
            <a:custGeom>
              <a:avLst/>
              <a:gdLst/>
              <a:ahLst/>
              <a:cxnLst/>
              <a:rect l="l" t="t" r="r" b="b"/>
              <a:pathLst>
                <a:path w="8683" h="5058" extrusionOk="0">
                  <a:moveTo>
                    <a:pt x="334" y="0"/>
                  </a:moveTo>
                  <a:cubicBezTo>
                    <a:pt x="232" y="0"/>
                    <a:pt x="134" y="53"/>
                    <a:pt x="80" y="148"/>
                  </a:cubicBezTo>
                  <a:cubicBezTo>
                    <a:pt x="1" y="288"/>
                    <a:pt x="48" y="464"/>
                    <a:pt x="185" y="546"/>
                  </a:cubicBezTo>
                  <a:lnTo>
                    <a:pt x="8093" y="5057"/>
                  </a:lnTo>
                  <a:lnTo>
                    <a:pt x="8682" y="4718"/>
                  </a:lnTo>
                  <a:lnTo>
                    <a:pt x="475" y="37"/>
                  </a:lnTo>
                  <a:cubicBezTo>
                    <a:pt x="430" y="12"/>
                    <a:pt x="382" y="0"/>
                    <a:pt x="334" y="0"/>
                  </a:cubicBezTo>
                  <a:close/>
                </a:path>
              </a:pathLst>
            </a:custGeom>
            <a:solidFill>
              <a:srgbClr val="2E44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47"/>
            <p:cNvSpPr/>
            <p:nvPr/>
          </p:nvSpPr>
          <p:spPr>
            <a:xfrm>
              <a:off x="5232400" y="3515350"/>
              <a:ext cx="416550" cy="257675"/>
            </a:xfrm>
            <a:custGeom>
              <a:avLst/>
              <a:gdLst/>
              <a:ahLst/>
              <a:cxnLst/>
              <a:rect l="l" t="t" r="r" b="b"/>
              <a:pathLst>
                <a:path w="16662" h="10307" extrusionOk="0">
                  <a:moveTo>
                    <a:pt x="0" y="1"/>
                  </a:moveTo>
                  <a:lnTo>
                    <a:pt x="0" y="687"/>
                  </a:lnTo>
                  <a:lnTo>
                    <a:pt x="16661" y="10306"/>
                  </a:lnTo>
                  <a:lnTo>
                    <a:pt x="16661" y="962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225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47"/>
            <p:cNvSpPr/>
            <p:nvPr/>
          </p:nvSpPr>
          <p:spPr>
            <a:xfrm>
              <a:off x="5648925" y="3515350"/>
              <a:ext cx="416550" cy="257675"/>
            </a:xfrm>
            <a:custGeom>
              <a:avLst/>
              <a:gdLst/>
              <a:ahLst/>
              <a:cxnLst/>
              <a:rect l="l" t="t" r="r" b="b"/>
              <a:pathLst>
                <a:path w="16662" h="10307" extrusionOk="0">
                  <a:moveTo>
                    <a:pt x="16661" y="1"/>
                  </a:moveTo>
                  <a:lnTo>
                    <a:pt x="0" y="9620"/>
                  </a:lnTo>
                  <a:lnTo>
                    <a:pt x="0" y="10306"/>
                  </a:lnTo>
                  <a:lnTo>
                    <a:pt x="16661" y="687"/>
                  </a:lnTo>
                  <a:lnTo>
                    <a:pt x="16661" y="1"/>
                  </a:lnTo>
                  <a:close/>
                </a:path>
              </a:pathLst>
            </a:custGeom>
            <a:solidFill>
              <a:srgbClr val="2E44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47"/>
            <p:cNvSpPr/>
            <p:nvPr/>
          </p:nvSpPr>
          <p:spPr>
            <a:xfrm>
              <a:off x="5396050" y="3627000"/>
              <a:ext cx="505100" cy="171775"/>
            </a:xfrm>
            <a:custGeom>
              <a:avLst/>
              <a:gdLst/>
              <a:ahLst/>
              <a:cxnLst/>
              <a:rect l="l" t="t" r="r" b="b"/>
              <a:pathLst>
                <a:path w="20204" h="6871" extrusionOk="0">
                  <a:moveTo>
                    <a:pt x="0" y="0"/>
                  </a:moveTo>
                  <a:lnTo>
                    <a:pt x="10116" y="6871"/>
                  </a:lnTo>
                  <a:lnTo>
                    <a:pt x="20204" y="16"/>
                  </a:lnTo>
                  <a:lnTo>
                    <a:pt x="10115" y="58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1F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47"/>
            <p:cNvSpPr/>
            <p:nvPr/>
          </p:nvSpPr>
          <p:spPr>
            <a:xfrm>
              <a:off x="5842300" y="3849200"/>
              <a:ext cx="59550" cy="138550"/>
            </a:xfrm>
            <a:custGeom>
              <a:avLst/>
              <a:gdLst/>
              <a:ahLst/>
              <a:cxnLst/>
              <a:rect l="l" t="t" r="r" b="b"/>
              <a:pathLst>
                <a:path w="2382" h="5542" extrusionOk="0">
                  <a:moveTo>
                    <a:pt x="750" y="0"/>
                  </a:moveTo>
                  <a:lnTo>
                    <a:pt x="1" y="4854"/>
                  </a:lnTo>
                  <a:cubicBezTo>
                    <a:pt x="1" y="5312"/>
                    <a:pt x="596" y="5541"/>
                    <a:pt x="1191" y="5541"/>
                  </a:cubicBezTo>
                  <a:cubicBezTo>
                    <a:pt x="1786" y="5541"/>
                    <a:pt x="2382" y="5312"/>
                    <a:pt x="2382" y="4854"/>
                  </a:cubicBezTo>
                  <a:lnTo>
                    <a:pt x="1666" y="0"/>
                  </a:lnTo>
                  <a:cubicBezTo>
                    <a:pt x="1568" y="73"/>
                    <a:pt x="1390" y="112"/>
                    <a:pt x="1210" y="112"/>
                  </a:cubicBezTo>
                  <a:cubicBezTo>
                    <a:pt x="1036" y="112"/>
                    <a:pt x="860" y="76"/>
                    <a:pt x="750" y="0"/>
                  </a:cubicBez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47"/>
            <p:cNvSpPr/>
            <p:nvPr/>
          </p:nvSpPr>
          <p:spPr>
            <a:xfrm>
              <a:off x="5884975" y="3918450"/>
              <a:ext cx="7375" cy="66625"/>
            </a:xfrm>
            <a:custGeom>
              <a:avLst/>
              <a:gdLst/>
              <a:ahLst/>
              <a:cxnLst/>
              <a:rect l="l" t="t" r="r" b="b"/>
              <a:pathLst>
                <a:path w="295" h="2665" extrusionOk="0">
                  <a:moveTo>
                    <a:pt x="0" y="1"/>
                  </a:moveTo>
                  <a:lnTo>
                    <a:pt x="150" y="2665"/>
                  </a:lnTo>
                  <a:cubicBezTo>
                    <a:pt x="199" y="2647"/>
                    <a:pt x="247" y="2626"/>
                    <a:pt x="294" y="2603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47"/>
            <p:cNvSpPr/>
            <p:nvPr/>
          </p:nvSpPr>
          <p:spPr>
            <a:xfrm>
              <a:off x="5853025" y="3877375"/>
              <a:ext cx="11700" cy="108150"/>
            </a:xfrm>
            <a:custGeom>
              <a:avLst/>
              <a:gdLst/>
              <a:ahLst/>
              <a:cxnLst/>
              <a:rect l="l" t="t" r="r" b="b"/>
              <a:pathLst>
                <a:path w="468" h="4326" extrusionOk="0">
                  <a:moveTo>
                    <a:pt x="467" y="0"/>
                  </a:moveTo>
                  <a:lnTo>
                    <a:pt x="0" y="4269"/>
                  </a:lnTo>
                  <a:cubicBezTo>
                    <a:pt x="50" y="4291"/>
                    <a:pt x="100" y="4310"/>
                    <a:pt x="152" y="4326"/>
                  </a:cubicBezTo>
                  <a:lnTo>
                    <a:pt x="467" y="0"/>
                  </a:ln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47"/>
            <p:cNvSpPr/>
            <p:nvPr/>
          </p:nvSpPr>
          <p:spPr>
            <a:xfrm>
              <a:off x="5870175" y="3901800"/>
              <a:ext cx="3775" cy="85925"/>
            </a:xfrm>
            <a:custGeom>
              <a:avLst/>
              <a:gdLst/>
              <a:ahLst/>
              <a:cxnLst/>
              <a:rect l="l" t="t" r="r" b="b"/>
              <a:pathLst>
                <a:path w="151" h="3437" extrusionOk="0">
                  <a:moveTo>
                    <a:pt x="74" y="1"/>
                  </a:moveTo>
                  <a:lnTo>
                    <a:pt x="1" y="3436"/>
                  </a:lnTo>
                  <a:cubicBezTo>
                    <a:pt x="26" y="3436"/>
                    <a:pt x="51" y="3437"/>
                    <a:pt x="76" y="3437"/>
                  </a:cubicBezTo>
                  <a:cubicBezTo>
                    <a:pt x="101" y="3437"/>
                    <a:pt x="126" y="3436"/>
                    <a:pt x="150" y="3436"/>
                  </a:cubicBezTo>
                  <a:lnTo>
                    <a:pt x="74" y="1"/>
                  </a:ln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47"/>
            <p:cNvSpPr/>
            <p:nvPr/>
          </p:nvSpPr>
          <p:spPr>
            <a:xfrm>
              <a:off x="5856375" y="3841750"/>
              <a:ext cx="32375" cy="17600"/>
            </a:xfrm>
            <a:custGeom>
              <a:avLst/>
              <a:gdLst/>
              <a:ahLst/>
              <a:cxnLst/>
              <a:rect l="l" t="t" r="r" b="b"/>
              <a:pathLst>
                <a:path w="1295" h="704" extrusionOk="0">
                  <a:moveTo>
                    <a:pt x="961" y="1"/>
                  </a:moveTo>
                  <a:cubicBezTo>
                    <a:pt x="898" y="1"/>
                    <a:pt x="834" y="21"/>
                    <a:pt x="781" y="63"/>
                  </a:cubicBezTo>
                  <a:cubicBezTo>
                    <a:pt x="737" y="96"/>
                    <a:pt x="697" y="116"/>
                    <a:pt x="651" y="116"/>
                  </a:cubicBezTo>
                  <a:cubicBezTo>
                    <a:pt x="609" y="116"/>
                    <a:pt x="561" y="99"/>
                    <a:pt x="501" y="57"/>
                  </a:cubicBezTo>
                  <a:cubicBezTo>
                    <a:pt x="450" y="22"/>
                    <a:pt x="391" y="5"/>
                    <a:pt x="334" y="5"/>
                  </a:cubicBezTo>
                  <a:cubicBezTo>
                    <a:pt x="241" y="5"/>
                    <a:pt x="149" y="49"/>
                    <a:pt x="92" y="132"/>
                  </a:cubicBezTo>
                  <a:cubicBezTo>
                    <a:pt x="0" y="264"/>
                    <a:pt x="34" y="448"/>
                    <a:pt x="167" y="540"/>
                  </a:cubicBezTo>
                  <a:cubicBezTo>
                    <a:pt x="325" y="649"/>
                    <a:pt x="489" y="704"/>
                    <a:pt x="652" y="704"/>
                  </a:cubicBezTo>
                  <a:cubicBezTo>
                    <a:pt x="816" y="704"/>
                    <a:pt x="979" y="647"/>
                    <a:pt x="1132" y="532"/>
                  </a:cubicBezTo>
                  <a:cubicBezTo>
                    <a:pt x="1266" y="437"/>
                    <a:pt x="1295" y="250"/>
                    <a:pt x="1196" y="118"/>
                  </a:cubicBezTo>
                  <a:cubicBezTo>
                    <a:pt x="1139" y="41"/>
                    <a:pt x="1050" y="1"/>
                    <a:pt x="961" y="1"/>
                  </a:cubicBezTo>
                  <a:close/>
                </a:path>
              </a:pathLst>
            </a:custGeom>
            <a:solidFill>
              <a:srgbClr val="AF2A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47"/>
            <p:cNvSpPr/>
            <p:nvPr/>
          </p:nvSpPr>
          <p:spPr>
            <a:xfrm>
              <a:off x="5640225" y="3509350"/>
              <a:ext cx="239175" cy="331125"/>
            </a:xfrm>
            <a:custGeom>
              <a:avLst/>
              <a:gdLst/>
              <a:ahLst/>
              <a:cxnLst/>
              <a:rect l="l" t="t" r="r" b="b"/>
              <a:pathLst>
                <a:path w="9567" h="13245" extrusionOk="0">
                  <a:moveTo>
                    <a:pt x="335" y="0"/>
                  </a:moveTo>
                  <a:cubicBezTo>
                    <a:pt x="234" y="0"/>
                    <a:pt x="135" y="53"/>
                    <a:pt x="80" y="148"/>
                  </a:cubicBezTo>
                  <a:cubicBezTo>
                    <a:pt x="1" y="289"/>
                    <a:pt x="49" y="467"/>
                    <a:pt x="190" y="547"/>
                  </a:cubicBezTo>
                  <a:lnTo>
                    <a:pt x="8539" y="5311"/>
                  </a:lnTo>
                  <a:cubicBezTo>
                    <a:pt x="8811" y="5468"/>
                    <a:pt x="8980" y="5757"/>
                    <a:pt x="8980" y="6072"/>
                  </a:cubicBezTo>
                  <a:lnTo>
                    <a:pt x="8980" y="12951"/>
                  </a:lnTo>
                  <a:cubicBezTo>
                    <a:pt x="8980" y="13113"/>
                    <a:pt x="9112" y="13244"/>
                    <a:pt x="9274" y="13244"/>
                  </a:cubicBezTo>
                  <a:cubicBezTo>
                    <a:pt x="9435" y="13244"/>
                    <a:pt x="9567" y="13113"/>
                    <a:pt x="9567" y="12951"/>
                  </a:cubicBezTo>
                  <a:lnTo>
                    <a:pt x="9567" y="6072"/>
                  </a:lnTo>
                  <a:cubicBezTo>
                    <a:pt x="9567" y="5547"/>
                    <a:pt x="9284" y="5063"/>
                    <a:pt x="8830" y="4802"/>
                  </a:cubicBezTo>
                  <a:lnTo>
                    <a:pt x="480" y="39"/>
                  </a:lnTo>
                  <a:cubicBezTo>
                    <a:pt x="434" y="13"/>
                    <a:pt x="384" y="0"/>
                    <a:pt x="335" y="0"/>
                  </a:cubicBezTo>
                  <a:close/>
                </a:path>
              </a:pathLst>
            </a:custGeom>
            <a:solidFill>
              <a:srgbClr val="BBD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47"/>
            <p:cNvSpPr/>
            <p:nvPr/>
          </p:nvSpPr>
          <p:spPr>
            <a:xfrm>
              <a:off x="5855975" y="3817050"/>
              <a:ext cx="33450" cy="32175"/>
            </a:xfrm>
            <a:custGeom>
              <a:avLst/>
              <a:gdLst/>
              <a:ahLst/>
              <a:cxnLst/>
              <a:rect l="l" t="t" r="r" b="b"/>
              <a:pathLst>
                <a:path w="1338" h="1287" extrusionOk="0">
                  <a:moveTo>
                    <a:pt x="644" y="0"/>
                  </a:moveTo>
                  <a:cubicBezTo>
                    <a:pt x="561" y="0"/>
                    <a:pt x="477" y="16"/>
                    <a:pt x="397" y="49"/>
                  </a:cubicBezTo>
                  <a:cubicBezTo>
                    <a:pt x="157" y="148"/>
                    <a:pt x="0" y="384"/>
                    <a:pt x="0" y="643"/>
                  </a:cubicBezTo>
                  <a:cubicBezTo>
                    <a:pt x="0" y="998"/>
                    <a:pt x="289" y="1286"/>
                    <a:pt x="644" y="1286"/>
                  </a:cubicBezTo>
                  <a:cubicBezTo>
                    <a:pt x="904" y="1286"/>
                    <a:pt x="1138" y="1129"/>
                    <a:pt x="1238" y="889"/>
                  </a:cubicBezTo>
                  <a:cubicBezTo>
                    <a:pt x="1337" y="649"/>
                    <a:pt x="1283" y="373"/>
                    <a:pt x="1099" y="188"/>
                  </a:cubicBezTo>
                  <a:cubicBezTo>
                    <a:pt x="976" y="66"/>
                    <a:pt x="812" y="0"/>
                    <a:pt x="644" y="0"/>
                  </a:cubicBez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47"/>
            <p:cNvSpPr/>
            <p:nvPr/>
          </p:nvSpPr>
          <p:spPr>
            <a:xfrm>
              <a:off x="5854850" y="3817275"/>
              <a:ext cx="33225" cy="31950"/>
            </a:xfrm>
            <a:custGeom>
              <a:avLst/>
              <a:gdLst/>
              <a:ahLst/>
              <a:cxnLst/>
              <a:rect l="l" t="t" r="r" b="b"/>
              <a:pathLst>
                <a:path w="1329" h="1278" extrusionOk="0">
                  <a:moveTo>
                    <a:pt x="601" y="1"/>
                  </a:moveTo>
                  <a:lnTo>
                    <a:pt x="601" y="1"/>
                  </a:lnTo>
                  <a:cubicBezTo>
                    <a:pt x="354" y="34"/>
                    <a:pt x="149" y="207"/>
                    <a:pt x="76" y="443"/>
                  </a:cubicBezTo>
                  <a:cubicBezTo>
                    <a:pt x="1" y="681"/>
                    <a:pt x="71" y="939"/>
                    <a:pt x="253" y="1107"/>
                  </a:cubicBezTo>
                  <a:cubicBezTo>
                    <a:pt x="374" y="1219"/>
                    <a:pt x="530" y="1277"/>
                    <a:pt x="688" y="1277"/>
                  </a:cubicBezTo>
                  <a:cubicBezTo>
                    <a:pt x="770" y="1277"/>
                    <a:pt x="852" y="1262"/>
                    <a:pt x="930" y="1230"/>
                  </a:cubicBezTo>
                  <a:cubicBezTo>
                    <a:pt x="1159" y="1136"/>
                    <a:pt x="1315" y="919"/>
                    <a:pt x="1328" y="670"/>
                  </a:cubicBezTo>
                  <a:lnTo>
                    <a:pt x="1328" y="670"/>
                  </a:lnTo>
                  <a:cubicBezTo>
                    <a:pt x="1302" y="787"/>
                    <a:pt x="1113" y="985"/>
                    <a:pt x="865" y="985"/>
                  </a:cubicBezTo>
                  <a:cubicBezTo>
                    <a:pt x="786" y="985"/>
                    <a:pt x="701" y="965"/>
                    <a:pt x="613" y="915"/>
                  </a:cubicBezTo>
                  <a:cubicBezTo>
                    <a:pt x="224" y="697"/>
                    <a:pt x="299" y="201"/>
                    <a:pt x="601" y="1"/>
                  </a:cubicBez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69" name="Google Shape;1769;p47"/>
          <p:cNvSpPr txBox="1">
            <a:spLocks noGrp="1"/>
          </p:cNvSpPr>
          <p:nvPr>
            <p:ph type="title" idx="2"/>
          </p:nvPr>
        </p:nvSpPr>
        <p:spPr>
          <a:xfrm flipH="1">
            <a:off x="3451650" y="3924607"/>
            <a:ext cx="22407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lt1"/>
                </a:solidFill>
              </a:rPr>
              <a:t>04</a:t>
            </a:r>
            <a:endParaRPr dirty="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4B6B7E-5468-4875-8A87-EC525CD0D4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7514" y="0"/>
            <a:ext cx="5408971" cy="51435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036AF76-6755-4CBA-8E6A-930768E2F2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0214" y="-19050"/>
            <a:ext cx="703510" cy="772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99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36"/>
          <p:cNvSpPr/>
          <p:nvPr/>
        </p:nvSpPr>
        <p:spPr>
          <a:xfrm>
            <a:off x="865550" y="-1134700"/>
            <a:ext cx="7413000" cy="7413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4" name="Google Shape;734;p36"/>
          <p:cNvSpPr txBox="1">
            <a:spLocks noGrp="1"/>
          </p:cNvSpPr>
          <p:nvPr>
            <p:ph type="ctrTitle"/>
          </p:nvPr>
        </p:nvSpPr>
        <p:spPr>
          <a:xfrm flipH="1">
            <a:off x="1631950" y="2035938"/>
            <a:ext cx="4552620" cy="109921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ANALISIS SISTEM</a:t>
            </a:r>
            <a:endParaRPr dirty="0"/>
          </a:p>
        </p:txBody>
      </p:sp>
      <p:sp>
        <p:nvSpPr>
          <p:cNvPr id="736" name="Google Shape;736;p36"/>
          <p:cNvSpPr txBox="1">
            <a:spLocks noGrp="1"/>
          </p:cNvSpPr>
          <p:nvPr>
            <p:ph type="title" idx="2"/>
          </p:nvPr>
        </p:nvSpPr>
        <p:spPr>
          <a:xfrm flipH="1">
            <a:off x="1631950" y="793375"/>
            <a:ext cx="22407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lt1"/>
                </a:solidFill>
              </a:rPr>
              <a:t>05</a:t>
            </a:r>
            <a:endParaRPr dirty="0">
              <a:solidFill>
                <a:schemeClr val="lt1"/>
              </a:solidFill>
            </a:endParaRPr>
          </a:p>
        </p:txBody>
      </p:sp>
      <p:grpSp>
        <p:nvGrpSpPr>
          <p:cNvPr id="737" name="Google Shape;737;p36"/>
          <p:cNvGrpSpPr/>
          <p:nvPr/>
        </p:nvGrpSpPr>
        <p:grpSpPr>
          <a:xfrm>
            <a:off x="4492808" y="2126397"/>
            <a:ext cx="4359808" cy="2651413"/>
            <a:chOff x="238125" y="613775"/>
            <a:chExt cx="7378250" cy="4487075"/>
          </a:xfrm>
        </p:grpSpPr>
        <p:sp>
          <p:nvSpPr>
            <p:cNvPr id="738" name="Google Shape;738;p36"/>
            <p:cNvSpPr/>
            <p:nvPr/>
          </p:nvSpPr>
          <p:spPr>
            <a:xfrm>
              <a:off x="258350" y="3193375"/>
              <a:ext cx="2825375" cy="1907475"/>
            </a:xfrm>
            <a:custGeom>
              <a:avLst/>
              <a:gdLst/>
              <a:ahLst/>
              <a:cxnLst/>
              <a:rect l="l" t="t" r="r" b="b"/>
              <a:pathLst>
                <a:path w="113015" h="76299" extrusionOk="0">
                  <a:moveTo>
                    <a:pt x="100831" y="0"/>
                  </a:moveTo>
                  <a:cubicBezTo>
                    <a:pt x="100020" y="0"/>
                    <a:pt x="99284" y="190"/>
                    <a:pt x="98648" y="553"/>
                  </a:cubicBezTo>
                  <a:lnTo>
                    <a:pt x="98646" y="551"/>
                  </a:lnTo>
                  <a:lnTo>
                    <a:pt x="98632" y="559"/>
                  </a:lnTo>
                  <a:lnTo>
                    <a:pt x="5960" y="54064"/>
                  </a:lnTo>
                  <a:lnTo>
                    <a:pt x="5956" y="54066"/>
                  </a:lnTo>
                  <a:lnTo>
                    <a:pt x="5913" y="54092"/>
                  </a:lnTo>
                  <a:lnTo>
                    <a:pt x="5917" y="54100"/>
                  </a:lnTo>
                  <a:cubicBezTo>
                    <a:pt x="5913" y="54100"/>
                    <a:pt x="5911" y="54103"/>
                    <a:pt x="5908" y="54107"/>
                  </a:cubicBezTo>
                  <a:cubicBezTo>
                    <a:pt x="2379" y="56174"/>
                    <a:pt x="1" y="59997"/>
                    <a:pt x="1" y="64384"/>
                  </a:cubicBezTo>
                  <a:cubicBezTo>
                    <a:pt x="1" y="70963"/>
                    <a:pt x="5336" y="76298"/>
                    <a:pt x="11915" y="76298"/>
                  </a:cubicBezTo>
                  <a:cubicBezTo>
                    <a:pt x="13989" y="76298"/>
                    <a:pt x="16028" y="75754"/>
                    <a:pt x="17826" y="74720"/>
                  </a:cubicBezTo>
                  <a:cubicBezTo>
                    <a:pt x="17846" y="74709"/>
                    <a:pt x="17869" y="74699"/>
                    <a:pt x="17889" y="74688"/>
                  </a:cubicBezTo>
                  <a:lnTo>
                    <a:pt x="17891" y="74690"/>
                  </a:lnTo>
                  <a:lnTo>
                    <a:pt x="110529" y="21205"/>
                  </a:lnTo>
                  <a:lnTo>
                    <a:pt x="110529" y="21203"/>
                  </a:lnTo>
                  <a:cubicBezTo>
                    <a:pt x="112063" y="20328"/>
                    <a:pt x="113014" y="18438"/>
                    <a:pt x="113014" y="15742"/>
                  </a:cubicBezTo>
                  <a:cubicBezTo>
                    <a:pt x="113014" y="10369"/>
                    <a:pt x="109243" y="3836"/>
                    <a:pt x="104591" y="1149"/>
                  </a:cubicBezTo>
                  <a:cubicBezTo>
                    <a:pt x="103240" y="369"/>
                    <a:pt x="101963" y="0"/>
                    <a:pt x="100831" y="0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36"/>
            <p:cNvSpPr/>
            <p:nvPr/>
          </p:nvSpPr>
          <p:spPr>
            <a:xfrm>
              <a:off x="2301650" y="1018650"/>
              <a:ext cx="5314725" cy="2795550"/>
            </a:xfrm>
            <a:custGeom>
              <a:avLst/>
              <a:gdLst/>
              <a:ahLst/>
              <a:cxnLst/>
              <a:rect l="l" t="t" r="r" b="b"/>
              <a:pathLst>
                <a:path w="212589" h="111822" extrusionOk="0">
                  <a:moveTo>
                    <a:pt x="106294" y="1"/>
                  </a:moveTo>
                  <a:cubicBezTo>
                    <a:pt x="81511" y="1"/>
                    <a:pt x="56728" y="5459"/>
                    <a:pt x="37819" y="16377"/>
                  </a:cubicBezTo>
                  <a:cubicBezTo>
                    <a:pt x="1" y="38211"/>
                    <a:pt x="1" y="73611"/>
                    <a:pt x="37819" y="95446"/>
                  </a:cubicBezTo>
                  <a:cubicBezTo>
                    <a:pt x="56728" y="106363"/>
                    <a:pt x="81511" y="111822"/>
                    <a:pt x="106294" y="111822"/>
                  </a:cubicBezTo>
                  <a:cubicBezTo>
                    <a:pt x="131077" y="111822"/>
                    <a:pt x="155861" y="106363"/>
                    <a:pt x="174771" y="95446"/>
                  </a:cubicBezTo>
                  <a:cubicBezTo>
                    <a:pt x="212587" y="73611"/>
                    <a:pt x="212589" y="38211"/>
                    <a:pt x="174771" y="16377"/>
                  </a:cubicBezTo>
                  <a:cubicBezTo>
                    <a:pt x="155861" y="5459"/>
                    <a:pt x="131077" y="1"/>
                    <a:pt x="106294" y="1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36"/>
            <p:cNvSpPr/>
            <p:nvPr/>
          </p:nvSpPr>
          <p:spPr>
            <a:xfrm>
              <a:off x="2784100" y="3200600"/>
              <a:ext cx="456625" cy="309675"/>
            </a:xfrm>
            <a:custGeom>
              <a:avLst/>
              <a:gdLst/>
              <a:ahLst/>
              <a:cxnLst/>
              <a:rect l="l" t="t" r="r" b="b"/>
              <a:pathLst>
                <a:path w="18265" h="12387" extrusionOk="0">
                  <a:moveTo>
                    <a:pt x="12162" y="1"/>
                  </a:moveTo>
                  <a:lnTo>
                    <a:pt x="1" y="7022"/>
                  </a:lnTo>
                  <a:lnTo>
                    <a:pt x="7941" y="12387"/>
                  </a:lnTo>
                  <a:lnTo>
                    <a:pt x="18265" y="6205"/>
                  </a:lnTo>
                  <a:lnTo>
                    <a:pt x="12162" y="1"/>
                  </a:ln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36"/>
            <p:cNvSpPr/>
            <p:nvPr/>
          </p:nvSpPr>
          <p:spPr>
            <a:xfrm>
              <a:off x="2725050" y="1327775"/>
              <a:ext cx="4468025" cy="2278250"/>
            </a:xfrm>
            <a:custGeom>
              <a:avLst/>
              <a:gdLst/>
              <a:ahLst/>
              <a:cxnLst/>
              <a:rect l="l" t="t" r="r" b="b"/>
              <a:pathLst>
                <a:path w="178721" h="91130" extrusionOk="0">
                  <a:moveTo>
                    <a:pt x="31982" y="1"/>
                  </a:moveTo>
                  <a:cubicBezTo>
                    <a:pt x="29991" y="966"/>
                    <a:pt x="28045" y="1976"/>
                    <a:pt x="26173" y="3057"/>
                  </a:cubicBezTo>
                  <a:cubicBezTo>
                    <a:pt x="16101" y="8873"/>
                    <a:pt x="8953" y="15735"/>
                    <a:pt x="4695" y="23035"/>
                  </a:cubicBezTo>
                  <a:lnTo>
                    <a:pt x="1" y="23035"/>
                  </a:lnTo>
                  <a:lnTo>
                    <a:pt x="1" y="39538"/>
                  </a:lnTo>
                  <a:cubicBezTo>
                    <a:pt x="1" y="52741"/>
                    <a:pt x="8725" y="65946"/>
                    <a:pt x="26175" y="76018"/>
                  </a:cubicBezTo>
                  <a:cubicBezTo>
                    <a:pt x="43624" y="86093"/>
                    <a:pt x="66493" y="91130"/>
                    <a:pt x="89362" y="91130"/>
                  </a:cubicBezTo>
                  <a:cubicBezTo>
                    <a:pt x="112231" y="91130"/>
                    <a:pt x="135100" y="86093"/>
                    <a:pt x="152548" y="76018"/>
                  </a:cubicBezTo>
                  <a:cubicBezTo>
                    <a:pt x="169996" y="65944"/>
                    <a:pt x="178721" y="52741"/>
                    <a:pt x="178721" y="39538"/>
                  </a:cubicBezTo>
                  <a:lnTo>
                    <a:pt x="178721" y="23035"/>
                  </a:lnTo>
                  <a:lnTo>
                    <a:pt x="174026" y="23035"/>
                  </a:lnTo>
                  <a:cubicBezTo>
                    <a:pt x="169768" y="15735"/>
                    <a:pt x="162620" y="8875"/>
                    <a:pt x="152548" y="3059"/>
                  </a:cubicBezTo>
                  <a:cubicBezTo>
                    <a:pt x="150678" y="1978"/>
                    <a:pt x="148732" y="970"/>
                    <a:pt x="146745" y="4"/>
                  </a:cubicBezTo>
                  <a:lnTo>
                    <a:pt x="146745" y="4"/>
                  </a:lnTo>
                  <a:cubicBezTo>
                    <a:pt x="157855" y="6793"/>
                    <a:pt x="164203" y="15124"/>
                    <a:pt x="164203" y="23037"/>
                  </a:cubicBezTo>
                  <a:cubicBezTo>
                    <a:pt x="164203" y="31289"/>
                    <a:pt x="157307" y="40004"/>
                    <a:pt x="145289" y="46942"/>
                  </a:cubicBezTo>
                  <a:cubicBezTo>
                    <a:pt x="130797" y="55309"/>
                    <a:pt x="110413" y="60108"/>
                    <a:pt x="89362" y="60108"/>
                  </a:cubicBezTo>
                  <a:cubicBezTo>
                    <a:pt x="68311" y="60108"/>
                    <a:pt x="47926" y="55309"/>
                    <a:pt x="33434" y="46942"/>
                  </a:cubicBezTo>
                  <a:cubicBezTo>
                    <a:pt x="21414" y="40004"/>
                    <a:pt x="14519" y="31287"/>
                    <a:pt x="14519" y="23033"/>
                  </a:cubicBezTo>
                  <a:cubicBezTo>
                    <a:pt x="14519" y="15120"/>
                    <a:pt x="20868" y="6790"/>
                    <a:pt x="31982" y="1"/>
                  </a:cubicBezTo>
                  <a:close/>
                </a:path>
              </a:pathLst>
            </a:custGeom>
            <a:solidFill>
              <a:srgbClr val="706E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36"/>
            <p:cNvSpPr/>
            <p:nvPr/>
          </p:nvSpPr>
          <p:spPr>
            <a:xfrm>
              <a:off x="2506850" y="613775"/>
              <a:ext cx="4904200" cy="2579625"/>
            </a:xfrm>
            <a:custGeom>
              <a:avLst/>
              <a:gdLst/>
              <a:ahLst/>
              <a:cxnLst/>
              <a:rect l="l" t="t" r="r" b="b"/>
              <a:pathLst>
                <a:path w="196168" h="103185" extrusionOk="0">
                  <a:moveTo>
                    <a:pt x="98084" y="14524"/>
                  </a:moveTo>
                  <a:cubicBezTo>
                    <a:pt x="119137" y="14524"/>
                    <a:pt x="139525" y="19315"/>
                    <a:pt x="154023" y="27693"/>
                  </a:cubicBezTo>
                  <a:cubicBezTo>
                    <a:pt x="166032" y="34622"/>
                    <a:pt x="172938" y="43333"/>
                    <a:pt x="172938" y="51587"/>
                  </a:cubicBezTo>
                  <a:cubicBezTo>
                    <a:pt x="172938" y="54324"/>
                    <a:pt x="172191" y="57104"/>
                    <a:pt x="170719" y="59842"/>
                  </a:cubicBezTo>
                  <a:cubicBezTo>
                    <a:pt x="167814" y="65400"/>
                    <a:pt x="162069" y="70855"/>
                    <a:pt x="154023" y="75502"/>
                  </a:cubicBezTo>
                  <a:cubicBezTo>
                    <a:pt x="139525" y="83860"/>
                    <a:pt x="119137" y="88671"/>
                    <a:pt x="98084" y="88671"/>
                  </a:cubicBezTo>
                  <a:cubicBezTo>
                    <a:pt x="77033" y="88671"/>
                    <a:pt x="56645" y="83860"/>
                    <a:pt x="42168" y="75502"/>
                  </a:cubicBezTo>
                  <a:cubicBezTo>
                    <a:pt x="34120" y="70855"/>
                    <a:pt x="28376" y="65400"/>
                    <a:pt x="25472" y="59842"/>
                  </a:cubicBezTo>
                  <a:cubicBezTo>
                    <a:pt x="23999" y="57104"/>
                    <a:pt x="23252" y="54324"/>
                    <a:pt x="23252" y="51587"/>
                  </a:cubicBezTo>
                  <a:cubicBezTo>
                    <a:pt x="23252" y="43333"/>
                    <a:pt x="30138" y="34622"/>
                    <a:pt x="42168" y="27693"/>
                  </a:cubicBezTo>
                  <a:cubicBezTo>
                    <a:pt x="56645" y="19315"/>
                    <a:pt x="77033" y="14524"/>
                    <a:pt x="98084" y="14524"/>
                  </a:cubicBezTo>
                  <a:close/>
                  <a:moveTo>
                    <a:pt x="98088" y="0"/>
                  </a:moveTo>
                  <a:cubicBezTo>
                    <a:pt x="75218" y="0"/>
                    <a:pt x="52352" y="5035"/>
                    <a:pt x="34909" y="15105"/>
                  </a:cubicBezTo>
                  <a:cubicBezTo>
                    <a:pt x="1" y="35264"/>
                    <a:pt x="1" y="67931"/>
                    <a:pt x="34909" y="88070"/>
                  </a:cubicBezTo>
                  <a:cubicBezTo>
                    <a:pt x="36775" y="89149"/>
                    <a:pt x="38705" y="90164"/>
                    <a:pt x="40675" y="91099"/>
                  </a:cubicBezTo>
                  <a:cubicBezTo>
                    <a:pt x="57236" y="99156"/>
                    <a:pt x="77665" y="103185"/>
                    <a:pt x="98094" y="103185"/>
                  </a:cubicBezTo>
                  <a:cubicBezTo>
                    <a:pt x="118524" y="103185"/>
                    <a:pt x="138954" y="99156"/>
                    <a:pt x="155516" y="91099"/>
                  </a:cubicBezTo>
                  <a:cubicBezTo>
                    <a:pt x="157506" y="90164"/>
                    <a:pt x="159415" y="89149"/>
                    <a:pt x="161282" y="88070"/>
                  </a:cubicBezTo>
                  <a:cubicBezTo>
                    <a:pt x="196167" y="67931"/>
                    <a:pt x="196167" y="35264"/>
                    <a:pt x="161282" y="15105"/>
                  </a:cubicBezTo>
                  <a:cubicBezTo>
                    <a:pt x="143829" y="5035"/>
                    <a:pt x="120957" y="0"/>
                    <a:pt x="98088" y="0"/>
                  </a:cubicBezTo>
                  <a:close/>
                </a:path>
              </a:pathLst>
            </a:custGeom>
            <a:solidFill>
              <a:srgbClr val="898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36"/>
            <p:cNvSpPr/>
            <p:nvPr/>
          </p:nvSpPr>
          <p:spPr>
            <a:xfrm>
              <a:off x="3088150" y="976850"/>
              <a:ext cx="3742150" cy="1132975"/>
            </a:xfrm>
            <a:custGeom>
              <a:avLst/>
              <a:gdLst/>
              <a:ahLst/>
              <a:cxnLst/>
              <a:rect l="l" t="t" r="r" b="b"/>
              <a:pathLst>
                <a:path w="149686" h="45319" extrusionOk="0">
                  <a:moveTo>
                    <a:pt x="74832" y="1"/>
                  </a:moveTo>
                  <a:cubicBezTo>
                    <a:pt x="53781" y="1"/>
                    <a:pt x="33393" y="4792"/>
                    <a:pt x="18916" y="13170"/>
                  </a:cubicBezTo>
                  <a:cubicBezTo>
                    <a:pt x="6886" y="20099"/>
                    <a:pt x="0" y="28810"/>
                    <a:pt x="0" y="37064"/>
                  </a:cubicBezTo>
                  <a:cubicBezTo>
                    <a:pt x="0" y="39801"/>
                    <a:pt x="747" y="42581"/>
                    <a:pt x="2220" y="45319"/>
                  </a:cubicBezTo>
                  <a:cubicBezTo>
                    <a:pt x="5124" y="39761"/>
                    <a:pt x="10868" y="34305"/>
                    <a:pt x="18916" y="29659"/>
                  </a:cubicBezTo>
                  <a:cubicBezTo>
                    <a:pt x="33393" y="21300"/>
                    <a:pt x="53781" y="16509"/>
                    <a:pt x="74832" y="16509"/>
                  </a:cubicBezTo>
                  <a:cubicBezTo>
                    <a:pt x="95885" y="16509"/>
                    <a:pt x="116273" y="21300"/>
                    <a:pt x="130771" y="29659"/>
                  </a:cubicBezTo>
                  <a:cubicBezTo>
                    <a:pt x="138817" y="34305"/>
                    <a:pt x="144562" y="39761"/>
                    <a:pt x="147467" y="45319"/>
                  </a:cubicBezTo>
                  <a:cubicBezTo>
                    <a:pt x="148939" y="42581"/>
                    <a:pt x="149686" y="39801"/>
                    <a:pt x="149686" y="37064"/>
                  </a:cubicBezTo>
                  <a:cubicBezTo>
                    <a:pt x="149686" y="28810"/>
                    <a:pt x="142780" y="20099"/>
                    <a:pt x="130771" y="13170"/>
                  </a:cubicBezTo>
                  <a:cubicBezTo>
                    <a:pt x="116273" y="4792"/>
                    <a:pt x="95885" y="1"/>
                    <a:pt x="74832" y="1"/>
                  </a:cubicBezTo>
                  <a:close/>
                </a:path>
              </a:pathLst>
            </a:custGeom>
            <a:solidFill>
              <a:srgbClr val="5C5C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36"/>
            <p:cNvSpPr/>
            <p:nvPr/>
          </p:nvSpPr>
          <p:spPr>
            <a:xfrm>
              <a:off x="3143625" y="1389575"/>
              <a:ext cx="3631200" cy="1440850"/>
            </a:xfrm>
            <a:custGeom>
              <a:avLst/>
              <a:gdLst/>
              <a:ahLst/>
              <a:cxnLst/>
              <a:rect l="l" t="t" r="r" b="b"/>
              <a:pathLst>
                <a:path w="145248" h="57634" extrusionOk="0">
                  <a:moveTo>
                    <a:pt x="72613" y="0"/>
                  </a:moveTo>
                  <a:cubicBezTo>
                    <a:pt x="51562" y="0"/>
                    <a:pt x="31174" y="4791"/>
                    <a:pt x="16697" y="13151"/>
                  </a:cubicBezTo>
                  <a:cubicBezTo>
                    <a:pt x="8649" y="17796"/>
                    <a:pt x="2905" y="23252"/>
                    <a:pt x="1" y="28810"/>
                  </a:cubicBezTo>
                  <a:cubicBezTo>
                    <a:pt x="2905" y="34368"/>
                    <a:pt x="8649" y="39823"/>
                    <a:pt x="16697" y="44470"/>
                  </a:cubicBezTo>
                  <a:cubicBezTo>
                    <a:pt x="24797" y="49146"/>
                    <a:pt x="34747" y="52713"/>
                    <a:pt x="45631" y="54947"/>
                  </a:cubicBezTo>
                  <a:lnTo>
                    <a:pt x="45635" y="54947"/>
                  </a:lnTo>
                  <a:lnTo>
                    <a:pt x="45642" y="54949"/>
                  </a:lnTo>
                  <a:cubicBezTo>
                    <a:pt x="54208" y="56704"/>
                    <a:pt x="63348" y="57634"/>
                    <a:pt x="72619" y="57634"/>
                  </a:cubicBezTo>
                  <a:cubicBezTo>
                    <a:pt x="79319" y="57634"/>
                    <a:pt x="85954" y="57149"/>
                    <a:pt x="92349" y="56215"/>
                  </a:cubicBezTo>
                  <a:cubicBezTo>
                    <a:pt x="105177" y="54341"/>
                    <a:pt x="117059" y="50672"/>
                    <a:pt x="126631" y="45536"/>
                  </a:cubicBezTo>
                  <a:cubicBezTo>
                    <a:pt x="127281" y="45186"/>
                    <a:pt x="127918" y="44832"/>
                    <a:pt x="128546" y="44470"/>
                  </a:cubicBezTo>
                  <a:cubicBezTo>
                    <a:pt x="130494" y="43344"/>
                    <a:pt x="132305" y="42176"/>
                    <a:pt x="133978" y="40966"/>
                  </a:cubicBezTo>
                  <a:cubicBezTo>
                    <a:pt x="139211" y="37177"/>
                    <a:pt x="143045" y="33023"/>
                    <a:pt x="145248" y="28808"/>
                  </a:cubicBezTo>
                  <a:cubicBezTo>
                    <a:pt x="142343" y="23250"/>
                    <a:pt x="136598" y="17796"/>
                    <a:pt x="128552" y="13150"/>
                  </a:cubicBezTo>
                  <a:cubicBezTo>
                    <a:pt x="114054" y="4791"/>
                    <a:pt x="93666" y="0"/>
                    <a:pt x="72613" y="0"/>
                  </a:cubicBezTo>
                  <a:close/>
                </a:path>
              </a:pathLst>
            </a:custGeom>
            <a:solidFill>
              <a:srgbClr val="B3CD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36"/>
            <p:cNvSpPr/>
            <p:nvPr/>
          </p:nvSpPr>
          <p:spPr>
            <a:xfrm>
              <a:off x="4284650" y="2413700"/>
              <a:ext cx="2208425" cy="416875"/>
            </a:xfrm>
            <a:custGeom>
              <a:avLst/>
              <a:gdLst/>
              <a:ahLst/>
              <a:cxnLst/>
              <a:rect l="l" t="t" r="r" b="b"/>
              <a:pathLst>
                <a:path w="88337" h="16675" extrusionOk="0">
                  <a:moveTo>
                    <a:pt x="88337" y="1"/>
                  </a:moveTo>
                  <a:lnTo>
                    <a:pt x="88337" y="1"/>
                  </a:lnTo>
                  <a:cubicBezTo>
                    <a:pt x="86665" y="1209"/>
                    <a:pt x="84855" y="2377"/>
                    <a:pt x="82905" y="3505"/>
                  </a:cubicBezTo>
                  <a:cubicBezTo>
                    <a:pt x="82452" y="3766"/>
                    <a:pt x="81994" y="4024"/>
                    <a:pt x="81530" y="4279"/>
                  </a:cubicBezTo>
                  <a:lnTo>
                    <a:pt x="81530" y="4279"/>
                  </a:lnTo>
                  <a:cubicBezTo>
                    <a:pt x="81996" y="4024"/>
                    <a:pt x="82456" y="3766"/>
                    <a:pt x="82911" y="3503"/>
                  </a:cubicBezTo>
                  <a:cubicBezTo>
                    <a:pt x="84857" y="2379"/>
                    <a:pt x="86665" y="1211"/>
                    <a:pt x="88337" y="1"/>
                  </a:cubicBezTo>
                  <a:close/>
                  <a:moveTo>
                    <a:pt x="81530" y="4279"/>
                  </a:moveTo>
                  <a:cubicBezTo>
                    <a:pt x="81351" y="4376"/>
                    <a:pt x="81171" y="4474"/>
                    <a:pt x="80990" y="4571"/>
                  </a:cubicBezTo>
                  <a:cubicBezTo>
                    <a:pt x="81171" y="4474"/>
                    <a:pt x="81351" y="4377"/>
                    <a:pt x="81530" y="4279"/>
                  </a:cubicBezTo>
                  <a:close/>
                  <a:moveTo>
                    <a:pt x="1" y="13984"/>
                  </a:moveTo>
                  <a:cubicBezTo>
                    <a:pt x="8565" y="15742"/>
                    <a:pt x="17704" y="16674"/>
                    <a:pt x="26972" y="16674"/>
                  </a:cubicBezTo>
                  <a:cubicBezTo>
                    <a:pt x="33674" y="16674"/>
                    <a:pt x="40309" y="16186"/>
                    <a:pt x="46708" y="15252"/>
                  </a:cubicBezTo>
                  <a:lnTo>
                    <a:pt x="46708" y="15252"/>
                  </a:lnTo>
                  <a:cubicBezTo>
                    <a:pt x="40313" y="16184"/>
                    <a:pt x="33678" y="16671"/>
                    <a:pt x="26978" y="16671"/>
                  </a:cubicBezTo>
                  <a:cubicBezTo>
                    <a:pt x="17707" y="16671"/>
                    <a:pt x="8567" y="15740"/>
                    <a:pt x="1" y="13984"/>
                  </a:cubicBezTo>
                  <a:close/>
                </a:path>
              </a:pathLst>
            </a:custGeom>
            <a:solidFill>
              <a:srgbClr val="8B9D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36"/>
            <p:cNvSpPr/>
            <p:nvPr/>
          </p:nvSpPr>
          <p:spPr>
            <a:xfrm>
              <a:off x="3101150" y="1173975"/>
              <a:ext cx="3716175" cy="935850"/>
            </a:xfrm>
            <a:custGeom>
              <a:avLst/>
              <a:gdLst/>
              <a:ahLst/>
              <a:cxnLst/>
              <a:rect l="l" t="t" r="r" b="b"/>
              <a:pathLst>
                <a:path w="148647" h="37434" extrusionOk="0">
                  <a:moveTo>
                    <a:pt x="74312" y="0"/>
                  </a:moveTo>
                  <a:cubicBezTo>
                    <a:pt x="53261" y="0"/>
                    <a:pt x="32873" y="4791"/>
                    <a:pt x="18396" y="13152"/>
                  </a:cubicBezTo>
                  <a:cubicBezTo>
                    <a:pt x="10348" y="17796"/>
                    <a:pt x="4604" y="23252"/>
                    <a:pt x="1700" y="28810"/>
                  </a:cubicBezTo>
                  <a:cubicBezTo>
                    <a:pt x="931" y="30240"/>
                    <a:pt x="370" y="31681"/>
                    <a:pt x="0" y="33122"/>
                  </a:cubicBezTo>
                  <a:cubicBezTo>
                    <a:pt x="370" y="34563"/>
                    <a:pt x="931" y="36004"/>
                    <a:pt x="1700" y="37434"/>
                  </a:cubicBezTo>
                  <a:cubicBezTo>
                    <a:pt x="4604" y="31876"/>
                    <a:pt x="10348" y="26420"/>
                    <a:pt x="18396" y="21775"/>
                  </a:cubicBezTo>
                  <a:cubicBezTo>
                    <a:pt x="32873" y="13417"/>
                    <a:pt x="53261" y="8626"/>
                    <a:pt x="74312" y="8626"/>
                  </a:cubicBezTo>
                  <a:cubicBezTo>
                    <a:pt x="95365" y="8626"/>
                    <a:pt x="115753" y="13417"/>
                    <a:pt x="130251" y="21775"/>
                  </a:cubicBezTo>
                  <a:cubicBezTo>
                    <a:pt x="138297" y="26420"/>
                    <a:pt x="144042" y="31876"/>
                    <a:pt x="146947" y="37434"/>
                  </a:cubicBezTo>
                  <a:cubicBezTo>
                    <a:pt x="147716" y="36004"/>
                    <a:pt x="148275" y="34563"/>
                    <a:pt x="148646" y="33122"/>
                  </a:cubicBezTo>
                  <a:cubicBezTo>
                    <a:pt x="148275" y="31681"/>
                    <a:pt x="147716" y="30240"/>
                    <a:pt x="146947" y="28810"/>
                  </a:cubicBezTo>
                  <a:cubicBezTo>
                    <a:pt x="144042" y="23252"/>
                    <a:pt x="138297" y="17796"/>
                    <a:pt x="130251" y="13152"/>
                  </a:cubicBezTo>
                  <a:cubicBezTo>
                    <a:pt x="115753" y="4791"/>
                    <a:pt x="95365" y="2"/>
                    <a:pt x="74312" y="2"/>
                  </a:cubicBezTo>
                  <a:lnTo>
                    <a:pt x="74312" y="0"/>
                  </a:lnTo>
                  <a:close/>
                </a:path>
              </a:pathLst>
            </a:custGeom>
            <a:solidFill>
              <a:srgbClr val="8194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36"/>
            <p:cNvSpPr/>
            <p:nvPr/>
          </p:nvSpPr>
          <p:spPr>
            <a:xfrm>
              <a:off x="2494175" y="2868350"/>
              <a:ext cx="928025" cy="624200"/>
            </a:xfrm>
            <a:custGeom>
              <a:avLst/>
              <a:gdLst/>
              <a:ahLst/>
              <a:cxnLst/>
              <a:rect l="l" t="t" r="r" b="b"/>
              <a:pathLst>
                <a:path w="37121" h="24968" extrusionOk="0">
                  <a:moveTo>
                    <a:pt x="31193" y="0"/>
                  </a:moveTo>
                  <a:cubicBezTo>
                    <a:pt x="30313" y="0"/>
                    <a:pt x="29421" y="225"/>
                    <a:pt x="28604" y="698"/>
                  </a:cubicBezTo>
                  <a:lnTo>
                    <a:pt x="3329" y="15291"/>
                  </a:lnTo>
                  <a:cubicBezTo>
                    <a:pt x="850" y="16722"/>
                    <a:pt x="1" y="19894"/>
                    <a:pt x="1433" y="22373"/>
                  </a:cubicBezTo>
                  <a:cubicBezTo>
                    <a:pt x="2357" y="23980"/>
                    <a:pt x="4070" y="24967"/>
                    <a:pt x="5921" y="24967"/>
                  </a:cubicBezTo>
                  <a:cubicBezTo>
                    <a:pt x="5923" y="24967"/>
                    <a:pt x="5925" y="24967"/>
                    <a:pt x="5927" y="24967"/>
                  </a:cubicBezTo>
                  <a:cubicBezTo>
                    <a:pt x="6837" y="24967"/>
                    <a:pt x="7728" y="24728"/>
                    <a:pt x="8515" y="24271"/>
                  </a:cubicBezTo>
                  <a:lnTo>
                    <a:pt x="33791" y="9679"/>
                  </a:lnTo>
                  <a:cubicBezTo>
                    <a:pt x="36270" y="8247"/>
                    <a:pt x="37121" y="5077"/>
                    <a:pt x="35687" y="2596"/>
                  </a:cubicBezTo>
                  <a:cubicBezTo>
                    <a:pt x="34727" y="932"/>
                    <a:pt x="32985" y="0"/>
                    <a:pt x="31193" y="0"/>
                  </a:cubicBezTo>
                  <a:close/>
                </a:path>
              </a:pathLst>
            </a:custGeom>
            <a:solidFill>
              <a:srgbClr val="3445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36"/>
            <p:cNvSpPr/>
            <p:nvPr/>
          </p:nvSpPr>
          <p:spPr>
            <a:xfrm>
              <a:off x="238125" y="2969325"/>
              <a:ext cx="2825400" cy="1907475"/>
            </a:xfrm>
            <a:custGeom>
              <a:avLst/>
              <a:gdLst/>
              <a:ahLst/>
              <a:cxnLst/>
              <a:rect l="l" t="t" r="r" b="b"/>
              <a:pathLst>
                <a:path w="113016" h="76299" extrusionOk="0">
                  <a:moveTo>
                    <a:pt x="100829" y="0"/>
                  </a:moveTo>
                  <a:cubicBezTo>
                    <a:pt x="100019" y="0"/>
                    <a:pt x="99282" y="190"/>
                    <a:pt x="98646" y="553"/>
                  </a:cubicBezTo>
                  <a:lnTo>
                    <a:pt x="98646" y="552"/>
                  </a:lnTo>
                  <a:lnTo>
                    <a:pt x="98633" y="559"/>
                  </a:lnTo>
                  <a:lnTo>
                    <a:pt x="5961" y="54065"/>
                  </a:lnTo>
                  <a:lnTo>
                    <a:pt x="5955" y="54066"/>
                  </a:lnTo>
                  <a:lnTo>
                    <a:pt x="5913" y="54092"/>
                  </a:lnTo>
                  <a:lnTo>
                    <a:pt x="5916" y="54100"/>
                  </a:lnTo>
                  <a:cubicBezTo>
                    <a:pt x="5913" y="54102"/>
                    <a:pt x="5911" y="54105"/>
                    <a:pt x="5907" y="54107"/>
                  </a:cubicBezTo>
                  <a:cubicBezTo>
                    <a:pt x="2377" y="56174"/>
                    <a:pt x="0" y="59998"/>
                    <a:pt x="0" y="64384"/>
                  </a:cubicBezTo>
                  <a:cubicBezTo>
                    <a:pt x="0" y="70963"/>
                    <a:pt x="5335" y="76298"/>
                    <a:pt x="11915" y="76298"/>
                  </a:cubicBezTo>
                  <a:cubicBezTo>
                    <a:pt x="13989" y="76298"/>
                    <a:pt x="16028" y="75754"/>
                    <a:pt x="17825" y="74720"/>
                  </a:cubicBezTo>
                  <a:cubicBezTo>
                    <a:pt x="17846" y="74709"/>
                    <a:pt x="17868" y="74699"/>
                    <a:pt x="17890" y="74688"/>
                  </a:cubicBezTo>
                  <a:lnTo>
                    <a:pt x="17892" y="74690"/>
                  </a:lnTo>
                  <a:lnTo>
                    <a:pt x="110529" y="21205"/>
                  </a:lnTo>
                  <a:lnTo>
                    <a:pt x="110529" y="21203"/>
                  </a:lnTo>
                  <a:cubicBezTo>
                    <a:pt x="112063" y="20329"/>
                    <a:pt x="113015" y="18438"/>
                    <a:pt x="113015" y="15742"/>
                  </a:cubicBezTo>
                  <a:cubicBezTo>
                    <a:pt x="113015" y="10369"/>
                    <a:pt x="109242" y="3837"/>
                    <a:pt x="104588" y="1149"/>
                  </a:cubicBezTo>
                  <a:cubicBezTo>
                    <a:pt x="103237" y="369"/>
                    <a:pt x="101961" y="0"/>
                    <a:pt x="100829" y="0"/>
                  </a:cubicBez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36"/>
            <p:cNvSpPr/>
            <p:nvPr/>
          </p:nvSpPr>
          <p:spPr>
            <a:xfrm>
              <a:off x="2017225" y="3298175"/>
              <a:ext cx="477275" cy="601375"/>
            </a:xfrm>
            <a:custGeom>
              <a:avLst/>
              <a:gdLst/>
              <a:ahLst/>
              <a:cxnLst/>
              <a:rect l="l" t="t" r="r" b="b"/>
              <a:pathLst>
                <a:path w="19091" h="24055" extrusionOk="0">
                  <a:moveTo>
                    <a:pt x="6903" y="1"/>
                  </a:moveTo>
                  <a:cubicBezTo>
                    <a:pt x="6098" y="1"/>
                    <a:pt x="5368" y="186"/>
                    <a:pt x="4737" y="539"/>
                  </a:cubicBezTo>
                  <a:lnTo>
                    <a:pt x="0" y="3251"/>
                  </a:lnTo>
                  <a:cubicBezTo>
                    <a:pt x="559" y="2999"/>
                    <a:pt x="1194" y="2861"/>
                    <a:pt x="1878" y="2861"/>
                  </a:cubicBezTo>
                  <a:cubicBezTo>
                    <a:pt x="2209" y="2861"/>
                    <a:pt x="2552" y="2894"/>
                    <a:pt x="2904" y="2961"/>
                  </a:cubicBezTo>
                  <a:cubicBezTo>
                    <a:pt x="3775" y="3106"/>
                    <a:pt x="4687" y="3459"/>
                    <a:pt x="5662" y="4019"/>
                  </a:cubicBezTo>
                  <a:cubicBezTo>
                    <a:pt x="6305" y="4372"/>
                    <a:pt x="6906" y="4809"/>
                    <a:pt x="7508" y="5305"/>
                  </a:cubicBezTo>
                  <a:cubicBezTo>
                    <a:pt x="10682" y="7960"/>
                    <a:pt x="13190" y="12315"/>
                    <a:pt x="13896" y="16400"/>
                  </a:cubicBezTo>
                  <a:cubicBezTo>
                    <a:pt x="14019" y="17126"/>
                    <a:pt x="14080" y="17862"/>
                    <a:pt x="14082" y="18599"/>
                  </a:cubicBezTo>
                  <a:cubicBezTo>
                    <a:pt x="14082" y="19822"/>
                    <a:pt x="13876" y="20901"/>
                    <a:pt x="13523" y="21772"/>
                  </a:cubicBezTo>
                  <a:cubicBezTo>
                    <a:pt x="13107" y="22788"/>
                    <a:pt x="12444" y="23577"/>
                    <a:pt x="11634" y="24055"/>
                  </a:cubicBezTo>
                  <a:lnTo>
                    <a:pt x="16269" y="21384"/>
                  </a:lnTo>
                  <a:lnTo>
                    <a:pt x="16622" y="21199"/>
                  </a:lnTo>
                  <a:cubicBezTo>
                    <a:pt x="18156" y="20328"/>
                    <a:pt x="19090" y="18441"/>
                    <a:pt x="19090" y="15745"/>
                  </a:cubicBezTo>
                  <a:cubicBezTo>
                    <a:pt x="19090" y="10370"/>
                    <a:pt x="15337" y="3837"/>
                    <a:pt x="10670" y="1141"/>
                  </a:cubicBezTo>
                  <a:cubicBezTo>
                    <a:pt x="9314" y="366"/>
                    <a:pt x="8035" y="1"/>
                    <a:pt x="6903" y="1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3"/>
          <p:cNvSpPr txBox="1">
            <a:spLocks noGrp="1"/>
          </p:cNvSpPr>
          <p:nvPr>
            <p:ph type="ctrTitle" idx="2"/>
          </p:nvPr>
        </p:nvSpPr>
        <p:spPr>
          <a:xfrm flipH="1">
            <a:off x="5685430" y="3165962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/>
              <a:t>Scrum Master</a:t>
            </a:r>
            <a:endParaRPr sz="1600" dirty="0"/>
          </a:p>
        </p:txBody>
      </p:sp>
      <p:sp>
        <p:nvSpPr>
          <p:cNvPr id="475" name="Google Shape;475;p33"/>
          <p:cNvSpPr txBox="1">
            <a:spLocks noGrp="1"/>
          </p:cNvSpPr>
          <p:nvPr>
            <p:ph type="ctrTitle" idx="4"/>
          </p:nvPr>
        </p:nvSpPr>
        <p:spPr>
          <a:xfrm flipH="1">
            <a:off x="1973115" y="3165962"/>
            <a:ext cx="1560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/>
              <a:t>Product Owner</a:t>
            </a:r>
            <a:endParaRPr sz="1600" dirty="0"/>
          </a:p>
        </p:txBody>
      </p:sp>
      <p:sp>
        <p:nvSpPr>
          <p:cNvPr id="477" name="Google Shape;477;p33"/>
          <p:cNvSpPr/>
          <p:nvPr/>
        </p:nvSpPr>
        <p:spPr>
          <a:xfrm>
            <a:off x="2246016" y="2009177"/>
            <a:ext cx="1014900" cy="1014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33"/>
          <p:cNvSpPr/>
          <p:nvPr/>
        </p:nvSpPr>
        <p:spPr>
          <a:xfrm>
            <a:off x="5958281" y="2009127"/>
            <a:ext cx="1014900" cy="1014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320;p29">
            <a:extLst>
              <a:ext uri="{FF2B5EF4-FFF2-40B4-BE49-F238E27FC236}">
                <a16:creationId xmlns:a16="http://schemas.microsoft.com/office/drawing/2014/main" id="{CEBDC38C-3B8B-4BAC-ACBE-06D87F06DE21}"/>
              </a:ext>
            </a:extLst>
          </p:cNvPr>
          <p:cNvSpPr txBox="1">
            <a:spLocks/>
          </p:cNvSpPr>
          <p:nvPr/>
        </p:nvSpPr>
        <p:spPr>
          <a:xfrm>
            <a:off x="311700" y="34138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200" b="0" i="0" u="none" strike="noStrike" cap="none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pPr algn="l"/>
            <a:r>
              <a:rPr lang="en-GB" sz="3600" dirty="0">
                <a:solidFill>
                  <a:srgbClr val="96C7FE"/>
                </a:solidFill>
              </a:rPr>
              <a:t>END USER</a:t>
            </a:r>
          </a:p>
        </p:txBody>
      </p:sp>
      <p:sp>
        <p:nvSpPr>
          <p:cNvPr id="161" name="Google Shape;473;p33">
            <a:extLst>
              <a:ext uri="{FF2B5EF4-FFF2-40B4-BE49-F238E27FC236}">
                <a16:creationId xmlns:a16="http://schemas.microsoft.com/office/drawing/2014/main" id="{7119D1C0-7DE6-4365-940A-353071BFEB8D}"/>
              </a:ext>
            </a:extLst>
          </p:cNvPr>
          <p:cNvSpPr txBox="1">
            <a:spLocks/>
          </p:cNvSpPr>
          <p:nvPr/>
        </p:nvSpPr>
        <p:spPr>
          <a:xfrm flipH="1">
            <a:off x="3837645" y="3165962"/>
            <a:ext cx="15606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200" b="0" i="0" u="none" strike="noStrike" cap="none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r>
              <a:rPr lang="en-GB" sz="1600" dirty="0" err="1"/>
              <a:t>Dosen</a:t>
            </a:r>
            <a:endParaRPr lang="en-GB" sz="1600" dirty="0"/>
          </a:p>
        </p:txBody>
      </p:sp>
      <p:sp>
        <p:nvSpPr>
          <p:cNvPr id="163" name="Google Shape;478;p33">
            <a:extLst>
              <a:ext uri="{FF2B5EF4-FFF2-40B4-BE49-F238E27FC236}">
                <a16:creationId xmlns:a16="http://schemas.microsoft.com/office/drawing/2014/main" id="{5C041480-8B8F-485E-9D66-C29E4957A582}"/>
              </a:ext>
            </a:extLst>
          </p:cNvPr>
          <p:cNvSpPr/>
          <p:nvPr/>
        </p:nvSpPr>
        <p:spPr>
          <a:xfrm>
            <a:off x="4110496" y="2009127"/>
            <a:ext cx="1014900" cy="1014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448F2A4-B27C-453C-BF18-93DC09270C1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462455" y="2229281"/>
            <a:ext cx="578919" cy="578919"/>
          </a:xfrm>
          <a:prstGeom prst="rect">
            <a:avLst/>
          </a:prstGeom>
        </p:spPr>
      </p:pic>
      <p:pic>
        <p:nvPicPr>
          <p:cNvPr id="458" name="Picture 457">
            <a:extLst>
              <a:ext uri="{FF2B5EF4-FFF2-40B4-BE49-F238E27FC236}">
                <a16:creationId xmlns:a16="http://schemas.microsoft.com/office/drawing/2014/main" id="{A6496EC2-A791-4458-9E63-B34C55B16F3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328485" y="2229281"/>
            <a:ext cx="578919" cy="578919"/>
          </a:xfrm>
          <a:prstGeom prst="rect">
            <a:avLst/>
          </a:prstGeom>
        </p:spPr>
      </p:pic>
      <p:pic>
        <p:nvPicPr>
          <p:cNvPr id="459" name="Picture 458">
            <a:extLst>
              <a:ext uri="{FF2B5EF4-FFF2-40B4-BE49-F238E27FC236}">
                <a16:creationId xmlns:a16="http://schemas.microsoft.com/office/drawing/2014/main" id="{C41A4180-E22D-46B2-997B-33EDA2AF444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176270" y="2229281"/>
            <a:ext cx="578919" cy="57891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036AF76-6755-4CBA-8E6A-930768E2F2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0214" y="-19050"/>
            <a:ext cx="703510" cy="77275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320;p29">
            <a:extLst>
              <a:ext uri="{FF2B5EF4-FFF2-40B4-BE49-F238E27FC236}">
                <a16:creationId xmlns:a16="http://schemas.microsoft.com/office/drawing/2014/main" id="{CEBDC38C-3B8B-4BAC-ACBE-06D87F06DE21}"/>
              </a:ext>
            </a:extLst>
          </p:cNvPr>
          <p:cNvSpPr txBox="1">
            <a:spLocks/>
          </p:cNvSpPr>
          <p:nvPr/>
        </p:nvSpPr>
        <p:spPr>
          <a:xfrm>
            <a:off x="311700" y="34138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200" b="0" i="0" u="none" strike="noStrike" cap="none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pPr algn="l"/>
            <a:r>
              <a:rPr lang="en-GB" sz="3600" dirty="0">
                <a:solidFill>
                  <a:srgbClr val="96C7FE"/>
                </a:solidFill>
              </a:rPr>
              <a:t>KEBUTUHAN SISTEM</a:t>
            </a:r>
          </a:p>
        </p:txBody>
      </p:sp>
      <p:sp>
        <p:nvSpPr>
          <p:cNvPr id="20" name="Google Shape;941;p39">
            <a:extLst>
              <a:ext uri="{FF2B5EF4-FFF2-40B4-BE49-F238E27FC236}">
                <a16:creationId xmlns:a16="http://schemas.microsoft.com/office/drawing/2014/main" id="{ABDC6BBC-C1EA-4961-A8F0-8C1860891664}"/>
              </a:ext>
            </a:extLst>
          </p:cNvPr>
          <p:cNvSpPr/>
          <p:nvPr/>
        </p:nvSpPr>
        <p:spPr>
          <a:xfrm rot="5400000">
            <a:off x="2292513" y="-901403"/>
            <a:ext cx="3249718" cy="7834745"/>
          </a:xfrm>
          <a:prstGeom prst="round2SameRect">
            <a:avLst>
              <a:gd name="adj1" fmla="val 47321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943;p39">
            <a:extLst>
              <a:ext uri="{FF2B5EF4-FFF2-40B4-BE49-F238E27FC236}">
                <a16:creationId xmlns:a16="http://schemas.microsoft.com/office/drawing/2014/main" id="{F053FB1E-2B5A-4EA2-AB61-28DD3D37F42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 flipH="1">
            <a:off x="91439" y="3567918"/>
            <a:ext cx="3820885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US" sz="1200" dirty="0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	</a:t>
            </a:r>
            <a:r>
              <a:rPr lang="id-ID" sz="1200" dirty="0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memungkinkan </a:t>
            </a:r>
            <a:r>
              <a:rPr lang="en-US" sz="1200" i="1" dirty="0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end-user</a:t>
            </a:r>
            <a:r>
              <a:rPr lang="id-ID" sz="1200" dirty="0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 untuk mengelola </a:t>
            </a:r>
            <a:r>
              <a:rPr lang="en-US" sz="1200" dirty="0" err="1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tim</a:t>
            </a:r>
            <a:r>
              <a:rPr lang="id-ID" sz="1200" dirty="0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 seperti </a:t>
            </a:r>
            <a:r>
              <a:rPr lang="en-US" sz="1200" dirty="0" err="1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melihat</a:t>
            </a:r>
            <a:r>
              <a:rPr lang="en-US" sz="1200" dirty="0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 daftar </a:t>
            </a:r>
            <a:r>
              <a:rPr lang="en-US" sz="1200" dirty="0" err="1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tim</a:t>
            </a:r>
            <a:r>
              <a:rPr lang="id-ID" sz="1200" dirty="0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, dan </a:t>
            </a:r>
            <a:r>
              <a:rPr lang="en-US" sz="1200" dirty="0" err="1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melihat</a:t>
            </a:r>
            <a:r>
              <a:rPr lang="id-ID" sz="1200" dirty="0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 </a:t>
            </a:r>
            <a:r>
              <a:rPr lang="en-US" sz="1200" i="1" dirty="0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detail</a:t>
            </a:r>
            <a:r>
              <a:rPr lang="en-US" sz="1200" dirty="0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tim.</a:t>
            </a:r>
            <a:endParaRPr lang="en-ID" sz="1200" i="1" dirty="0">
              <a:solidFill>
                <a:srgbClr val="324788"/>
              </a:solidFill>
              <a:latin typeface="Raleway Light" panose="020B0604020202020204" charset="0"/>
            </a:endParaRPr>
          </a:p>
        </p:txBody>
      </p:sp>
      <p:sp>
        <p:nvSpPr>
          <p:cNvPr id="22" name="Google Shape;944;p39">
            <a:extLst>
              <a:ext uri="{FF2B5EF4-FFF2-40B4-BE49-F238E27FC236}">
                <a16:creationId xmlns:a16="http://schemas.microsoft.com/office/drawing/2014/main" id="{D44E3CB3-C0FC-4413-AC03-785BA6A45A8B}"/>
              </a:ext>
            </a:extLst>
          </p:cNvPr>
          <p:cNvSpPr txBox="1">
            <a:spLocks/>
          </p:cNvSpPr>
          <p:nvPr/>
        </p:nvSpPr>
        <p:spPr>
          <a:xfrm flipH="1">
            <a:off x="4110566" y="2832488"/>
            <a:ext cx="3992459" cy="8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Light"/>
              <a:buNone/>
              <a:defRPr sz="1400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Light"/>
              <a:buNone/>
              <a:defRPr sz="1200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Light"/>
              <a:buNone/>
              <a:defRPr sz="1200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Light"/>
              <a:buNone/>
              <a:defRPr sz="1200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Light"/>
              <a:buNone/>
              <a:defRPr sz="1200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Light"/>
              <a:buNone/>
              <a:defRPr sz="1200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Light"/>
              <a:buNone/>
              <a:defRPr sz="1200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Light"/>
              <a:buNone/>
              <a:defRPr sz="1200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 Light"/>
              <a:buNone/>
              <a:defRPr sz="1200" b="0" i="0" u="none" strike="noStrike" cap="none">
                <a:solidFill>
                  <a:schemeClr val="dk1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>
            <a:pPr algn="l"/>
            <a:r>
              <a:rPr lang="en-US" sz="1200" dirty="0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	</a:t>
            </a:r>
            <a:r>
              <a:rPr lang="id-ID" sz="1200" dirty="0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memungkinkan </a:t>
            </a:r>
            <a:r>
              <a:rPr lang="en-US" sz="1200" i="1" dirty="0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end-user</a:t>
            </a:r>
            <a:r>
              <a:rPr lang="id-ID" sz="1200" dirty="0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 untuk </a:t>
            </a:r>
            <a:r>
              <a:rPr lang="en-US" sz="1200" dirty="0" err="1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melihat</a:t>
            </a:r>
            <a:r>
              <a:rPr lang="id-ID" sz="1200" dirty="0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informasi</a:t>
            </a:r>
            <a:r>
              <a:rPr lang="en-US" sz="1200" dirty="0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 </a:t>
            </a:r>
            <a:r>
              <a:rPr lang="en-US" sz="1200" i="1" dirty="0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project, </a:t>
            </a:r>
            <a:r>
              <a:rPr lang="en-US" sz="1200" dirty="0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dan </a:t>
            </a:r>
            <a:r>
              <a:rPr lang="en-US" sz="1200" dirty="0" err="1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melakukan</a:t>
            </a:r>
            <a:r>
              <a:rPr lang="en-US" sz="1200" dirty="0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operasi</a:t>
            </a:r>
            <a:endParaRPr lang="en-US" sz="1200" dirty="0">
              <a:solidFill>
                <a:srgbClr val="324788"/>
              </a:solidFill>
              <a:latin typeface="Raleway Light" panose="020B0604020202020204" charset="0"/>
              <a:ea typeface="AR PL UMing HK"/>
              <a:cs typeface="Calibri" panose="020F0502020204030204" pitchFamily="34" charset="0"/>
            </a:endParaRPr>
          </a:p>
          <a:p>
            <a:pPr algn="l"/>
            <a:r>
              <a:rPr lang="en-US" sz="1200" dirty="0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	CRUD pada </a:t>
            </a:r>
            <a:r>
              <a:rPr lang="en-US" sz="1200" i="1" dirty="0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sprint</a:t>
            </a:r>
            <a:r>
              <a:rPr lang="en-US" sz="1200" dirty="0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.</a:t>
            </a:r>
            <a:endParaRPr lang="en-ID" sz="1200" i="1" dirty="0">
              <a:solidFill>
                <a:srgbClr val="324788"/>
              </a:solidFill>
              <a:latin typeface="Raleway Light" panose="020B0604020202020204" charset="0"/>
            </a:endParaRPr>
          </a:p>
        </p:txBody>
      </p:sp>
      <p:sp>
        <p:nvSpPr>
          <p:cNvPr id="23" name="Google Shape;945;p39">
            <a:extLst>
              <a:ext uri="{FF2B5EF4-FFF2-40B4-BE49-F238E27FC236}">
                <a16:creationId xmlns:a16="http://schemas.microsoft.com/office/drawing/2014/main" id="{FE1685E3-3147-4062-A91C-E9B96FB9A99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 flipH="1">
            <a:off x="-589593" y="3130088"/>
            <a:ext cx="3992461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02 - Team management</a:t>
            </a:r>
            <a:endParaRPr dirty="0"/>
          </a:p>
        </p:txBody>
      </p:sp>
      <p:sp>
        <p:nvSpPr>
          <p:cNvPr id="24" name="Google Shape;948;p39">
            <a:extLst>
              <a:ext uri="{FF2B5EF4-FFF2-40B4-BE49-F238E27FC236}">
                <a16:creationId xmlns:a16="http://schemas.microsoft.com/office/drawing/2014/main" id="{EFBD83AF-53F1-4CF6-8E7A-56B518BD9378}"/>
              </a:ext>
            </a:extLst>
          </p:cNvPr>
          <p:cNvSpPr txBox="1">
            <a:spLocks/>
          </p:cNvSpPr>
          <p:nvPr/>
        </p:nvSpPr>
        <p:spPr>
          <a:xfrm flipH="1">
            <a:off x="3613777" y="2414742"/>
            <a:ext cx="3992461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200" b="0" i="0" u="none" strike="noStrike" cap="none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pPr algn="r"/>
            <a:r>
              <a:rPr lang="en-GB" dirty="0"/>
              <a:t>03 – Project management</a:t>
            </a:r>
          </a:p>
        </p:txBody>
      </p:sp>
      <p:sp>
        <p:nvSpPr>
          <p:cNvPr id="25" name="Google Shape;949;p39">
            <a:extLst>
              <a:ext uri="{FF2B5EF4-FFF2-40B4-BE49-F238E27FC236}">
                <a16:creationId xmlns:a16="http://schemas.microsoft.com/office/drawing/2014/main" id="{3066B9BB-2D64-4FF6-8CC5-BAA89E78708E}"/>
              </a:ext>
            </a:extLst>
          </p:cNvPr>
          <p:cNvSpPr txBox="1">
            <a:spLocks/>
          </p:cNvSpPr>
          <p:nvPr/>
        </p:nvSpPr>
        <p:spPr>
          <a:xfrm flipH="1">
            <a:off x="-589593" y="1542367"/>
            <a:ext cx="3848775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3600" b="0" i="0" u="none" strike="noStrike" cap="none">
                <a:solidFill>
                  <a:schemeClr val="accen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3600" b="0" i="0" u="none" strike="noStrike" cap="none">
                <a:solidFill>
                  <a:schemeClr val="accen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3600" b="0" i="0" u="none" strike="noStrike" cap="none">
                <a:solidFill>
                  <a:schemeClr val="accen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3600" b="0" i="0" u="none" strike="noStrike" cap="none">
                <a:solidFill>
                  <a:schemeClr val="accen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3600" b="0" i="0" u="none" strike="noStrike" cap="none">
                <a:solidFill>
                  <a:schemeClr val="accen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3600" b="0" i="0" u="none" strike="noStrike" cap="none">
                <a:solidFill>
                  <a:schemeClr val="accen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3600" b="0" i="0" u="none" strike="noStrike" cap="none">
                <a:solidFill>
                  <a:schemeClr val="accen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3600" b="0" i="0" u="none" strike="noStrike" cap="none">
                <a:solidFill>
                  <a:schemeClr val="accen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3600" b="0" i="0" u="none" strike="noStrike" cap="none">
                <a:solidFill>
                  <a:schemeClr val="accent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r>
              <a:rPr lang="en-GB" sz="2200" dirty="0">
                <a:solidFill>
                  <a:srgbClr val="324788"/>
                </a:solidFill>
              </a:rPr>
              <a:t>01 – User management</a:t>
            </a:r>
          </a:p>
        </p:txBody>
      </p:sp>
      <p:sp>
        <p:nvSpPr>
          <p:cNvPr id="26" name="Google Shape;950;p39">
            <a:extLst>
              <a:ext uri="{FF2B5EF4-FFF2-40B4-BE49-F238E27FC236}">
                <a16:creationId xmlns:a16="http://schemas.microsoft.com/office/drawing/2014/main" id="{A2B0BA34-FEAD-457E-80F3-C9531EC84468}"/>
              </a:ext>
            </a:extLst>
          </p:cNvPr>
          <p:cNvSpPr txBox="1">
            <a:spLocks/>
          </p:cNvSpPr>
          <p:nvPr/>
        </p:nvSpPr>
        <p:spPr>
          <a:xfrm flipH="1">
            <a:off x="566153" y="1958464"/>
            <a:ext cx="3460868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id-ID" sz="1200" dirty="0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memungkinkan </a:t>
            </a:r>
            <a:r>
              <a:rPr lang="en-US" sz="1200" i="1" dirty="0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end-user</a:t>
            </a:r>
            <a:r>
              <a:rPr lang="id-ID" sz="1200" dirty="0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 untuk mengelola </a:t>
            </a:r>
            <a:r>
              <a:rPr lang="id-ID" sz="1200" i="1" dirty="0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user</a:t>
            </a:r>
            <a:r>
              <a:rPr lang="id-ID" sz="1200" dirty="0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 seperti </a:t>
            </a:r>
            <a:r>
              <a:rPr lang="en-US" sz="1200" dirty="0" err="1">
                <a:solidFill>
                  <a:srgbClr val="324788"/>
                </a:solidFill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melihat</a:t>
            </a:r>
            <a:r>
              <a:rPr lang="en-US" sz="1200" dirty="0">
                <a:solidFill>
                  <a:srgbClr val="324788"/>
                </a:solidFill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 </a:t>
            </a:r>
            <a:r>
              <a:rPr lang="en-US" sz="1200" i="1" dirty="0">
                <a:solidFill>
                  <a:srgbClr val="324788"/>
                </a:solidFill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profile </a:t>
            </a:r>
            <a:r>
              <a:rPr lang="en-US" sz="1200" dirty="0">
                <a:solidFill>
                  <a:srgbClr val="324788"/>
                </a:solidFill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dan</a:t>
            </a:r>
            <a:r>
              <a:rPr lang="id-ID" sz="1200" dirty="0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melihat</a:t>
            </a:r>
            <a:r>
              <a:rPr lang="en-US" sz="1200" dirty="0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 </a:t>
            </a:r>
            <a:r>
              <a:rPr lang="en-US" sz="1200" i="1" dirty="0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user</a:t>
            </a:r>
            <a:r>
              <a:rPr lang="en-US" sz="1200" dirty="0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mahasiswa</a:t>
            </a:r>
            <a:r>
              <a:rPr lang="en-US" sz="1200" dirty="0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.</a:t>
            </a:r>
            <a:endParaRPr lang="en-ID" sz="1200" i="1" dirty="0">
              <a:solidFill>
                <a:srgbClr val="324788"/>
              </a:solidFill>
              <a:latin typeface="Raleway Light" panose="020B060402020202020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403BB2B-2596-4691-B458-860B12192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14" y="-19050"/>
            <a:ext cx="703510" cy="772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7939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40"/>
          <p:cNvSpPr/>
          <p:nvPr/>
        </p:nvSpPr>
        <p:spPr>
          <a:xfrm>
            <a:off x="865550" y="-1134700"/>
            <a:ext cx="7413000" cy="7413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5" name="Google Shape;1005;p40"/>
          <p:cNvSpPr txBox="1">
            <a:spLocks noGrp="1"/>
          </p:cNvSpPr>
          <p:nvPr>
            <p:ph type="ctrTitle"/>
          </p:nvPr>
        </p:nvSpPr>
        <p:spPr>
          <a:xfrm>
            <a:off x="2830982" y="2347819"/>
            <a:ext cx="4660318" cy="45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dirty="0"/>
              <a:t>PERANCANGAN SISTEM</a:t>
            </a:r>
            <a:endParaRPr dirty="0"/>
          </a:p>
        </p:txBody>
      </p:sp>
      <p:sp>
        <p:nvSpPr>
          <p:cNvPr id="1007" name="Google Shape;1007;p40"/>
          <p:cNvSpPr txBox="1">
            <a:spLocks noGrp="1"/>
          </p:cNvSpPr>
          <p:nvPr>
            <p:ph type="title" idx="2"/>
          </p:nvPr>
        </p:nvSpPr>
        <p:spPr>
          <a:xfrm>
            <a:off x="5250600" y="2991765"/>
            <a:ext cx="22407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lt1"/>
                </a:solidFill>
              </a:rPr>
              <a:t>06</a:t>
            </a:r>
            <a:endParaRPr dirty="0">
              <a:solidFill>
                <a:schemeClr val="lt1"/>
              </a:solidFill>
            </a:endParaRPr>
          </a:p>
        </p:txBody>
      </p:sp>
      <p:grpSp>
        <p:nvGrpSpPr>
          <p:cNvPr id="1008" name="Google Shape;1008;p40"/>
          <p:cNvGrpSpPr/>
          <p:nvPr/>
        </p:nvGrpSpPr>
        <p:grpSpPr>
          <a:xfrm>
            <a:off x="865539" y="673518"/>
            <a:ext cx="2627434" cy="3929979"/>
            <a:chOff x="2641525" y="539700"/>
            <a:chExt cx="796675" cy="1191625"/>
          </a:xfrm>
        </p:grpSpPr>
        <p:sp>
          <p:nvSpPr>
            <p:cNvPr id="1009" name="Google Shape;1009;p40"/>
            <p:cNvSpPr/>
            <p:nvPr/>
          </p:nvSpPr>
          <p:spPr>
            <a:xfrm>
              <a:off x="2641525" y="1272700"/>
              <a:ext cx="796675" cy="458625"/>
            </a:xfrm>
            <a:custGeom>
              <a:avLst/>
              <a:gdLst/>
              <a:ahLst/>
              <a:cxnLst/>
              <a:rect l="l" t="t" r="r" b="b"/>
              <a:pathLst>
                <a:path w="31867" h="18345" extrusionOk="0">
                  <a:moveTo>
                    <a:pt x="18040" y="0"/>
                  </a:moveTo>
                  <a:cubicBezTo>
                    <a:pt x="17920" y="0"/>
                    <a:pt x="17800" y="26"/>
                    <a:pt x="17708" y="79"/>
                  </a:cubicBezTo>
                  <a:lnTo>
                    <a:pt x="182" y="10196"/>
                  </a:lnTo>
                  <a:cubicBezTo>
                    <a:pt x="0" y="10303"/>
                    <a:pt x="0" y="10474"/>
                    <a:pt x="182" y="10579"/>
                  </a:cubicBezTo>
                  <a:lnTo>
                    <a:pt x="13496" y="18266"/>
                  </a:lnTo>
                  <a:cubicBezTo>
                    <a:pt x="13588" y="18319"/>
                    <a:pt x="13708" y="18345"/>
                    <a:pt x="13827" y="18345"/>
                  </a:cubicBezTo>
                  <a:cubicBezTo>
                    <a:pt x="13947" y="18345"/>
                    <a:pt x="14067" y="18319"/>
                    <a:pt x="14159" y="18266"/>
                  </a:cubicBezTo>
                  <a:lnTo>
                    <a:pt x="31685" y="8149"/>
                  </a:lnTo>
                  <a:cubicBezTo>
                    <a:pt x="31867" y="8043"/>
                    <a:pt x="31867" y="7871"/>
                    <a:pt x="31685" y="7766"/>
                  </a:cubicBezTo>
                  <a:lnTo>
                    <a:pt x="18371" y="79"/>
                  </a:lnTo>
                  <a:cubicBezTo>
                    <a:pt x="18280" y="26"/>
                    <a:pt x="18160" y="0"/>
                    <a:pt x="18040" y="0"/>
                  </a:cubicBezTo>
                  <a:close/>
                </a:path>
              </a:pathLst>
            </a:custGeom>
            <a:solidFill>
              <a:srgbClr val="C1CF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40"/>
            <p:cNvSpPr/>
            <p:nvPr/>
          </p:nvSpPr>
          <p:spPr>
            <a:xfrm>
              <a:off x="2986425" y="1435375"/>
              <a:ext cx="433475" cy="270850"/>
            </a:xfrm>
            <a:custGeom>
              <a:avLst/>
              <a:gdLst/>
              <a:ahLst/>
              <a:cxnLst/>
              <a:rect l="l" t="t" r="r" b="b"/>
              <a:pathLst>
                <a:path w="17339" h="10834" extrusionOk="0">
                  <a:moveTo>
                    <a:pt x="17338" y="1"/>
                  </a:moveTo>
                  <a:cubicBezTo>
                    <a:pt x="17338" y="251"/>
                    <a:pt x="17081" y="401"/>
                    <a:pt x="16964" y="469"/>
                  </a:cubicBezTo>
                  <a:lnTo>
                    <a:pt x="1403" y="9455"/>
                  </a:lnTo>
                  <a:cubicBezTo>
                    <a:pt x="1403" y="9456"/>
                    <a:pt x="747" y="9833"/>
                    <a:pt x="747" y="9833"/>
                  </a:cubicBezTo>
                  <a:cubicBezTo>
                    <a:pt x="540" y="9953"/>
                    <a:pt x="271" y="10013"/>
                    <a:pt x="1" y="10013"/>
                  </a:cubicBezTo>
                  <a:lnTo>
                    <a:pt x="1" y="10834"/>
                  </a:lnTo>
                  <a:cubicBezTo>
                    <a:pt x="6" y="10834"/>
                    <a:pt x="11" y="10834"/>
                    <a:pt x="16" y="10834"/>
                  </a:cubicBezTo>
                  <a:cubicBezTo>
                    <a:pt x="264" y="10834"/>
                    <a:pt x="511" y="10777"/>
                    <a:pt x="702" y="10667"/>
                  </a:cubicBezTo>
                  <a:cubicBezTo>
                    <a:pt x="798" y="10612"/>
                    <a:pt x="890" y="10559"/>
                    <a:pt x="974" y="10510"/>
                  </a:cubicBezTo>
                  <a:lnTo>
                    <a:pt x="1094" y="10440"/>
                  </a:lnTo>
                  <a:cubicBezTo>
                    <a:pt x="1149" y="10410"/>
                    <a:pt x="1199" y="10380"/>
                    <a:pt x="1242" y="10356"/>
                  </a:cubicBezTo>
                  <a:cubicBezTo>
                    <a:pt x="1264" y="10343"/>
                    <a:pt x="1283" y="10332"/>
                    <a:pt x="1301" y="10322"/>
                  </a:cubicBezTo>
                  <a:cubicBezTo>
                    <a:pt x="1318" y="10311"/>
                    <a:pt x="1334" y="10303"/>
                    <a:pt x="1347" y="10294"/>
                  </a:cubicBezTo>
                  <a:cubicBezTo>
                    <a:pt x="1364" y="10284"/>
                    <a:pt x="1378" y="10276"/>
                    <a:pt x="1389" y="10271"/>
                  </a:cubicBezTo>
                  <a:lnTo>
                    <a:pt x="1403" y="10263"/>
                  </a:lnTo>
                  <a:lnTo>
                    <a:pt x="16964" y="1279"/>
                  </a:lnTo>
                  <a:cubicBezTo>
                    <a:pt x="17171" y="1159"/>
                    <a:pt x="17338" y="882"/>
                    <a:pt x="17338" y="658"/>
                  </a:cubicBezTo>
                  <a:lnTo>
                    <a:pt x="17338" y="1"/>
                  </a:lnTo>
                  <a:close/>
                </a:path>
              </a:pathLst>
            </a:custGeom>
            <a:solidFill>
              <a:srgbClr val="BF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40"/>
            <p:cNvSpPr/>
            <p:nvPr/>
          </p:nvSpPr>
          <p:spPr>
            <a:xfrm>
              <a:off x="2666275" y="1242625"/>
              <a:ext cx="756175" cy="443100"/>
            </a:xfrm>
            <a:custGeom>
              <a:avLst/>
              <a:gdLst/>
              <a:ahLst/>
              <a:cxnLst/>
              <a:rect l="l" t="t" r="r" b="b"/>
              <a:pathLst>
                <a:path w="30247" h="17724" extrusionOk="0">
                  <a:moveTo>
                    <a:pt x="17506" y="0"/>
                  </a:moveTo>
                  <a:cubicBezTo>
                    <a:pt x="17237" y="0"/>
                    <a:pt x="16970" y="59"/>
                    <a:pt x="16765" y="175"/>
                  </a:cubicBezTo>
                  <a:lnTo>
                    <a:pt x="2547" y="8408"/>
                  </a:lnTo>
                  <a:lnTo>
                    <a:pt x="2547" y="9217"/>
                  </a:lnTo>
                  <a:lnTo>
                    <a:pt x="3" y="10270"/>
                  </a:lnTo>
                  <a:lnTo>
                    <a:pt x="1" y="10272"/>
                  </a:lnTo>
                  <a:cubicBezTo>
                    <a:pt x="2" y="10281"/>
                    <a:pt x="3" y="10289"/>
                    <a:pt x="7" y="10298"/>
                  </a:cubicBezTo>
                  <a:cubicBezTo>
                    <a:pt x="4" y="10304"/>
                    <a:pt x="6" y="10310"/>
                    <a:pt x="8" y="10315"/>
                  </a:cubicBezTo>
                  <a:cubicBezTo>
                    <a:pt x="12" y="10338"/>
                    <a:pt x="16" y="10359"/>
                    <a:pt x="22" y="10381"/>
                  </a:cubicBezTo>
                  <a:cubicBezTo>
                    <a:pt x="30" y="10406"/>
                    <a:pt x="39" y="10430"/>
                    <a:pt x="50" y="10455"/>
                  </a:cubicBezTo>
                  <a:cubicBezTo>
                    <a:pt x="61" y="10480"/>
                    <a:pt x="73" y="10504"/>
                    <a:pt x="86" y="10527"/>
                  </a:cubicBezTo>
                  <a:cubicBezTo>
                    <a:pt x="100" y="10551"/>
                    <a:pt x="115" y="10574"/>
                    <a:pt x="132" y="10595"/>
                  </a:cubicBezTo>
                  <a:cubicBezTo>
                    <a:pt x="144" y="10611"/>
                    <a:pt x="156" y="10627"/>
                    <a:pt x="170" y="10643"/>
                  </a:cubicBezTo>
                  <a:lnTo>
                    <a:pt x="200" y="10673"/>
                  </a:lnTo>
                  <a:cubicBezTo>
                    <a:pt x="215" y="10689"/>
                    <a:pt x="232" y="10703"/>
                    <a:pt x="249" y="10716"/>
                  </a:cubicBezTo>
                  <a:cubicBezTo>
                    <a:pt x="265" y="10728"/>
                    <a:pt x="282" y="10741"/>
                    <a:pt x="298" y="10750"/>
                  </a:cubicBezTo>
                  <a:lnTo>
                    <a:pt x="11404" y="17165"/>
                  </a:lnTo>
                  <a:lnTo>
                    <a:pt x="11406" y="17165"/>
                  </a:lnTo>
                  <a:lnTo>
                    <a:pt x="12060" y="17542"/>
                  </a:lnTo>
                  <a:cubicBezTo>
                    <a:pt x="12278" y="17664"/>
                    <a:pt x="12528" y="17723"/>
                    <a:pt x="12807" y="17723"/>
                  </a:cubicBezTo>
                  <a:cubicBezTo>
                    <a:pt x="13076" y="17723"/>
                    <a:pt x="13346" y="17663"/>
                    <a:pt x="13553" y="17543"/>
                  </a:cubicBezTo>
                  <a:lnTo>
                    <a:pt x="14207" y="17166"/>
                  </a:lnTo>
                  <a:lnTo>
                    <a:pt x="29834" y="8145"/>
                  </a:lnTo>
                  <a:cubicBezTo>
                    <a:pt x="30247" y="7906"/>
                    <a:pt x="30247" y="7519"/>
                    <a:pt x="29836" y="7279"/>
                  </a:cubicBezTo>
                  <a:lnTo>
                    <a:pt x="28144" y="6287"/>
                  </a:lnTo>
                  <a:lnTo>
                    <a:pt x="18258" y="181"/>
                  </a:lnTo>
                  <a:cubicBezTo>
                    <a:pt x="18051" y="60"/>
                    <a:pt x="17778" y="0"/>
                    <a:pt x="17506" y="0"/>
                  </a:cubicBezTo>
                  <a:close/>
                </a:path>
              </a:pathLst>
            </a:custGeom>
            <a:solidFill>
              <a:srgbClr val="AF2A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40"/>
            <p:cNvSpPr/>
            <p:nvPr/>
          </p:nvSpPr>
          <p:spPr>
            <a:xfrm>
              <a:off x="2677150" y="1366975"/>
              <a:ext cx="730700" cy="308400"/>
            </a:xfrm>
            <a:custGeom>
              <a:avLst/>
              <a:gdLst/>
              <a:ahLst/>
              <a:cxnLst/>
              <a:rect l="l" t="t" r="r" b="b"/>
              <a:pathLst>
                <a:path w="29228" h="12336" extrusionOk="0">
                  <a:moveTo>
                    <a:pt x="29228" y="0"/>
                  </a:moveTo>
                  <a:lnTo>
                    <a:pt x="12372" y="9762"/>
                  </a:lnTo>
                  <a:lnTo>
                    <a:pt x="0" y="2620"/>
                  </a:lnTo>
                  <a:lnTo>
                    <a:pt x="2" y="5327"/>
                  </a:lnTo>
                  <a:lnTo>
                    <a:pt x="11940" y="12220"/>
                  </a:lnTo>
                  <a:cubicBezTo>
                    <a:pt x="12073" y="12297"/>
                    <a:pt x="12222" y="12335"/>
                    <a:pt x="12371" y="12335"/>
                  </a:cubicBezTo>
                  <a:cubicBezTo>
                    <a:pt x="12520" y="12335"/>
                    <a:pt x="12669" y="12297"/>
                    <a:pt x="12802" y="12220"/>
                  </a:cubicBezTo>
                  <a:lnTo>
                    <a:pt x="29012" y="2861"/>
                  </a:lnTo>
                  <a:cubicBezTo>
                    <a:pt x="29146" y="2784"/>
                    <a:pt x="29228" y="2641"/>
                    <a:pt x="29228" y="2488"/>
                  </a:cubicBezTo>
                  <a:lnTo>
                    <a:pt x="2922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40"/>
            <p:cNvSpPr/>
            <p:nvPr/>
          </p:nvSpPr>
          <p:spPr>
            <a:xfrm>
              <a:off x="2986425" y="1366975"/>
              <a:ext cx="421475" cy="308400"/>
            </a:xfrm>
            <a:custGeom>
              <a:avLst/>
              <a:gdLst/>
              <a:ahLst/>
              <a:cxnLst/>
              <a:rect l="l" t="t" r="r" b="b"/>
              <a:pathLst>
                <a:path w="16859" h="12336" extrusionOk="0">
                  <a:moveTo>
                    <a:pt x="16858" y="0"/>
                  </a:moveTo>
                  <a:lnTo>
                    <a:pt x="1" y="9762"/>
                  </a:lnTo>
                  <a:lnTo>
                    <a:pt x="1" y="12335"/>
                  </a:lnTo>
                  <a:cubicBezTo>
                    <a:pt x="153" y="12335"/>
                    <a:pt x="301" y="12296"/>
                    <a:pt x="432" y="12220"/>
                  </a:cubicBezTo>
                  <a:lnTo>
                    <a:pt x="16642" y="2861"/>
                  </a:lnTo>
                  <a:cubicBezTo>
                    <a:pt x="16775" y="2785"/>
                    <a:pt x="16857" y="2643"/>
                    <a:pt x="16858" y="2488"/>
                  </a:cubicBezTo>
                  <a:lnTo>
                    <a:pt x="16858" y="0"/>
                  </a:lnTo>
                  <a:close/>
                </a:path>
              </a:pathLst>
            </a:custGeom>
            <a:solidFill>
              <a:srgbClr val="DAE6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40"/>
            <p:cNvSpPr/>
            <p:nvPr/>
          </p:nvSpPr>
          <p:spPr>
            <a:xfrm>
              <a:off x="2986425" y="1344375"/>
              <a:ext cx="433475" cy="270850"/>
            </a:xfrm>
            <a:custGeom>
              <a:avLst/>
              <a:gdLst/>
              <a:ahLst/>
              <a:cxnLst/>
              <a:rect l="l" t="t" r="r" b="b"/>
              <a:pathLst>
                <a:path w="17339" h="10834" extrusionOk="0">
                  <a:moveTo>
                    <a:pt x="17338" y="0"/>
                  </a:moveTo>
                  <a:cubicBezTo>
                    <a:pt x="17338" y="259"/>
                    <a:pt x="17074" y="405"/>
                    <a:pt x="16966" y="469"/>
                  </a:cubicBezTo>
                  <a:lnTo>
                    <a:pt x="12053" y="3306"/>
                  </a:lnTo>
                  <a:lnTo>
                    <a:pt x="1404" y="9453"/>
                  </a:lnTo>
                  <a:cubicBezTo>
                    <a:pt x="1401" y="9453"/>
                    <a:pt x="750" y="9829"/>
                    <a:pt x="750" y="9829"/>
                  </a:cubicBezTo>
                  <a:cubicBezTo>
                    <a:pt x="541" y="9950"/>
                    <a:pt x="272" y="10008"/>
                    <a:pt x="1" y="10008"/>
                  </a:cubicBezTo>
                  <a:lnTo>
                    <a:pt x="1" y="10833"/>
                  </a:lnTo>
                  <a:cubicBezTo>
                    <a:pt x="3" y="10833"/>
                    <a:pt x="6" y="10833"/>
                    <a:pt x="8" y="10833"/>
                  </a:cubicBezTo>
                  <a:cubicBezTo>
                    <a:pt x="259" y="10833"/>
                    <a:pt x="509" y="10777"/>
                    <a:pt x="703" y="10666"/>
                  </a:cubicBezTo>
                  <a:cubicBezTo>
                    <a:pt x="799" y="10610"/>
                    <a:pt x="891" y="10557"/>
                    <a:pt x="975" y="10509"/>
                  </a:cubicBezTo>
                  <a:lnTo>
                    <a:pt x="1094" y="10440"/>
                  </a:lnTo>
                  <a:cubicBezTo>
                    <a:pt x="1225" y="10365"/>
                    <a:pt x="1323" y="10309"/>
                    <a:pt x="1371" y="10280"/>
                  </a:cubicBezTo>
                  <a:lnTo>
                    <a:pt x="1399" y="10264"/>
                  </a:lnTo>
                  <a:cubicBezTo>
                    <a:pt x="1403" y="10263"/>
                    <a:pt x="12754" y="3710"/>
                    <a:pt x="12754" y="3710"/>
                  </a:cubicBezTo>
                  <a:lnTo>
                    <a:pt x="16964" y="1277"/>
                  </a:lnTo>
                  <a:cubicBezTo>
                    <a:pt x="17171" y="1159"/>
                    <a:pt x="17338" y="880"/>
                    <a:pt x="17338" y="657"/>
                  </a:cubicBezTo>
                  <a:lnTo>
                    <a:pt x="17338" y="0"/>
                  </a:lnTo>
                  <a:close/>
                </a:path>
              </a:pathLst>
            </a:custGeom>
            <a:solidFill>
              <a:srgbClr val="BF2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40"/>
            <p:cNvSpPr/>
            <p:nvPr/>
          </p:nvSpPr>
          <p:spPr>
            <a:xfrm>
              <a:off x="2653950" y="1161650"/>
              <a:ext cx="768475" cy="432950"/>
            </a:xfrm>
            <a:custGeom>
              <a:avLst/>
              <a:gdLst/>
              <a:ahLst/>
              <a:cxnLst/>
              <a:rect l="l" t="t" r="r" b="b"/>
              <a:pathLst>
                <a:path w="30739" h="17318" extrusionOk="0">
                  <a:moveTo>
                    <a:pt x="28" y="10141"/>
                  </a:moveTo>
                  <a:cubicBezTo>
                    <a:pt x="18" y="10145"/>
                    <a:pt x="8" y="10151"/>
                    <a:pt x="0" y="10157"/>
                  </a:cubicBezTo>
                  <a:lnTo>
                    <a:pt x="28" y="10141"/>
                  </a:lnTo>
                  <a:close/>
                  <a:moveTo>
                    <a:pt x="17997" y="1"/>
                  </a:moveTo>
                  <a:cubicBezTo>
                    <a:pt x="17729" y="1"/>
                    <a:pt x="17462" y="59"/>
                    <a:pt x="17257" y="177"/>
                  </a:cubicBezTo>
                  <a:lnTo>
                    <a:pt x="28" y="10141"/>
                  </a:lnTo>
                  <a:lnTo>
                    <a:pt x="28" y="10141"/>
                  </a:lnTo>
                  <a:cubicBezTo>
                    <a:pt x="31" y="10140"/>
                    <a:pt x="34" y="10139"/>
                    <a:pt x="38" y="10138"/>
                  </a:cubicBezTo>
                  <a:cubicBezTo>
                    <a:pt x="47" y="10132"/>
                    <a:pt x="58" y="10127"/>
                    <a:pt x="69" y="10126"/>
                  </a:cubicBezTo>
                  <a:cubicBezTo>
                    <a:pt x="79" y="10121"/>
                    <a:pt x="91" y="10117"/>
                    <a:pt x="102" y="10115"/>
                  </a:cubicBezTo>
                  <a:cubicBezTo>
                    <a:pt x="117" y="10110"/>
                    <a:pt x="133" y="10106"/>
                    <a:pt x="150" y="10105"/>
                  </a:cubicBezTo>
                  <a:cubicBezTo>
                    <a:pt x="167" y="10103"/>
                    <a:pt x="185" y="10101"/>
                    <a:pt x="202" y="10101"/>
                  </a:cubicBezTo>
                  <a:cubicBezTo>
                    <a:pt x="229" y="10101"/>
                    <a:pt x="256" y="10104"/>
                    <a:pt x="283" y="10109"/>
                  </a:cubicBezTo>
                  <a:cubicBezTo>
                    <a:pt x="310" y="10112"/>
                    <a:pt x="338" y="10118"/>
                    <a:pt x="366" y="10127"/>
                  </a:cubicBezTo>
                  <a:cubicBezTo>
                    <a:pt x="425" y="10147"/>
                    <a:pt x="483" y="10171"/>
                    <a:pt x="538" y="10203"/>
                  </a:cubicBezTo>
                  <a:lnTo>
                    <a:pt x="975" y="10455"/>
                  </a:lnTo>
                  <a:lnTo>
                    <a:pt x="3040" y="11646"/>
                  </a:lnTo>
                  <a:lnTo>
                    <a:pt x="11896" y="16762"/>
                  </a:lnTo>
                  <a:lnTo>
                    <a:pt x="11899" y="16762"/>
                  </a:lnTo>
                  <a:lnTo>
                    <a:pt x="12550" y="17137"/>
                  </a:lnTo>
                  <a:cubicBezTo>
                    <a:pt x="12772" y="17256"/>
                    <a:pt x="13019" y="17317"/>
                    <a:pt x="13271" y="17317"/>
                  </a:cubicBezTo>
                  <a:cubicBezTo>
                    <a:pt x="13280" y="17317"/>
                    <a:pt x="13290" y="17317"/>
                    <a:pt x="13300" y="17317"/>
                  </a:cubicBezTo>
                  <a:cubicBezTo>
                    <a:pt x="13569" y="17317"/>
                    <a:pt x="13839" y="17258"/>
                    <a:pt x="14046" y="17140"/>
                  </a:cubicBezTo>
                  <a:lnTo>
                    <a:pt x="14700" y="16762"/>
                  </a:lnTo>
                  <a:lnTo>
                    <a:pt x="28285" y="8920"/>
                  </a:lnTo>
                  <a:lnTo>
                    <a:pt x="30327" y="7741"/>
                  </a:lnTo>
                  <a:lnTo>
                    <a:pt x="30326" y="7741"/>
                  </a:lnTo>
                  <a:cubicBezTo>
                    <a:pt x="30739" y="7501"/>
                    <a:pt x="30739" y="7115"/>
                    <a:pt x="30329" y="6875"/>
                  </a:cubicBezTo>
                  <a:lnTo>
                    <a:pt x="18751" y="182"/>
                  </a:lnTo>
                  <a:cubicBezTo>
                    <a:pt x="18543" y="61"/>
                    <a:pt x="18270" y="1"/>
                    <a:pt x="17997" y="1"/>
                  </a:cubicBez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40"/>
            <p:cNvSpPr/>
            <p:nvPr/>
          </p:nvSpPr>
          <p:spPr>
            <a:xfrm>
              <a:off x="2824500" y="1276325"/>
              <a:ext cx="419600" cy="220750"/>
            </a:xfrm>
            <a:custGeom>
              <a:avLst/>
              <a:gdLst/>
              <a:ahLst/>
              <a:cxnLst/>
              <a:rect l="l" t="t" r="r" b="b"/>
              <a:pathLst>
                <a:path w="16784" h="8830" extrusionOk="0">
                  <a:moveTo>
                    <a:pt x="8392" y="0"/>
                  </a:moveTo>
                  <a:lnTo>
                    <a:pt x="8392" y="1"/>
                  </a:lnTo>
                  <a:cubicBezTo>
                    <a:pt x="6435" y="1"/>
                    <a:pt x="4479" y="432"/>
                    <a:pt x="2987" y="1294"/>
                  </a:cubicBezTo>
                  <a:cubicBezTo>
                    <a:pt x="0" y="3018"/>
                    <a:pt x="0" y="5813"/>
                    <a:pt x="2987" y="7536"/>
                  </a:cubicBezTo>
                  <a:cubicBezTo>
                    <a:pt x="4479" y="8397"/>
                    <a:pt x="6435" y="8829"/>
                    <a:pt x="8392" y="8829"/>
                  </a:cubicBezTo>
                  <a:cubicBezTo>
                    <a:pt x="10348" y="8829"/>
                    <a:pt x="12305" y="8397"/>
                    <a:pt x="13798" y="7536"/>
                  </a:cubicBezTo>
                  <a:cubicBezTo>
                    <a:pt x="16783" y="5813"/>
                    <a:pt x="16783" y="3017"/>
                    <a:pt x="13798" y="1294"/>
                  </a:cubicBezTo>
                  <a:cubicBezTo>
                    <a:pt x="12304" y="432"/>
                    <a:pt x="10348" y="0"/>
                    <a:pt x="8392" y="0"/>
                  </a:cubicBezTo>
                  <a:close/>
                </a:path>
              </a:pathLst>
            </a:custGeom>
            <a:solidFill>
              <a:srgbClr val="E05C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40"/>
            <p:cNvSpPr/>
            <p:nvPr/>
          </p:nvSpPr>
          <p:spPr>
            <a:xfrm>
              <a:off x="2648725" y="1414175"/>
              <a:ext cx="337725" cy="292075"/>
            </a:xfrm>
            <a:custGeom>
              <a:avLst/>
              <a:gdLst/>
              <a:ahLst/>
              <a:cxnLst/>
              <a:rect l="l" t="t" r="r" b="b"/>
              <a:pathLst>
                <a:path w="13509" h="11683" extrusionOk="0">
                  <a:moveTo>
                    <a:pt x="425" y="0"/>
                  </a:moveTo>
                  <a:cubicBezTo>
                    <a:pt x="420" y="0"/>
                    <a:pt x="415" y="0"/>
                    <a:pt x="411" y="0"/>
                  </a:cubicBezTo>
                  <a:cubicBezTo>
                    <a:pt x="394" y="0"/>
                    <a:pt x="376" y="2"/>
                    <a:pt x="359" y="4"/>
                  </a:cubicBezTo>
                  <a:cubicBezTo>
                    <a:pt x="342" y="5"/>
                    <a:pt x="326" y="9"/>
                    <a:pt x="311" y="14"/>
                  </a:cubicBezTo>
                  <a:cubicBezTo>
                    <a:pt x="300" y="15"/>
                    <a:pt x="288" y="19"/>
                    <a:pt x="278" y="25"/>
                  </a:cubicBezTo>
                  <a:cubicBezTo>
                    <a:pt x="267" y="27"/>
                    <a:pt x="256" y="31"/>
                    <a:pt x="247" y="37"/>
                  </a:cubicBezTo>
                  <a:cubicBezTo>
                    <a:pt x="242" y="38"/>
                    <a:pt x="238" y="40"/>
                    <a:pt x="233" y="42"/>
                  </a:cubicBezTo>
                  <a:lnTo>
                    <a:pt x="209" y="55"/>
                  </a:lnTo>
                  <a:lnTo>
                    <a:pt x="207" y="55"/>
                  </a:lnTo>
                  <a:cubicBezTo>
                    <a:pt x="79" y="138"/>
                    <a:pt x="0" y="302"/>
                    <a:pt x="0" y="533"/>
                  </a:cubicBezTo>
                  <a:lnTo>
                    <a:pt x="0" y="3258"/>
                  </a:lnTo>
                  <a:cubicBezTo>
                    <a:pt x="0" y="3735"/>
                    <a:pt x="335" y="4314"/>
                    <a:pt x="747" y="4553"/>
                  </a:cubicBezTo>
                  <a:lnTo>
                    <a:pt x="12105" y="11112"/>
                  </a:lnTo>
                  <a:lnTo>
                    <a:pt x="12120" y="11121"/>
                  </a:lnTo>
                  <a:cubicBezTo>
                    <a:pt x="12129" y="11126"/>
                    <a:pt x="12144" y="11133"/>
                    <a:pt x="12161" y="11142"/>
                  </a:cubicBezTo>
                  <a:cubicBezTo>
                    <a:pt x="12174" y="11151"/>
                    <a:pt x="12190" y="11161"/>
                    <a:pt x="12208" y="11170"/>
                  </a:cubicBezTo>
                  <a:cubicBezTo>
                    <a:pt x="12225" y="11181"/>
                    <a:pt x="12244" y="11191"/>
                    <a:pt x="12266" y="11205"/>
                  </a:cubicBezTo>
                  <a:cubicBezTo>
                    <a:pt x="12309" y="11229"/>
                    <a:pt x="12359" y="11258"/>
                    <a:pt x="12414" y="11290"/>
                  </a:cubicBezTo>
                  <a:lnTo>
                    <a:pt x="12534" y="11358"/>
                  </a:lnTo>
                  <a:cubicBezTo>
                    <a:pt x="12618" y="11407"/>
                    <a:pt x="12710" y="11460"/>
                    <a:pt x="12806" y="11515"/>
                  </a:cubicBezTo>
                  <a:cubicBezTo>
                    <a:pt x="12999" y="11626"/>
                    <a:pt x="13249" y="11683"/>
                    <a:pt x="13501" y="11683"/>
                  </a:cubicBezTo>
                  <a:cubicBezTo>
                    <a:pt x="13503" y="11683"/>
                    <a:pt x="13506" y="11683"/>
                    <a:pt x="13509" y="11683"/>
                  </a:cubicBezTo>
                  <a:lnTo>
                    <a:pt x="13509" y="10861"/>
                  </a:lnTo>
                  <a:cubicBezTo>
                    <a:pt x="13237" y="10861"/>
                    <a:pt x="12968" y="10801"/>
                    <a:pt x="12760" y="10683"/>
                  </a:cubicBezTo>
                  <a:lnTo>
                    <a:pt x="12105" y="10305"/>
                  </a:lnTo>
                  <a:lnTo>
                    <a:pt x="12105" y="10303"/>
                  </a:lnTo>
                  <a:lnTo>
                    <a:pt x="998" y="3888"/>
                  </a:lnTo>
                  <a:cubicBezTo>
                    <a:pt x="984" y="3879"/>
                    <a:pt x="966" y="3866"/>
                    <a:pt x="950" y="3854"/>
                  </a:cubicBezTo>
                  <a:cubicBezTo>
                    <a:pt x="932" y="3841"/>
                    <a:pt x="915" y="3827"/>
                    <a:pt x="901" y="3811"/>
                  </a:cubicBezTo>
                  <a:lnTo>
                    <a:pt x="872" y="3781"/>
                  </a:lnTo>
                  <a:cubicBezTo>
                    <a:pt x="857" y="3765"/>
                    <a:pt x="845" y="3749"/>
                    <a:pt x="833" y="3733"/>
                  </a:cubicBezTo>
                  <a:cubicBezTo>
                    <a:pt x="816" y="3711"/>
                    <a:pt x="802" y="3689"/>
                    <a:pt x="788" y="3665"/>
                  </a:cubicBezTo>
                  <a:cubicBezTo>
                    <a:pt x="775" y="3642"/>
                    <a:pt x="763" y="3618"/>
                    <a:pt x="752" y="3593"/>
                  </a:cubicBezTo>
                  <a:cubicBezTo>
                    <a:pt x="740" y="3568"/>
                    <a:pt x="730" y="3544"/>
                    <a:pt x="724" y="3519"/>
                  </a:cubicBezTo>
                  <a:cubicBezTo>
                    <a:pt x="717" y="3497"/>
                    <a:pt x="712" y="3476"/>
                    <a:pt x="709" y="3453"/>
                  </a:cubicBezTo>
                  <a:cubicBezTo>
                    <a:pt x="706" y="3448"/>
                    <a:pt x="706" y="3442"/>
                    <a:pt x="708" y="3436"/>
                  </a:cubicBezTo>
                  <a:cubicBezTo>
                    <a:pt x="704" y="3427"/>
                    <a:pt x="703" y="3418"/>
                    <a:pt x="704" y="3408"/>
                  </a:cubicBezTo>
                  <a:cubicBezTo>
                    <a:pt x="701" y="3396"/>
                    <a:pt x="700" y="3383"/>
                    <a:pt x="700" y="3371"/>
                  </a:cubicBezTo>
                  <a:lnTo>
                    <a:pt x="700" y="1229"/>
                  </a:lnTo>
                  <a:cubicBezTo>
                    <a:pt x="700" y="1094"/>
                    <a:pt x="768" y="1015"/>
                    <a:pt x="866" y="1015"/>
                  </a:cubicBezTo>
                  <a:cubicBezTo>
                    <a:pt x="907" y="1015"/>
                    <a:pt x="952" y="1029"/>
                    <a:pt x="1000" y="1056"/>
                  </a:cubicBezTo>
                  <a:lnTo>
                    <a:pt x="2546" y="1949"/>
                  </a:lnTo>
                  <a:lnTo>
                    <a:pt x="12105" y="7469"/>
                  </a:lnTo>
                  <a:cubicBezTo>
                    <a:pt x="12106" y="7469"/>
                    <a:pt x="12108" y="7471"/>
                    <a:pt x="12109" y="7472"/>
                  </a:cubicBezTo>
                  <a:lnTo>
                    <a:pt x="12137" y="7486"/>
                  </a:lnTo>
                  <a:cubicBezTo>
                    <a:pt x="12185" y="7515"/>
                    <a:pt x="12283" y="7573"/>
                    <a:pt x="12414" y="7647"/>
                  </a:cubicBezTo>
                  <a:lnTo>
                    <a:pt x="12534" y="7716"/>
                  </a:lnTo>
                  <a:cubicBezTo>
                    <a:pt x="12618" y="7764"/>
                    <a:pt x="12710" y="7818"/>
                    <a:pt x="12806" y="7872"/>
                  </a:cubicBezTo>
                  <a:cubicBezTo>
                    <a:pt x="12999" y="7984"/>
                    <a:pt x="13249" y="8040"/>
                    <a:pt x="13501" y="8040"/>
                  </a:cubicBezTo>
                  <a:cubicBezTo>
                    <a:pt x="13503" y="8040"/>
                    <a:pt x="13506" y="8040"/>
                    <a:pt x="13509" y="8040"/>
                  </a:cubicBezTo>
                  <a:lnTo>
                    <a:pt x="13509" y="7216"/>
                  </a:lnTo>
                  <a:cubicBezTo>
                    <a:pt x="13237" y="7216"/>
                    <a:pt x="12968" y="7157"/>
                    <a:pt x="12760" y="7037"/>
                  </a:cubicBezTo>
                  <a:lnTo>
                    <a:pt x="12759" y="7036"/>
                  </a:lnTo>
                  <a:lnTo>
                    <a:pt x="12108" y="6660"/>
                  </a:lnTo>
                  <a:lnTo>
                    <a:pt x="12105" y="6660"/>
                  </a:lnTo>
                  <a:lnTo>
                    <a:pt x="3249" y="1545"/>
                  </a:lnTo>
                  <a:lnTo>
                    <a:pt x="1183" y="353"/>
                  </a:lnTo>
                  <a:lnTo>
                    <a:pt x="747" y="102"/>
                  </a:lnTo>
                  <a:cubicBezTo>
                    <a:pt x="692" y="70"/>
                    <a:pt x="634" y="45"/>
                    <a:pt x="575" y="26"/>
                  </a:cubicBezTo>
                  <a:cubicBezTo>
                    <a:pt x="547" y="17"/>
                    <a:pt x="519" y="11"/>
                    <a:pt x="492" y="7"/>
                  </a:cubicBezTo>
                  <a:cubicBezTo>
                    <a:pt x="470" y="3"/>
                    <a:pt x="448" y="0"/>
                    <a:pt x="425" y="0"/>
                  </a:cubicBez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40"/>
            <p:cNvSpPr/>
            <p:nvPr/>
          </p:nvSpPr>
          <p:spPr>
            <a:xfrm>
              <a:off x="2966300" y="1289175"/>
              <a:ext cx="135975" cy="123925"/>
            </a:xfrm>
            <a:custGeom>
              <a:avLst/>
              <a:gdLst/>
              <a:ahLst/>
              <a:cxnLst/>
              <a:rect l="l" t="t" r="r" b="b"/>
              <a:pathLst>
                <a:path w="5439" h="4957" extrusionOk="0">
                  <a:moveTo>
                    <a:pt x="2720" y="1"/>
                  </a:moveTo>
                  <a:cubicBezTo>
                    <a:pt x="2086" y="1"/>
                    <a:pt x="1452" y="243"/>
                    <a:pt x="968" y="727"/>
                  </a:cubicBezTo>
                  <a:cubicBezTo>
                    <a:pt x="1" y="1694"/>
                    <a:pt x="1" y="3263"/>
                    <a:pt x="968" y="4231"/>
                  </a:cubicBezTo>
                  <a:cubicBezTo>
                    <a:pt x="1452" y="4715"/>
                    <a:pt x="2086" y="4956"/>
                    <a:pt x="2720" y="4956"/>
                  </a:cubicBezTo>
                  <a:cubicBezTo>
                    <a:pt x="3354" y="4956"/>
                    <a:pt x="3989" y="4715"/>
                    <a:pt x="4472" y="4231"/>
                  </a:cubicBezTo>
                  <a:cubicBezTo>
                    <a:pt x="5439" y="3263"/>
                    <a:pt x="5439" y="1694"/>
                    <a:pt x="4472" y="727"/>
                  </a:cubicBezTo>
                  <a:cubicBezTo>
                    <a:pt x="3989" y="243"/>
                    <a:pt x="3354" y="1"/>
                    <a:pt x="2720" y="1"/>
                  </a:cubicBezTo>
                  <a:close/>
                </a:path>
              </a:pathLst>
            </a:custGeom>
            <a:solidFill>
              <a:srgbClr val="6F89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40"/>
            <p:cNvSpPr/>
            <p:nvPr/>
          </p:nvSpPr>
          <p:spPr>
            <a:xfrm>
              <a:off x="2919000" y="1251675"/>
              <a:ext cx="230575" cy="121300"/>
            </a:xfrm>
            <a:custGeom>
              <a:avLst/>
              <a:gdLst/>
              <a:ahLst/>
              <a:cxnLst/>
              <a:rect l="l" t="t" r="r" b="b"/>
              <a:pathLst>
                <a:path w="9223" h="4852" extrusionOk="0">
                  <a:moveTo>
                    <a:pt x="4612" y="1"/>
                  </a:moveTo>
                  <a:cubicBezTo>
                    <a:pt x="3537" y="1"/>
                    <a:pt x="2462" y="238"/>
                    <a:pt x="1642" y="711"/>
                  </a:cubicBezTo>
                  <a:cubicBezTo>
                    <a:pt x="1" y="1658"/>
                    <a:pt x="1" y="3194"/>
                    <a:pt x="1642" y="4142"/>
                  </a:cubicBezTo>
                  <a:cubicBezTo>
                    <a:pt x="2462" y="4615"/>
                    <a:pt x="3537" y="4852"/>
                    <a:pt x="4612" y="4852"/>
                  </a:cubicBezTo>
                  <a:cubicBezTo>
                    <a:pt x="5687" y="4852"/>
                    <a:pt x="6762" y="4615"/>
                    <a:pt x="7582" y="4142"/>
                  </a:cubicBezTo>
                  <a:cubicBezTo>
                    <a:pt x="9223" y="3194"/>
                    <a:pt x="9223" y="1658"/>
                    <a:pt x="7582" y="711"/>
                  </a:cubicBezTo>
                  <a:cubicBezTo>
                    <a:pt x="6762" y="238"/>
                    <a:pt x="5687" y="1"/>
                    <a:pt x="4612" y="1"/>
                  </a:cubicBez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40"/>
            <p:cNvSpPr/>
            <p:nvPr/>
          </p:nvSpPr>
          <p:spPr>
            <a:xfrm>
              <a:off x="2926025" y="1226125"/>
              <a:ext cx="216525" cy="125025"/>
            </a:xfrm>
            <a:custGeom>
              <a:avLst/>
              <a:gdLst/>
              <a:ahLst/>
              <a:cxnLst/>
              <a:rect l="l" t="t" r="r" b="b"/>
              <a:pathLst>
                <a:path w="8661" h="5001" extrusionOk="0">
                  <a:moveTo>
                    <a:pt x="4331" y="0"/>
                  </a:moveTo>
                  <a:cubicBezTo>
                    <a:pt x="1940" y="0"/>
                    <a:pt x="1" y="1120"/>
                    <a:pt x="1" y="2501"/>
                  </a:cubicBezTo>
                  <a:cubicBezTo>
                    <a:pt x="1" y="3881"/>
                    <a:pt x="1940" y="5001"/>
                    <a:pt x="4331" y="5001"/>
                  </a:cubicBezTo>
                  <a:cubicBezTo>
                    <a:pt x="6723" y="5001"/>
                    <a:pt x="8661" y="3881"/>
                    <a:pt x="8661" y="2501"/>
                  </a:cubicBezTo>
                  <a:cubicBezTo>
                    <a:pt x="8661" y="1120"/>
                    <a:pt x="6723" y="0"/>
                    <a:pt x="4331" y="0"/>
                  </a:cubicBezTo>
                  <a:close/>
                </a:path>
              </a:pathLst>
            </a:custGeom>
            <a:solidFill>
              <a:srgbClr val="6F89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40"/>
            <p:cNvSpPr/>
            <p:nvPr/>
          </p:nvSpPr>
          <p:spPr>
            <a:xfrm>
              <a:off x="2911800" y="1199800"/>
              <a:ext cx="245000" cy="128875"/>
            </a:xfrm>
            <a:custGeom>
              <a:avLst/>
              <a:gdLst/>
              <a:ahLst/>
              <a:cxnLst/>
              <a:rect l="l" t="t" r="r" b="b"/>
              <a:pathLst>
                <a:path w="9800" h="5155" extrusionOk="0">
                  <a:moveTo>
                    <a:pt x="4900" y="1"/>
                  </a:moveTo>
                  <a:cubicBezTo>
                    <a:pt x="3758" y="1"/>
                    <a:pt x="2616" y="252"/>
                    <a:pt x="1744" y="755"/>
                  </a:cubicBezTo>
                  <a:cubicBezTo>
                    <a:pt x="0" y="1762"/>
                    <a:pt x="0" y="3393"/>
                    <a:pt x="1744" y="4399"/>
                  </a:cubicBezTo>
                  <a:cubicBezTo>
                    <a:pt x="2616" y="4903"/>
                    <a:pt x="3758" y="5154"/>
                    <a:pt x="4900" y="5154"/>
                  </a:cubicBezTo>
                  <a:cubicBezTo>
                    <a:pt x="6042" y="5154"/>
                    <a:pt x="7185" y="4903"/>
                    <a:pt x="8056" y="4399"/>
                  </a:cubicBezTo>
                  <a:cubicBezTo>
                    <a:pt x="9799" y="3393"/>
                    <a:pt x="9799" y="1762"/>
                    <a:pt x="8056" y="755"/>
                  </a:cubicBezTo>
                  <a:cubicBezTo>
                    <a:pt x="7184" y="252"/>
                    <a:pt x="6042" y="1"/>
                    <a:pt x="4900" y="1"/>
                  </a:cubicBez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40"/>
            <p:cNvSpPr/>
            <p:nvPr/>
          </p:nvSpPr>
          <p:spPr>
            <a:xfrm>
              <a:off x="2919275" y="1172675"/>
              <a:ext cx="230050" cy="132800"/>
            </a:xfrm>
            <a:custGeom>
              <a:avLst/>
              <a:gdLst/>
              <a:ahLst/>
              <a:cxnLst/>
              <a:rect l="l" t="t" r="r" b="b"/>
              <a:pathLst>
                <a:path w="9202" h="5312" extrusionOk="0">
                  <a:moveTo>
                    <a:pt x="4601" y="0"/>
                  </a:moveTo>
                  <a:cubicBezTo>
                    <a:pt x="2060" y="0"/>
                    <a:pt x="1" y="1190"/>
                    <a:pt x="1" y="2656"/>
                  </a:cubicBezTo>
                  <a:cubicBezTo>
                    <a:pt x="1" y="4123"/>
                    <a:pt x="2060" y="5312"/>
                    <a:pt x="4601" y="5312"/>
                  </a:cubicBezTo>
                  <a:cubicBezTo>
                    <a:pt x="7141" y="5312"/>
                    <a:pt x="9201" y="4123"/>
                    <a:pt x="9201" y="2656"/>
                  </a:cubicBezTo>
                  <a:cubicBezTo>
                    <a:pt x="9201" y="1190"/>
                    <a:pt x="7141" y="0"/>
                    <a:pt x="4601" y="0"/>
                  </a:cubicBezTo>
                  <a:close/>
                </a:path>
              </a:pathLst>
            </a:custGeom>
            <a:solidFill>
              <a:srgbClr val="6F89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40"/>
            <p:cNvSpPr/>
            <p:nvPr/>
          </p:nvSpPr>
          <p:spPr>
            <a:xfrm>
              <a:off x="2916925" y="1145400"/>
              <a:ext cx="234750" cy="135550"/>
            </a:xfrm>
            <a:custGeom>
              <a:avLst/>
              <a:gdLst/>
              <a:ahLst/>
              <a:cxnLst/>
              <a:rect l="l" t="t" r="r" b="b"/>
              <a:pathLst>
                <a:path w="9390" h="5422" extrusionOk="0">
                  <a:moveTo>
                    <a:pt x="4695" y="0"/>
                  </a:moveTo>
                  <a:cubicBezTo>
                    <a:pt x="2102" y="0"/>
                    <a:pt x="0" y="1214"/>
                    <a:pt x="0" y="2712"/>
                  </a:cubicBezTo>
                  <a:cubicBezTo>
                    <a:pt x="0" y="4208"/>
                    <a:pt x="2102" y="5422"/>
                    <a:pt x="4695" y="5422"/>
                  </a:cubicBezTo>
                  <a:cubicBezTo>
                    <a:pt x="7287" y="5422"/>
                    <a:pt x="9389" y="4208"/>
                    <a:pt x="9389" y="2712"/>
                  </a:cubicBezTo>
                  <a:cubicBezTo>
                    <a:pt x="9389" y="1214"/>
                    <a:pt x="7287" y="0"/>
                    <a:pt x="4695" y="0"/>
                  </a:cubicBezTo>
                  <a:close/>
                </a:path>
              </a:pathLst>
            </a:custGeom>
            <a:solidFill>
              <a:srgbClr val="A5CB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40"/>
            <p:cNvSpPr/>
            <p:nvPr/>
          </p:nvSpPr>
          <p:spPr>
            <a:xfrm>
              <a:off x="2739250" y="539700"/>
              <a:ext cx="590100" cy="721350"/>
            </a:xfrm>
            <a:custGeom>
              <a:avLst/>
              <a:gdLst/>
              <a:ahLst/>
              <a:cxnLst/>
              <a:rect l="l" t="t" r="r" b="b"/>
              <a:pathLst>
                <a:path w="23604" h="28854" extrusionOk="0">
                  <a:moveTo>
                    <a:pt x="11801" y="1"/>
                  </a:moveTo>
                  <a:cubicBezTo>
                    <a:pt x="11801" y="1"/>
                    <a:pt x="11802" y="1"/>
                    <a:pt x="11802" y="1"/>
                  </a:cubicBezTo>
                  <a:lnTo>
                    <a:pt x="11802" y="1"/>
                  </a:lnTo>
                  <a:cubicBezTo>
                    <a:pt x="11802" y="1"/>
                    <a:pt x="11802" y="1"/>
                    <a:pt x="11802" y="1"/>
                  </a:cubicBezTo>
                  <a:close/>
                  <a:moveTo>
                    <a:pt x="11802" y="1"/>
                  </a:moveTo>
                  <a:cubicBezTo>
                    <a:pt x="5284" y="1"/>
                    <a:pt x="0" y="5285"/>
                    <a:pt x="0" y="11803"/>
                  </a:cubicBezTo>
                  <a:cubicBezTo>
                    <a:pt x="0" y="21171"/>
                    <a:pt x="7730" y="22727"/>
                    <a:pt x="7730" y="26503"/>
                  </a:cubicBezTo>
                  <a:cubicBezTo>
                    <a:pt x="7730" y="27105"/>
                    <a:pt x="8128" y="27706"/>
                    <a:pt x="8922" y="28166"/>
                  </a:cubicBezTo>
                  <a:cubicBezTo>
                    <a:pt x="9717" y="28624"/>
                    <a:pt x="10760" y="28853"/>
                    <a:pt x="11802" y="28853"/>
                  </a:cubicBezTo>
                  <a:cubicBezTo>
                    <a:pt x="12844" y="28853"/>
                    <a:pt x="13886" y="28624"/>
                    <a:pt x="14681" y="28166"/>
                  </a:cubicBezTo>
                  <a:cubicBezTo>
                    <a:pt x="15475" y="27706"/>
                    <a:pt x="15874" y="27105"/>
                    <a:pt x="15874" y="26503"/>
                  </a:cubicBezTo>
                  <a:cubicBezTo>
                    <a:pt x="15874" y="22727"/>
                    <a:pt x="23603" y="21171"/>
                    <a:pt x="23603" y="11803"/>
                  </a:cubicBezTo>
                  <a:cubicBezTo>
                    <a:pt x="23603" y="5285"/>
                    <a:pt x="18320" y="1"/>
                    <a:pt x="11802" y="1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40"/>
            <p:cNvSpPr/>
            <p:nvPr/>
          </p:nvSpPr>
          <p:spPr>
            <a:xfrm>
              <a:off x="2942800" y="1154150"/>
              <a:ext cx="182975" cy="96250"/>
            </a:xfrm>
            <a:custGeom>
              <a:avLst/>
              <a:gdLst/>
              <a:ahLst/>
              <a:cxnLst/>
              <a:rect l="l" t="t" r="r" b="b"/>
              <a:pathLst>
                <a:path w="7319" h="3850" extrusionOk="0">
                  <a:moveTo>
                    <a:pt x="3660" y="0"/>
                  </a:moveTo>
                  <a:cubicBezTo>
                    <a:pt x="2807" y="0"/>
                    <a:pt x="1954" y="188"/>
                    <a:pt x="1303" y="564"/>
                  </a:cubicBezTo>
                  <a:cubicBezTo>
                    <a:pt x="1" y="1316"/>
                    <a:pt x="1" y="2534"/>
                    <a:pt x="1303" y="3286"/>
                  </a:cubicBezTo>
                  <a:cubicBezTo>
                    <a:pt x="1954" y="3662"/>
                    <a:pt x="2807" y="3850"/>
                    <a:pt x="3660" y="3850"/>
                  </a:cubicBezTo>
                  <a:cubicBezTo>
                    <a:pt x="4513" y="3850"/>
                    <a:pt x="5366" y="3662"/>
                    <a:pt x="6017" y="3286"/>
                  </a:cubicBezTo>
                  <a:cubicBezTo>
                    <a:pt x="7319" y="2534"/>
                    <a:pt x="7319" y="1316"/>
                    <a:pt x="6017" y="564"/>
                  </a:cubicBezTo>
                  <a:cubicBezTo>
                    <a:pt x="5366" y="188"/>
                    <a:pt x="4513" y="0"/>
                    <a:pt x="3660" y="0"/>
                  </a:cubicBezTo>
                  <a:close/>
                </a:path>
              </a:pathLst>
            </a:custGeom>
            <a:solidFill>
              <a:srgbClr val="FDB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40"/>
            <p:cNvSpPr/>
            <p:nvPr/>
          </p:nvSpPr>
          <p:spPr>
            <a:xfrm>
              <a:off x="2919500" y="947275"/>
              <a:ext cx="223275" cy="280000"/>
            </a:xfrm>
            <a:custGeom>
              <a:avLst/>
              <a:gdLst/>
              <a:ahLst/>
              <a:cxnLst/>
              <a:rect l="l" t="t" r="r" b="b"/>
              <a:pathLst>
                <a:path w="8931" h="11200" extrusionOk="0">
                  <a:moveTo>
                    <a:pt x="4005" y="18"/>
                  </a:moveTo>
                  <a:cubicBezTo>
                    <a:pt x="4007" y="18"/>
                    <a:pt x="4009" y="18"/>
                    <a:pt x="4011" y="19"/>
                  </a:cubicBezTo>
                  <a:cubicBezTo>
                    <a:pt x="4101" y="19"/>
                    <a:pt x="4206" y="51"/>
                    <a:pt x="4323" y="123"/>
                  </a:cubicBezTo>
                  <a:cubicBezTo>
                    <a:pt x="4718" y="366"/>
                    <a:pt x="4912" y="734"/>
                    <a:pt x="4912" y="1114"/>
                  </a:cubicBezTo>
                  <a:cubicBezTo>
                    <a:pt x="4912" y="1464"/>
                    <a:pt x="4748" y="1822"/>
                    <a:pt x="4422" y="2101"/>
                  </a:cubicBezTo>
                  <a:cubicBezTo>
                    <a:pt x="4314" y="2194"/>
                    <a:pt x="4188" y="2278"/>
                    <a:pt x="4044" y="2349"/>
                  </a:cubicBezTo>
                  <a:lnTo>
                    <a:pt x="4044" y="2349"/>
                  </a:lnTo>
                  <a:cubicBezTo>
                    <a:pt x="4037" y="2336"/>
                    <a:pt x="4031" y="2324"/>
                    <a:pt x="4024" y="2311"/>
                  </a:cubicBezTo>
                  <a:cubicBezTo>
                    <a:pt x="3728" y="1731"/>
                    <a:pt x="3595" y="1173"/>
                    <a:pt x="3595" y="753"/>
                  </a:cubicBezTo>
                  <a:cubicBezTo>
                    <a:pt x="3595" y="529"/>
                    <a:pt x="3632" y="344"/>
                    <a:pt x="3704" y="216"/>
                  </a:cubicBezTo>
                  <a:cubicBezTo>
                    <a:pt x="3735" y="158"/>
                    <a:pt x="3779" y="108"/>
                    <a:pt x="3835" y="69"/>
                  </a:cubicBezTo>
                  <a:cubicBezTo>
                    <a:pt x="3885" y="36"/>
                    <a:pt x="3944" y="18"/>
                    <a:pt x="4005" y="18"/>
                  </a:cubicBezTo>
                  <a:close/>
                  <a:moveTo>
                    <a:pt x="319" y="125"/>
                  </a:moveTo>
                  <a:cubicBezTo>
                    <a:pt x="390" y="125"/>
                    <a:pt x="468" y="149"/>
                    <a:pt x="551" y="197"/>
                  </a:cubicBezTo>
                  <a:cubicBezTo>
                    <a:pt x="696" y="282"/>
                    <a:pt x="857" y="440"/>
                    <a:pt x="1024" y="668"/>
                  </a:cubicBezTo>
                  <a:cubicBezTo>
                    <a:pt x="1312" y="1060"/>
                    <a:pt x="1617" y="1659"/>
                    <a:pt x="1901" y="2447"/>
                  </a:cubicBezTo>
                  <a:lnTo>
                    <a:pt x="1901" y="2447"/>
                  </a:lnTo>
                  <a:cubicBezTo>
                    <a:pt x="1480" y="2299"/>
                    <a:pt x="1111" y="2064"/>
                    <a:pt x="814" y="1798"/>
                  </a:cubicBezTo>
                  <a:cubicBezTo>
                    <a:pt x="565" y="1575"/>
                    <a:pt x="366" y="1329"/>
                    <a:pt x="229" y="1096"/>
                  </a:cubicBezTo>
                  <a:cubicBezTo>
                    <a:pt x="93" y="863"/>
                    <a:pt x="19" y="644"/>
                    <a:pt x="19" y="472"/>
                  </a:cubicBezTo>
                  <a:cubicBezTo>
                    <a:pt x="18" y="415"/>
                    <a:pt x="28" y="360"/>
                    <a:pt x="47" y="308"/>
                  </a:cubicBezTo>
                  <a:cubicBezTo>
                    <a:pt x="65" y="262"/>
                    <a:pt x="95" y="221"/>
                    <a:pt x="134" y="191"/>
                  </a:cubicBezTo>
                  <a:cubicBezTo>
                    <a:pt x="186" y="148"/>
                    <a:pt x="251" y="125"/>
                    <a:pt x="319" y="125"/>
                  </a:cubicBezTo>
                  <a:close/>
                  <a:moveTo>
                    <a:pt x="8053" y="4045"/>
                  </a:moveTo>
                  <a:cubicBezTo>
                    <a:pt x="8351" y="4045"/>
                    <a:pt x="8613" y="4140"/>
                    <a:pt x="8787" y="4321"/>
                  </a:cubicBezTo>
                  <a:cubicBezTo>
                    <a:pt x="8874" y="4412"/>
                    <a:pt x="8913" y="4504"/>
                    <a:pt x="8913" y="4590"/>
                  </a:cubicBezTo>
                  <a:cubicBezTo>
                    <a:pt x="8912" y="4657"/>
                    <a:pt x="8890" y="4722"/>
                    <a:pt x="8849" y="4774"/>
                  </a:cubicBezTo>
                  <a:cubicBezTo>
                    <a:pt x="8787" y="4861"/>
                    <a:pt x="8677" y="4935"/>
                    <a:pt x="8530" y="4989"/>
                  </a:cubicBezTo>
                  <a:cubicBezTo>
                    <a:pt x="8382" y="5043"/>
                    <a:pt x="8194" y="5074"/>
                    <a:pt x="7976" y="5074"/>
                  </a:cubicBezTo>
                  <a:cubicBezTo>
                    <a:pt x="7604" y="5074"/>
                    <a:pt x="7141" y="4982"/>
                    <a:pt x="6622" y="4749"/>
                  </a:cubicBezTo>
                  <a:lnTo>
                    <a:pt x="6622" y="4749"/>
                  </a:lnTo>
                  <a:cubicBezTo>
                    <a:pt x="7059" y="4268"/>
                    <a:pt x="7598" y="4045"/>
                    <a:pt x="8053" y="4045"/>
                  </a:cubicBezTo>
                  <a:close/>
                  <a:moveTo>
                    <a:pt x="4006" y="0"/>
                  </a:moveTo>
                  <a:cubicBezTo>
                    <a:pt x="3942" y="0"/>
                    <a:pt x="3879" y="20"/>
                    <a:pt x="3825" y="55"/>
                  </a:cubicBezTo>
                  <a:cubicBezTo>
                    <a:pt x="3744" y="108"/>
                    <a:pt x="3681" y="198"/>
                    <a:pt x="3640" y="318"/>
                  </a:cubicBezTo>
                  <a:cubicBezTo>
                    <a:pt x="3598" y="436"/>
                    <a:pt x="3576" y="584"/>
                    <a:pt x="3576" y="753"/>
                  </a:cubicBezTo>
                  <a:cubicBezTo>
                    <a:pt x="3576" y="1177"/>
                    <a:pt x="3712" y="1737"/>
                    <a:pt x="4008" y="2320"/>
                  </a:cubicBezTo>
                  <a:cubicBezTo>
                    <a:pt x="4015" y="2332"/>
                    <a:pt x="4021" y="2345"/>
                    <a:pt x="4028" y="2357"/>
                  </a:cubicBezTo>
                  <a:lnTo>
                    <a:pt x="4028" y="2357"/>
                  </a:lnTo>
                  <a:cubicBezTo>
                    <a:pt x="3741" y="2497"/>
                    <a:pt x="3385" y="2588"/>
                    <a:pt x="2961" y="2606"/>
                  </a:cubicBezTo>
                  <a:cubicBezTo>
                    <a:pt x="2921" y="2608"/>
                    <a:pt x="2881" y="2609"/>
                    <a:pt x="2843" y="2609"/>
                  </a:cubicBezTo>
                  <a:cubicBezTo>
                    <a:pt x="2516" y="2609"/>
                    <a:pt x="2207" y="2552"/>
                    <a:pt x="1923" y="2454"/>
                  </a:cubicBezTo>
                  <a:lnTo>
                    <a:pt x="1923" y="2454"/>
                  </a:lnTo>
                  <a:cubicBezTo>
                    <a:pt x="1755" y="1987"/>
                    <a:pt x="1579" y="1586"/>
                    <a:pt x="1405" y="1254"/>
                  </a:cubicBezTo>
                  <a:cubicBezTo>
                    <a:pt x="1207" y="880"/>
                    <a:pt x="1011" y="594"/>
                    <a:pt x="827" y="401"/>
                  </a:cubicBezTo>
                  <a:cubicBezTo>
                    <a:pt x="748" y="317"/>
                    <a:pt x="659" y="243"/>
                    <a:pt x="560" y="183"/>
                  </a:cubicBezTo>
                  <a:cubicBezTo>
                    <a:pt x="475" y="133"/>
                    <a:pt x="395" y="108"/>
                    <a:pt x="319" y="108"/>
                  </a:cubicBezTo>
                  <a:cubicBezTo>
                    <a:pt x="247" y="108"/>
                    <a:pt x="177" y="132"/>
                    <a:pt x="123" y="178"/>
                  </a:cubicBezTo>
                  <a:cubicBezTo>
                    <a:pt x="82" y="210"/>
                    <a:pt x="50" y="254"/>
                    <a:pt x="31" y="302"/>
                  </a:cubicBezTo>
                  <a:cubicBezTo>
                    <a:pt x="10" y="356"/>
                    <a:pt x="0" y="414"/>
                    <a:pt x="1" y="472"/>
                  </a:cubicBezTo>
                  <a:cubicBezTo>
                    <a:pt x="1" y="648"/>
                    <a:pt x="76" y="870"/>
                    <a:pt x="212" y="1106"/>
                  </a:cubicBezTo>
                  <a:cubicBezTo>
                    <a:pt x="419" y="1458"/>
                    <a:pt x="766" y="1838"/>
                    <a:pt x="1218" y="2130"/>
                  </a:cubicBezTo>
                  <a:cubicBezTo>
                    <a:pt x="1427" y="2266"/>
                    <a:pt x="1659" y="2383"/>
                    <a:pt x="1909" y="2469"/>
                  </a:cubicBezTo>
                  <a:lnTo>
                    <a:pt x="1909" y="2469"/>
                  </a:lnTo>
                  <a:cubicBezTo>
                    <a:pt x="2117" y="3049"/>
                    <a:pt x="2312" y="3732"/>
                    <a:pt x="2480" y="4507"/>
                  </a:cubicBezTo>
                  <a:cubicBezTo>
                    <a:pt x="3071" y="7251"/>
                    <a:pt x="3108" y="9375"/>
                    <a:pt x="3108" y="9869"/>
                  </a:cubicBezTo>
                  <a:lnTo>
                    <a:pt x="3108" y="9950"/>
                  </a:lnTo>
                  <a:lnTo>
                    <a:pt x="3108" y="9978"/>
                  </a:lnTo>
                  <a:cubicBezTo>
                    <a:pt x="3108" y="9983"/>
                    <a:pt x="3112" y="9988"/>
                    <a:pt x="3117" y="9988"/>
                  </a:cubicBezTo>
                  <a:cubicBezTo>
                    <a:pt x="3122" y="9988"/>
                    <a:pt x="3126" y="9984"/>
                    <a:pt x="3126" y="9979"/>
                  </a:cubicBezTo>
                  <a:lnTo>
                    <a:pt x="3125" y="9979"/>
                  </a:lnTo>
                  <a:lnTo>
                    <a:pt x="3125" y="9869"/>
                  </a:lnTo>
                  <a:cubicBezTo>
                    <a:pt x="3125" y="9375"/>
                    <a:pt x="3088" y="7250"/>
                    <a:pt x="2497" y="4504"/>
                  </a:cubicBezTo>
                  <a:cubicBezTo>
                    <a:pt x="2331" y="3733"/>
                    <a:pt x="2137" y="3055"/>
                    <a:pt x="1930" y="2476"/>
                  </a:cubicBezTo>
                  <a:lnTo>
                    <a:pt x="1930" y="2476"/>
                  </a:lnTo>
                  <a:cubicBezTo>
                    <a:pt x="2213" y="2571"/>
                    <a:pt x="2519" y="2626"/>
                    <a:pt x="2843" y="2626"/>
                  </a:cubicBezTo>
                  <a:cubicBezTo>
                    <a:pt x="2883" y="2626"/>
                    <a:pt x="2922" y="2625"/>
                    <a:pt x="2962" y="2624"/>
                  </a:cubicBezTo>
                  <a:cubicBezTo>
                    <a:pt x="3389" y="2605"/>
                    <a:pt x="3747" y="2513"/>
                    <a:pt x="4036" y="2373"/>
                  </a:cubicBezTo>
                  <a:lnTo>
                    <a:pt x="4036" y="2373"/>
                  </a:lnTo>
                  <a:cubicBezTo>
                    <a:pt x="4334" y="2939"/>
                    <a:pt x="4786" y="3524"/>
                    <a:pt x="5417" y="4023"/>
                  </a:cubicBezTo>
                  <a:cubicBezTo>
                    <a:pt x="5828" y="4349"/>
                    <a:pt x="6224" y="4588"/>
                    <a:pt x="6592" y="4756"/>
                  </a:cubicBezTo>
                  <a:lnTo>
                    <a:pt x="6592" y="4756"/>
                  </a:lnTo>
                  <a:cubicBezTo>
                    <a:pt x="6292" y="5092"/>
                    <a:pt x="6041" y="5551"/>
                    <a:pt x="5899" y="6143"/>
                  </a:cubicBezTo>
                  <a:cubicBezTo>
                    <a:pt x="5413" y="8172"/>
                    <a:pt x="5320" y="11191"/>
                    <a:pt x="5320" y="11191"/>
                  </a:cubicBezTo>
                  <a:cubicBezTo>
                    <a:pt x="5320" y="11197"/>
                    <a:pt x="5325" y="11200"/>
                    <a:pt x="5329" y="11200"/>
                  </a:cubicBezTo>
                  <a:cubicBezTo>
                    <a:pt x="5334" y="11200"/>
                    <a:pt x="5338" y="11197"/>
                    <a:pt x="5338" y="11191"/>
                  </a:cubicBezTo>
                  <a:cubicBezTo>
                    <a:pt x="5338" y="11191"/>
                    <a:pt x="5338" y="11179"/>
                    <a:pt x="5339" y="11157"/>
                  </a:cubicBezTo>
                  <a:cubicBezTo>
                    <a:pt x="5351" y="10818"/>
                    <a:pt x="5461" y="8046"/>
                    <a:pt x="5916" y="6147"/>
                  </a:cubicBezTo>
                  <a:cubicBezTo>
                    <a:pt x="6058" y="5555"/>
                    <a:pt x="6309" y="5098"/>
                    <a:pt x="6609" y="4763"/>
                  </a:cubicBezTo>
                  <a:lnTo>
                    <a:pt x="6609" y="4763"/>
                  </a:lnTo>
                  <a:cubicBezTo>
                    <a:pt x="7132" y="4999"/>
                    <a:pt x="7600" y="5092"/>
                    <a:pt x="7976" y="5092"/>
                  </a:cubicBezTo>
                  <a:cubicBezTo>
                    <a:pt x="8270" y="5092"/>
                    <a:pt x="8508" y="5036"/>
                    <a:pt x="8673" y="4945"/>
                  </a:cubicBezTo>
                  <a:cubicBezTo>
                    <a:pt x="8747" y="4907"/>
                    <a:pt x="8812" y="4851"/>
                    <a:pt x="8864" y="4785"/>
                  </a:cubicBezTo>
                  <a:cubicBezTo>
                    <a:pt x="8906" y="4729"/>
                    <a:pt x="8930" y="4662"/>
                    <a:pt x="8930" y="4590"/>
                  </a:cubicBezTo>
                  <a:cubicBezTo>
                    <a:pt x="8930" y="4499"/>
                    <a:pt x="8888" y="4402"/>
                    <a:pt x="8800" y="4309"/>
                  </a:cubicBezTo>
                  <a:cubicBezTo>
                    <a:pt x="8621" y="4125"/>
                    <a:pt x="8355" y="4027"/>
                    <a:pt x="8053" y="4027"/>
                  </a:cubicBezTo>
                  <a:cubicBezTo>
                    <a:pt x="7591" y="4027"/>
                    <a:pt x="7046" y="4254"/>
                    <a:pt x="6605" y="4742"/>
                  </a:cubicBezTo>
                  <a:lnTo>
                    <a:pt x="6605" y="4742"/>
                  </a:lnTo>
                  <a:cubicBezTo>
                    <a:pt x="6236" y="4574"/>
                    <a:pt x="5839" y="4336"/>
                    <a:pt x="5427" y="4009"/>
                  </a:cubicBezTo>
                  <a:cubicBezTo>
                    <a:pt x="4798" y="3512"/>
                    <a:pt x="4349" y="2929"/>
                    <a:pt x="4052" y="2365"/>
                  </a:cubicBezTo>
                  <a:lnTo>
                    <a:pt x="4052" y="2365"/>
                  </a:lnTo>
                  <a:cubicBezTo>
                    <a:pt x="4197" y="2292"/>
                    <a:pt x="4325" y="2208"/>
                    <a:pt x="4434" y="2114"/>
                  </a:cubicBezTo>
                  <a:cubicBezTo>
                    <a:pt x="4764" y="1832"/>
                    <a:pt x="4930" y="1469"/>
                    <a:pt x="4930" y="1114"/>
                  </a:cubicBezTo>
                  <a:cubicBezTo>
                    <a:pt x="4930" y="728"/>
                    <a:pt x="4732" y="353"/>
                    <a:pt x="4333" y="108"/>
                  </a:cubicBezTo>
                  <a:cubicBezTo>
                    <a:pt x="4214" y="34"/>
                    <a:pt x="4107" y="0"/>
                    <a:pt x="4012" y="0"/>
                  </a:cubicBezTo>
                  <a:cubicBezTo>
                    <a:pt x="4010" y="0"/>
                    <a:pt x="4008" y="0"/>
                    <a:pt x="4006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40"/>
            <p:cNvSpPr/>
            <p:nvPr/>
          </p:nvSpPr>
          <p:spPr>
            <a:xfrm>
              <a:off x="2749225" y="733225"/>
              <a:ext cx="240750" cy="343900"/>
            </a:xfrm>
            <a:custGeom>
              <a:avLst/>
              <a:gdLst/>
              <a:ahLst/>
              <a:cxnLst/>
              <a:rect l="l" t="t" r="r" b="b"/>
              <a:pathLst>
                <a:path w="9630" h="13756" extrusionOk="0">
                  <a:moveTo>
                    <a:pt x="7131" y="8687"/>
                  </a:moveTo>
                  <a:cubicBezTo>
                    <a:pt x="7063" y="8687"/>
                    <a:pt x="6998" y="8710"/>
                    <a:pt x="6945" y="8753"/>
                  </a:cubicBezTo>
                  <a:cubicBezTo>
                    <a:pt x="6906" y="8783"/>
                    <a:pt x="6877" y="8824"/>
                    <a:pt x="6859" y="8870"/>
                  </a:cubicBezTo>
                  <a:cubicBezTo>
                    <a:pt x="6840" y="8922"/>
                    <a:pt x="6830" y="8977"/>
                    <a:pt x="6830" y="9033"/>
                  </a:cubicBezTo>
                  <a:cubicBezTo>
                    <a:pt x="6830" y="9204"/>
                    <a:pt x="6904" y="9425"/>
                    <a:pt x="7040" y="9658"/>
                  </a:cubicBezTo>
                  <a:cubicBezTo>
                    <a:pt x="7177" y="9890"/>
                    <a:pt x="7376" y="10136"/>
                    <a:pt x="7627" y="10360"/>
                  </a:cubicBezTo>
                  <a:cubicBezTo>
                    <a:pt x="7943" y="10645"/>
                    <a:pt x="8312" y="10866"/>
                    <a:pt x="8713" y="11009"/>
                  </a:cubicBezTo>
                  <a:cubicBezTo>
                    <a:pt x="8429" y="10222"/>
                    <a:pt x="8123" y="9622"/>
                    <a:pt x="7835" y="9230"/>
                  </a:cubicBezTo>
                  <a:cubicBezTo>
                    <a:pt x="7669" y="9002"/>
                    <a:pt x="7508" y="8844"/>
                    <a:pt x="7362" y="8759"/>
                  </a:cubicBezTo>
                  <a:cubicBezTo>
                    <a:pt x="7280" y="8711"/>
                    <a:pt x="7202" y="8687"/>
                    <a:pt x="7131" y="8687"/>
                  </a:cubicBezTo>
                  <a:close/>
                  <a:moveTo>
                    <a:pt x="8742" y="11037"/>
                  </a:moveTo>
                  <a:lnTo>
                    <a:pt x="8742" y="11037"/>
                  </a:lnTo>
                  <a:cubicBezTo>
                    <a:pt x="8853" y="11349"/>
                    <a:pt x="8960" y="11689"/>
                    <a:pt x="9061" y="12057"/>
                  </a:cubicBezTo>
                  <a:cubicBezTo>
                    <a:pt x="9162" y="11766"/>
                    <a:pt x="9240" y="11468"/>
                    <a:pt x="9295" y="11165"/>
                  </a:cubicBezTo>
                  <a:cubicBezTo>
                    <a:pt x="9107" y="11141"/>
                    <a:pt x="8921" y="11098"/>
                    <a:pt x="8742" y="11037"/>
                  </a:cubicBezTo>
                  <a:close/>
                  <a:moveTo>
                    <a:pt x="3346" y="0"/>
                  </a:moveTo>
                  <a:cubicBezTo>
                    <a:pt x="1433" y="4"/>
                    <a:pt x="1" y="3878"/>
                    <a:pt x="1642" y="8385"/>
                  </a:cubicBezTo>
                  <a:cubicBezTo>
                    <a:pt x="3043" y="12235"/>
                    <a:pt x="5187" y="13756"/>
                    <a:pt x="6924" y="13756"/>
                  </a:cubicBezTo>
                  <a:cubicBezTo>
                    <a:pt x="7212" y="13756"/>
                    <a:pt x="7498" y="13713"/>
                    <a:pt x="7771" y="13628"/>
                  </a:cubicBezTo>
                  <a:cubicBezTo>
                    <a:pt x="8337" y="13449"/>
                    <a:pt x="8768" y="12883"/>
                    <a:pt x="9052" y="12087"/>
                  </a:cubicBezTo>
                  <a:cubicBezTo>
                    <a:pt x="8947" y="11704"/>
                    <a:pt x="8836" y="11351"/>
                    <a:pt x="8720" y="11030"/>
                  </a:cubicBezTo>
                  <a:cubicBezTo>
                    <a:pt x="8477" y="10945"/>
                    <a:pt x="8244" y="10832"/>
                    <a:pt x="8030" y="10691"/>
                  </a:cubicBezTo>
                  <a:cubicBezTo>
                    <a:pt x="7578" y="10399"/>
                    <a:pt x="7231" y="10019"/>
                    <a:pt x="7025" y="9666"/>
                  </a:cubicBezTo>
                  <a:cubicBezTo>
                    <a:pt x="6887" y="9432"/>
                    <a:pt x="6812" y="9210"/>
                    <a:pt x="6812" y="9033"/>
                  </a:cubicBezTo>
                  <a:cubicBezTo>
                    <a:pt x="6812" y="8975"/>
                    <a:pt x="6822" y="8917"/>
                    <a:pt x="6842" y="8863"/>
                  </a:cubicBezTo>
                  <a:cubicBezTo>
                    <a:pt x="6862" y="8813"/>
                    <a:pt x="6893" y="8771"/>
                    <a:pt x="6934" y="8739"/>
                  </a:cubicBezTo>
                  <a:cubicBezTo>
                    <a:pt x="6990" y="8693"/>
                    <a:pt x="7060" y="8669"/>
                    <a:pt x="7131" y="8669"/>
                  </a:cubicBezTo>
                  <a:cubicBezTo>
                    <a:pt x="7206" y="8669"/>
                    <a:pt x="7286" y="8694"/>
                    <a:pt x="7372" y="8743"/>
                  </a:cubicBezTo>
                  <a:cubicBezTo>
                    <a:pt x="7471" y="8804"/>
                    <a:pt x="7560" y="8877"/>
                    <a:pt x="7639" y="8962"/>
                  </a:cubicBezTo>
                  <a:cubicBezTo>
                    <a:pt x="7822" y="9155"/>
                    <a:pt x="8019" y="9441"/>
                    <a:pt x="8217" y="9815"/>
                  </a:cubicBezTo>
                  <a:cubicBezTo>
                    <a:pt x="8392" y="10147"/>
                    <a:pt x="8567" y="10549"/>
                    <a:pt x="8734" y="11015"/>
                  </a:cubicBezTo>
                  <a:cubicBezTo>
                    <a:pt x="8918" y="11078"/>
                    <a:pt x="9107" y="11123"/>
                    <a:pt x="9299" y="11147"/>
                  </a:cubicBezTo>
                  <a:cubicBezTo>
                    <a:pt x="9630" y="9373"/>
                    <a:pt x="9425" y="6973"/>
                    <a:pt x="8604" y="4979"/>
                  </a:cubicBezTo>
                  <a:cubicBezTo>
                    <a:pt x="6981" y="1032"/>
                    <a:pt x="5112" y="1"/>
                    <a:pt x="3354" y="1"/>
                  </a:cubicBezTo>
                  <a:lnTo>
                    <a:pt x="3354" y="0"/>
                  </a:lnTo>
                  <a:close/>
                </a:path>
              </a:pathLst>
            </a:custGeom>
            <a:solidFill>
              <a:srgbClr val="FFE5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40"/>
            <p:cNvSpPr/>
            <p:nvPr/>
          </p:nvSpPr>
          <p:spPr>
            <a:xfrm>
              <a:off x="2919500" y="949925"/>
              <a:ext cx="62225" cy="85475"/>
            </a:xfrm>
            <a:custGeom>
              <a:avLst/>
              <a:gdLst/>
              <a:ahLst/>
              <a:cxnLst/>
              <a:rect l="l" t="t" r="r" b="b"/>
              <a:pathLst>
                <a:path w="2489" h="3419" extrusionOk="0">
                  <a:moveTo>
                    <a:pt x="315" y="19"/>
                  </a:moveTo>
                  <a:cubicBezTo>
                    <a:pt x="317" y="19"/>
                    <a:pt x="318" y="19"/>
                    <a:pt x="320" y="19"/>
                  </a:cubicBezTo>
                  <a:cubicBezTo>
                    <a:pt x="391" y="19"/>
                    <a:pt x="468" y="43"/>
                    <a:pt x="551" y="91"/>
                  </a:cubicBezTo>
                  <a:cubicBezTo>
                    <a:pt x="696" y="174"/>
                    <a:pt x="857" y="332"/>
                    <a:pt x="1024" y="560"/>
                  </a:cubicBezTo>
                  <a:cubicBezTo>
                    <a:pt x="1312" y="953"/>
                    <a:pt x="1617" y="1552"/>
                    <a:pt x="1902" y="2340"/>
                  </a:cubicBezTo>
                  <a:cubicBezTo>
                    <a:pt x="1501" y="2198"/>
                    <a:pt x="1132" y="1977"/>
                    <a:pt x="816" y="1692"/>
                  </a:cubicBezTo>
                  <a:cubicBezTo>
                    <a:pt x="565" y="1468"/>
                    <a:pt x="366" y="1222"/>
                    <a:pt x="229" y="989"/>
                  </a:cubicBezTo>
                  <a:cubicBezTo>
                    <a:pt x="93" y="756"/>
                    <a:pt x="19" y="536"/>
                    <a:pt x="19" y="365"/>
                  </a:cubicBezTo>
                  <a:cubicBezTo>
                    <a:pt x="18" y="309"/>
                    <a:pt x="28" y="254"/>
                    <a:pt x="48" y="202"/>
                  </a:cubicBezTo>
                  <a:cubicBezTo>
                    <a:pt x="65" y="155"/>
                    <a:pt x="95" y="115"/>
                    <a:pt x="134" y="84"/>
                  </a:cubicBezTo>
                  <a:cubicBezTo>
                    <a:pt x="185" y="43"/>
                    <a:pt x="249" y="19"/>
                    <a:pt x="315" y="19"/>
                  </a:cubicBezTo>
                  <a:close/>
                  <a:moveTo>
                    <a:pt x="320" y="1"/>
                  </a:moveTo>
                  <a:cubicBezTo>
                    <a:pt x="249" y="1"/>
                    <a:pt x="179" y="26"/>
                    <a:pt x="123" y="71"/>
                  </a:cubicBezTo>
                  <a:cubicBezTo>
                    <a:pt x="82" y="103"/>
                    <a:pt x="51" y="147"/>
                    <a:pt x="31" y="195"/>
                  </a:cubicBezTo>
                  <a:cubicBezTo>
                    <a:pt x="11" y="249"/>
                    <a:pt x="0" y="307"/>
                    <a:pt x="1" y="366"/>
                  </a:cubicBezTo>
                  <a:cubicBezTo>
                    <a:pt x="1" y="542"/>
                    <a:pt x="77" y="764"/>
                    <a:pt x="214" y="1000"/>
                  </a:cubicBezTo>
                  <a:cubicBezTo>
                    <a:pt x="420" y="1351"/>
                    <a:pt x="767" y="1731"/>
                    <a:pt x="1219" y="2024"/>
                  </a:cubicBezTo>
                  <a:cubicBezTo>
                    <a:pt x="1433" y="2164"/>
                    <a:pt x="1665" y="2277"/>
                    <a:pt x="1909" y="2362"/>
                  </a:cubicBezTo>
                  <a:cubicBezTo>
                    <a:pt x="2024" y="2684"/>
                    <a:pt x="2135" y="3036"/>
                    <a:pt x="2241" y="3419"/>
                  </a:cubicBezTo>
                  <a:lnTo>
                    <a:pt x="2250" y="3389"/>
                  </a:lnTo>
                  <a:cubicBezTo>
                    <a:pt x="2149" y="3021"/>
                    <a:pt x="2042" y="2679"/>
                    <a:pt x="1931" y="2369"/>
                  </a:cubicBezTo>
                  <a:lnTo>
                    <a:pt x="1931" y="2369"/>
                  </a:lnTo>
                  <a:cubicBezTo>
                    <a:pt x="2110" y="2430"/>
                    <a:pt x="2296" y="2473"/>
                    <a:pt x="2484" y="2497"/>
                  </a:cubicBezTo>
                  <a:cubicBezTo>
                    <a:pt x="2486" y="2491"/>
                    <a:pt x="2487" y="2485"/>
                    <a:pt x="2488" y="2479"/>
                  </a:cubicBezTo>
                  <a:cubicBezTo>
                    <a:pt x="2295" y="2455"/>
                    <a:pt x="2107" y="2410"/>
                    <a:pt x="1923" y="2347"/>
                  </a:cubicBezTo>
                  <a:cubicBezTo>
                    <a:pt x="1756" y="1881"/>
                    <a:pt x="1579" y="1479"/>
                    <a:pt x="1405" y="1147"/>
                  </a:cubicBezTo>
                  <a:cubicBezTo>
                    <a:pt x="1208" y="773"/>
                    <a:pt x="1011" y="487"/>
                    <a:pt x="827" y="294"/>
                  </a:cubicBezTo>
                  <a:cubicBezTo>
                    <a:pt x="748" y="209"/>
                    <a:pt x="659" y="136"/>
                    <a:pt x="560" y="77"/>
                  </a:cubicBezTo>
                  <a:cubicBezTo>
                    <a:pt x="475" y="27"/>
                    <a:pt x="395" y="2"/>
                    <a:pt x="319" y="2"/>
                  </a:cubicBezTo>
                  <a:lnTo>
                    <a:pt x="320" y="1"/>
                  </a:lnTo>
                  <a:close/>
                </a:path>
              </a:pathLst>
            </a:custGeom>
            <a:solidFill>
              <a:srgbClr val="F0B228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40"/>
            <p:cNvSpPr/>
            <p:nvPr/>
          </p:nvSpPr>
          <p:spPr>
            <a:xfrm>
              <a:off x="2830600" y="556125"/>
              <a:ext cx="375" cy="250"/>
            </a:xfrm>
            <a:custGeom>
              <a:avLst/>
              <a:gdLst/>
              <a:ahLst/>
              <a:cxnLst/>
              <a:rect l="l" t="t" r="r" b="b"/>
              <a:pathLst>
                <a:path w="15" h="10" extrusionOk="0">
                  <a:moveTo>
                    <a:pt x="0" y="0"/>
                  </a:moveTo>
                  <a:lnTo>
                    <a:pt x="15" y="10"/>
                  </a:lnTo>
                  <a:lnTo>
                    <a:pt x="15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18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40"/>
            <p:cNvSpPr/>
            <p:nvPr/>
          </p:nvSpPr>
          <p:spPr>
            <a:xfrm>
              <a:off x="3034300" y="556425"/>
              <a:ext cx="203175" cy="117325"/>
            </a:xfrm>
            <a:custGeom>
              <a:avLst/>
              <a:gdLst/>
              <a:ahLst/>
              <a:cxnLst/>
              <a:rect l="l" t="t" r="r" b="b"/>
              <a:pathLst>
                <a:path w="8127" h="4693" extrusionOk="0">
                  <a:moveTo>
                    <a:pt x="8127" y="0"/>
                  </a:moveTo>
                  <a:lnTo>
                    <a:pt x="0" y="4693"/>
                  </a:lnTo>
                  <a:lnTo>
                    <a:pt x="8127" y="0"/>
                  </a:lnTo>
                  <a:lnTo>
                    <a:pt x="8127" y="0"/>
                  </a:lnTo>
                  <a:close/>
                </a:path>
              </a:pathLst>
            </a:custGeom>
            <a:solidFill>
              <a:srgbClr val="1831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320;p29">
            <a:extLst>
              <a:ext uri="{FF2B5EF4-FFF2-40B4-BE49-F238E27FC236}">
                <a16:creationId xmlns:a16="http://schemas.microsoft.com/office/drawing/2014/main" id="{CEBDC38C-3B8B-4BAC-ACBE-06D87F06DE21}"/>
              </a:ext>
            </a:extLst>
          </p:cNvPr>
          <p:cNvSpPr txBox="1">
            <a:spLocks/>
          </p:cNvSpPr>
          <p:nvPr/>
        </p:nvSpPr>
        <p:spPr>
          <a:xfrm>
            <a:off x="311700" y="34138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200" b="0" i="0" u="none" strike="noStrike" cap="none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pPr algn="l"/>
            <a:r>
              <a:rPr lang="en-GB" sz="3600" dirty="0">
                <a:solidFill>
                  <a:srgbClr val="96C7FE"/>
                </a:solidFill>
              </a:rPr>
              <a:t>USE CASE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AD087B-91F6-46B6-9CD3-AD046541DD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14" y="-19050"/>
            <a:ext cx="703510" cy="7727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42ADC0-4956-4A4A-87CE-110FD7E9DE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9982" y="1022422"/>
            <a:ext cx="4784036" cy="4205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1900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47DABCA-DFBE-408C-90C7-9014ABABFA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4434" y="0"/>
            <a:ext cx="4225780" cy="5143500"/>
          </a:xfrm>
          <a:prstGeom prst="rect">
            <a:avLst/>
          </a:prstGeom>
        </p:spPr>
      </p:pic>
      <p:pic>
        <p:nvPicPr>
          <p:cNvPr id="253" name="Picture 252">
            <a:extLst>
              <a:ext uri="{FF2B5EF4-FFF2-40B4-BE49-F238E27FC236}">
                <a16:creationId xmlns:a16="http://schemas.microsoft.com/office/drawing/2014/main" id="{440BEF64-F4B2-4438-BCC5-8ACAB03CA8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0214" y="-19050"/>
            <a:ext cx="703510" cy="77275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585D232-90F0-45D5-B6DF-4259382C4E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6" y="571500"/>
            <a:ext cx="4152752" cy="4320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5472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6A58717-504F-446E-B2D3-6F7446C69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14" y="-19050"/>
            <a:ext cx="703510" cy="7727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60C88F1-3FF3-46F9-9500-DB078ACCA0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7563" y="-1"/>
            <a:ext cx="5088874" cy="5241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1813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320;p29">
            <a:extLst>
              <a:ext uri="{FF2B5EF4-FFF2-40B4-BE49-F238E27FC236}">
                <a16:creationId xmlns:a16="http://schemas.microsoft.com/office/drawing/2014/main" id="{CEBDC38C-3B8B-4BAC-ACBE-06D87F06DE21}"/>
              </a:ext>
            </a:extLst>
          </p:cNvPr>
          <p:cNvSpPr txBox="1">
            <a:spLocks/>
          </p:cNvSpPr>
          <p:nvPr/>
        </p:nvSpPr>
        <p:spPr>
          <a:xfrm>
            <a:off x="311700" y="34138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200" b="0" i="0" u="none" strike="noStrike" cap="none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pPr algn="l"/>
            <a:r>
              <a:rPr lang="en-GB" sz="3600" dirty="0">
                <a:solidFill>
                  <a:srgbClr val="96C7FE"/>
                </a:solidFill>
              </a:rPr>
              <a:t>ACTIVITY 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5B9F53-F24F-45CC-81E5-95F9E751A9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7936" y="1021084"/>
            <a:ext cx="5068129" cy="42750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7D8C9E-6EA8-4C16-B2E1-F4A4C8A3DA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0214" y="-19050"/>
            <a:ext cx="703510" cy="772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0118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BB424BC-2C67-4362-8BF5-2324821775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4534" y="0"/>
            <a:ext cx="4094932" cy="5143500"/>
          </a:xfrm>
          <a:prstGeom prst="rect">
            <a:avLst/>
          </a:prstGeom>
        </p:spPr>
      </p:pic>
      <p:sp>
        <p:nvSpPr>
          <p:cNvPr id="7" name="Google Shape;475;p33">
            <a:extLst>
              <a:ext uri="{FF2B5EF4-FFF2-40B4-BE49-F238E27FC236}">
                <a16:creationId xmlns:a16="http://schemas.microsoft.com/office/drawing/2014/main" id="{4881F330-95DD-49BA-87E1-3FC9A893DD75}"/>
              </a:ext>
            </a:extLst>
          </p:cNvPr>
          <p:cNvSpPr txBox="1">
            <a:spLocks/>
          </p:cNvSpPr>
          <p:nvPr/>
        </p:nvSpPr>
        <p:spPr>
          <a:xfrm flipH="1">
            <a:off x="572250" y="2264449"/>
            <a:ext cx="1560600" cy="614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200" b="0" i="0" u="none" strike="noStrike" cap="none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r>
              <a:rPr lang="en-GB" sz="1600" dirty="0"/>
              <a:t>Product Owner</a:t>
            </a:r>
          </a:p>
          <a:p>
            <a:r>
              <a:rPr lang="en-GB" sz="1600" dirty="0"/>
              <a:t>Activity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9BB32E-6059-41BB-A04A-2F6E4D87AC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0214" y="-19050"/>
            <a:ext cx="703510" cy="772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4468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75;p33">
            <a:extLst>
              <a:ext uri="{FF2B5EF4-FFF2-40B4-BE49-F238E27FC236}">
                <a16:creationId xmlns:a16="http://schemas.microsoft.com/office/drawing/2014/main" id="{4881F330-95DD-49BA-87E1-3FC9A893DD75}"/>
              </a:ext>
            </a:extLst>
          </p:cNvPr>
          <p:cNvSpPr txBox="1">
            <a:spLocks/>
          </p:cNvSpPr>
          <p:nvPr/>
        </p:nvSpPr>
        <p:spPr>
          <a:xfrm flipH="1">
            <a:off x="572250" y="2264449"/>
            <a:ext cx="1560600" cy="614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200" b="0" i="0" u="none" strike="noStrike" cap="none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r>
              <a:rPr lang="en-GB" sz="1600" dirty="0" err="1"/>
              <a:t>Dosen</a:t>
            </a:r>
            <a:endParaRPr lang="en-GB" sz="1600" dirty="0"/>
          </a:p>
          <a:p>
            <a:r>
              <a:rPr lang="en-GB" sz="1600" dirty="0"/>
              <a:t>Activity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ACBDBF-5031-4F42-A6B0-5B67FACC6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14" y="-19050"/>
            <a:ext cx="703510" cy="77275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39CC42F-1912-4343-8E00-5CFECC349C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8703" y="0"/>
            <a:ext cx="4306595" cy="5266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2406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75;p33">
            <a:extLst>
              <a:ext uri="{FF2B5EF4-FFF2-40B4-BE49-F238E27FC236}">
                <a16:creationId xmlns:a16="http://schemas.microsoft.com/office/drawing/2014/main" id="{4881F330-95DD-49BA-87E1-3FC9A893DD75}"/>
              </a:ext>
            </a:extLst>
          </p:cNvPr>
          <p:cNvSpPr txBox="1">
            <a:spLocks/>
          </p:cNvSpPr>
          <p:nvPr/>
        </p:nvSpPr>
        <p:spPr>
          <a:xfrm flipH="1">
            <a:off x="572250" y="2264449"/>
            <a:ext cx="1560600" cy="614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200" b="0" i="0" u="none" strike="noStrike" cap="none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r>
              <a:rPr lang="en-GB" sz="1600" dirty="0"/>
              <a:t>Scrum Master</a:t>
            </a:r>
          </a:p>
          <a:p>
            <a:r>
              <a:rPr lang="en-GB" sz="1600" dirty="0"/>
              <a:t>Activity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2BF246-9A2B-4BE8-BEA7-76A7311887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5359" y="0"/>
            <a:ext cx="2653283" cy="52425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894991-38B4-4C56-8553-74886CCD7C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0214" y="-19050"/>
            <a:ext cx="703510" cy="772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9806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Google Shape;1846;p49"/>
          <p:cNvSpPr/>
          <p:nvPr/>
        </p:nvSpPr>
        <p:spPr>
          <a:xfrm>
            <a:off x="865500" y="-1134700"/>
            <a:ext cx="7413000" cy="7413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7" name="Google Shape;1847;p49"/>
          <p:cNvSpPr txBox="1">
            <a:spLocks noGrp="1"/>
          </p:cNvSpPr>
          <p:nvPr>
            <p:ph type="ctrTitle"/>
          </p:nvPr>
        </p:nvSpPr>
        <p:spPr>
          <a:xfrm flipH="1">
            <a:off x="1619069" y="2259124"/>
            <a:ext cx="3690300" cy="45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IMPLEMENTASI</a:t>
            </a:r>
            <a:br>
              <a:rPr lang="en-GB" dirty="0"/>
            </a:br>
            <a:r>
              <a:rPr lang="en-GB" dirty="0"/>
              <a:t>SCRUM</a:t>
            </a:r>
            <a:endParaRPr dirty="0"/>
          </a:p>
        </p:txBody>
      </p:sp>
      <p:sp>
        <p:nvSpPr>
          <p:cNvPr id="1848" name="Google Shape;1848;p49"/>
          <p:cNvSpPr txBox="1">
            <a:spLocks noGrp="1"/>
          </p:cNvSpPr>
          <p:nvPr>
            <p:ph type="title" idx="2"/>
          </p:nvPr>
        </p:nvSpPr>
        <p:spPr>
          <a:xfrm flipH="1">
            <a:off x="1619119" y="2961488"/>
            <a:ext cx="22407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lt1"/>
                </a:solidFill>
              </a:rPr>
              <a:t>07</a:t>
            </a:r>
            <a:endParaRPr dirty="0">
              <a:solidFill>
                <a:schemeClr val="lt1"/>
              </a:solidFill>
            </a:endParaRP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4D38DBC9-F300-4491-9B49-7A329B380017}"/>
              </a:ext>
            </a:extLst>
          </p:cNvPr>
          <p:cNvGrpSpPr/>
          <p:nvPr/>
        </p:nvGrpSpPr>
        <p:grpSpPr>
          <a:xfrm>
            <a:off x="4854114" y="1523751"/>
            <a:ext cx="3879642" cy="2875473"/>
            <a:chOff x="1215031" y="2281069"/>
            <a:chExt cx="4518911" cy="3091032"/>
          </a:xfrm>
        </p:grpSpPr>
        <p:sp>
          <p:nvSpPr>
            <p:cNvPr id="88" name="Google Shape;2040;p53">
              <a:extLst>
                <a:ext uri="{FF2B5EF4-FFF2-40B4-BE49-F238E27FC236}">
                  <a16:creationId xmlns:a16="http://schemas.microsoft.com/office/drawing/2014/main" id="{08E63447-BA42-49F9-9673-4C707999A4AA}"/>
                </a:ext>
              </a:extLst>
            </p:cNvPr>
            <p:cNvSpPr/>
            <p:nvPr/>
          </p:nvSpPr>
          <p:spPr>
            <a:xfrm>
              <a:off x="5285790" y="3817633"/>
              <a:ext cx="387936" cy="390700"/>
            </a:xfrm>
            <a:custGeom>
              <a:avLst/>
              <a:gdLst/>
              <a:ahLst/>
              <a:cxnLst/>
              <a:rect l="l" t="t" r="r" b="b"/>
              <a:pathLst>
                <a:path w="19089" h="19225" extrusionOk="0">
                  <a:moveTo>
                    <a:pt x="14327" y="1"/>
                  </a:moveTo>
                  <a:lnTo>
                    <a:pt x="0" y="8272"/>
                  </a:lnTo>
                  <a:lnTo>
                    <a:pt x="19089" y="19224"/>
                  </a:lnTo>
                  <a:lnTo>
                    <a:pt x="19089" y="2746"/>
                  </a:lnTo>
                  <a:lnTo>
                    <a:pt x="14327" y="1"/>
                  </a:lnTo>
                  <a:close/>
                </a:path>
              </a:pathLst>
            </a:custGeom>
            <a:solidFill>
              <a:srgbClr val="6F22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2041;p53">
              <a:extLst>
                <a:ext uri="{FF2B5EF4-FFF2-40B4-BE49-F238E27FC236}">
                  <a16:creationId xmlns:a16="http://schemas.microsoft.com/office/drawing/2014/main" id="{C5D1F068-75F5-442C-BD46-3C6B7F88961C}"/>
                </a:ext>
              </a:extLst>
            </p:cNvPr>
            <p:cNvSpPr/>
            <p:nvPr/>
          </p:nvSpPr>
          <p:spPr>
            <a:xfrm>
              <a:off x="1229216" y="3777638"/>
              <a:ext cx="2565086" cy="1594463"/>
            </a:xfrm>
            <a:custGeom>
              <a:avLst/>
              <a:gdLst/>
              <a:ahLst/>
              <a:cxnLst/>
              <a:rect l="l" t="t" r="r" b="b"/>
              <a:pathLst>
                <a:path w="126219" h="78458" extrusionOk="0">
                  <a:moveTo>
                    <a:pt x="0" y="0"/>
                  </a:moveTo>
                  <a:lnTo>
                    <a:pt x="0" y="4460"/>
                  </a:lnTo>
                  <a:cubicBezTo>
                    <a:pt x="0" y="5977"/>
                    <a:pt x="1136" y="7863"/>
                    <a:pt x="2537" y="8672"/>
                  </a:cubicBezTo>
                  <a:lnTo>
                    <a:pt x="116699" y="74580"/>
                  </a:lnTo>
                  <a:cubicBezTo>
                    <a:pt x="116699" y="74580"/>
                    <a:pt x="116734" y="74604"/>
                    <a:pt x="116792" y="74639"/>
                  </a:cubicBezTo>
                  <a:cubicBezTo>
                    <a:pt x="116862" y="74674"/>
                    <a:pt x="116957" y="74721"/>
                    <a:pt x="117074" y="74791"/>
                  </a:cubicBezTo>
                  <a:cubicBezTo>
                    <a:pt x="117167" y="74849"/>
                    <a:pt x="117261" y="74908"/>
                    <a:pt x="117390" y="74979"/>
                  </a:cubicBezTo>
                  <a:cubicBezTo>
                    <a:pt x="117508" y="75049"/>
                    <a:pt x="117636" y="75120"/>
                    <a:pt x="117788" y="75213"/>
                  </a:cubicBezTo>
                  <a:cubicBezTo>
                    <a:pt x="118080" y="75376"/>
                    <a:pt x="118421" y="75576"/>
                    <a:pt x="118796" y="75786"/>
                  </a:cubicBezTo>
                  <a:lnTo>
                    <a:pt x="119603" y="76254"/>
                  </a:lnTo>
                  <a:cubicBezTo>
                    <a:pt x="120177" y="76584"/>
                    <a:pt x="120797" y="76946"/>
                    <a:pt x="121453" y="77321"/>
                  </a:cubicBezTo>
                  <a:cubicBezTo>
                    <a:pt x="122759" y="78070"/>
                    <a:pt x="124451" y="78457"/>
                    <a:pt x="126147" y="78457"/>
                  </a:cubicBezTo>
                  <a:cubicBezTo>
                    <a:pt x="126171" y="78457"/>
                    <a:pt x="126195" y="78457"/>
                    <a:pt x="126219" y="78457"/>
                  </a:cubicBezTo>
                  <a:lnTo>
                    <a:pt x="126219" y="72882"/>
                  </a:lnTo>
                  <a:cubicBezTo>
                    <a:pt x="124380" y="72882"/>
                    <a:pt x="122554" y="72472"/>
                    <a:pt x="121149" y="71665"/>
                  </a:cubicBezTo>
                  <a:cubicBezTo>
                    <a:pt x="121149" y="71665"/>
                    <a:pt x="116699" y="69100"/>
                    <a:pt x="116699" y="69089"/>
                  </a:cubicBezTo>
                  <a:lnTo>
                    <a:pt x="2535" y="3178"/>
                  </a:lnTo>
                  <a:cubicBezTo>
                    <a:pt x="1742" y="2719"/>
                    <a:pt x="0" y="1694"/>
                    <a:pt x="0" y="0"/>
                  </a:cubicBez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2042;p53">
              <a:extLst>
                <a:ext uri="{FF2B5EF4-FFF2-40B4-BE49-F238E27FC236}">
                  <a16:creationId xmlns:a16="http://schemas.microsoft.com/office/drawing/2014/main" id="{67BB1474-A571-4B13-859E-1A2E508330EA}"/>
                </a:ext>
              </a:extLst>
            </p:cNvPr>
            <p:cNvSpPr/>
            <p:nvPr/>
          </p:nvSpPr>
          <p:spPr>
            <a:xfrm>
              <a:off x="1215031" y="2727839"/>
              <a:ext cx="4422013" cy="2530964"/>
            </a:xfrm>
            <a:custGeom>
              <a:avLst/>
              <a:gdLst/>
              <a:ahLst/>
              <a:cxnLst/>
              <a:rect l="l" t="t" r="r" b="b"/>
              <a:pathLst>
                <a:path w="217592" h="124540" extrusionOk="0">
                  <a:moveTo>
                    <a:pt x="89368" y="0"/>
                  </a:moveTo>
                  <a:cubicBezTo>
                    <a:pt x="87519" y="0"/>
                    <a:pt x="85667" y="410"/>
                    <a:pt x="84258" y="1230"/>
                  </a:cubicBezTo>
                  <a:lnTo>
                    <a:pt x="16663" y="40628"/>
                  </a:lnTo>
                  <a:lnTo>
                    <a:pt x="2787" y="48720"/>
                  </a:lnTo>
                  <a:cubicBezTo>
                    <a:pt x="0" y="50347"/>
                    <a:pt x="0" y="52983"/>
                    <a:pt x="2799" y="54599"/>
                  </a:cubicBezTo>
                  <a:lnTo>
                    <a:pt x="117408" y="120757"/>
                  </a:lnTo>
                  <a:lnTo>
                    <a:pt x="121845" y="123322"/>
                  </a:lnTo>
                  <a:cubicBezTo>
                    <a:pt x="123252" y="124129"/>
                    <a:pt x="125089" y="124539"/>
                    <a:pt x="126917" y="124539"/>
                  </a:cubicBezTo>
                  <a:cubicBezTo>
                    <a:pt x="126921" y="124539"/>
                    <a:pt x="126924" y="124539"/>
                    <a:pt x="126928" y="124539"/>
                  </a:cubicBezTo>
                  <a:cubicBezTo>
                    <a:pt x="128818" y="124539"/>
                    <a:pt x="130505" y="124134"/>
                    <a:pt x="131987" y="123310"/>
                  </a:cubicBezTo>
                  <a:lnTo>
                    <a:pt x="136426" y="120746"/>
                  </a:lnTo>
                  <a:lnTo>
                    <a:pt x="136437" y="120746"/>
                  </a:lnTo>
                  <a:lnTo>
                    <a:pt x="215578" y="75047"/>
                  </a:lnTo>
                  <a:cubicBezTo>
                    <a:pt x="215683" y="74976"/>
                    <a:pt x="215800" y="74895"/>
                    <a:pt x="215906" y="74813"/>
                  </a:cubicBezTo>
                  <a:cubicBezTo>
                    <a:pt x="216023" y="74731"/>
                    <a:pt x="216128" y="74626"/>
                    <a:pt x="216245" y="74520"/>
                  </a:cubicBezTo>
                  <a:lnTo>
                    <a:pt x="216444" y="74321"/>
                  </a:lnTo>
                  <a:cubicBezTo>
                    <a:pt x="216536" y="74216"/>
                    <a:pt x="216623" y="74107"/>
                    <a:pt x="216702" y="73993"/>
                  </a:cubicBezTo>
                  <a:cubicBezTo>
                    <a:pt x="216819" y="73853"/>
                    <a:pt x="216912" y="73701"/>
                    <a:pt x="217006" y="73536"/>
                  </a:cubicBezTo>
                  <a:cubicBezTo>
                    <a:pt x="217098" y="73378"/>
                    <a:pt x="217180" y="73213"/>
                    <a:pt x="217253" y="73044"/>
                  </a:cubicBezTo>
                  <a:cubicBezTo>
                    <a:pt x="217330" y="72882"/>
                    <a:pt x="217392" y="72715"/>
                    <a:pt x="217439" y="72541"/>
                  </a:cubicBezTo>
                  <a:cubicBezTo>
                    <a:pt x="217484" y="72395"/>
                    <a:pt x="217518" y="72246"/>
                    <a:pt x="217544" y="72096"/>
                  </a:cubicBezTo>
                  <a:cubicBezTo>
                    <a:pt x="217561" y="72060"/>
                    <a:pt x="217564" y="72018"/>
                    <a:pt x="217556" y="71979"/>
                  </a:cubicBezTo>
                  <a:cubicBezTo>
                    <a:pt x="217580" y="71920"/>
                    <a:pt x="217580" y="71862"/>
                    <a:pt x="217591" y="71803"/>
                  </a:cubicBezTo>
                  <a:lnTo>
                    <a:pt x="217580" y="71792"/>
                  </a:lnTo>
                  <a:lnTo>
                    <a:pt x="205073" y="64636"/>
                  </a:lnTo>
                  <a:lnTo>
                    <a:pt x="200306" y="61897"/>
                  </a:lnTo>
                  <a:lnTo>
                    <a:pt x="94400" y="1195"/>
                  </a:lnTo>
                  <a:cubicBezTo>
                    <a:pt x="93010" y="399"/>
                    <a:pt x="91190" y="0"/>
                    <a:pt x="89368" y="0"/>
                  </a:cubicBezTo>
                  <a:close/>
                </a:path>
              </a:pathLst>
            </a:custGeom>
            <a:solidFill>
              <a:srgbClr val="922D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2043;p53">
              <a:extLst>
                <a:ext uri="{FF2B5EF4-FFF2-40B4-BE49-F238E27FC236}">
                  <a16:creationId xmlns:a16="http://schemas.microsoft.com/office/drawing/2014/main" id="{7B76D70A-4B5E-499F-AF81-712E1EF00B4B}"/>
                </a:ext>
              </a:extLst>
            </p:cNvPr>
            <p:cNvSpPr/>
            <p:nvPr/>
          </p:nvSpPr>
          <p:spPr>
            <a:xfrm>
              <a:off x="1295589" y="3455913"/>
              <a:ext cx="4281483" cy="1745865"/>
            </a:xfrm>
            <a:custGeom>
              <a:avLst/>
              <a:gdLst/>
              <a:ahLst/>
              <a:cxnLst/>
              <a:rect l="l" t="t" r="r" b="b"/>
              <a:pathLst>
                <a:path w="210677" h="85908" extrusionOk="0">
                  <a:moveTo>
                    <a:pt x="0" y="1"/>
                  </a:moveTo>
                  <a:lnTo>
                    <a:pt x="0" y="14140"/>
                  </a:lnTo>
                  <a:cubicBezTo>
                    <a:pt x="0" y="15186"/>
                    <a:pt x="557" y="16153"/>
                    <a:pt x="1464" y="16676"/>
                  </a:cubicBezTo>
                  <a:lnTo>
                    <a:pt x="120025" y="85123"/>
                  </a:lnTo>
                  <a:cubicBezTo>
                    <a:pt x="120931" y="85646"/>
                    <a:pt x="121942" y="85907"/>
                    <a:pt x="122953" y="85907"/>
                  </a:cubicBezTo>
                  <a:cubicBezTo>
                    <a:pt x="123964" y="85907"/>
                    <a:pt x="124974" y="85646"/>
                    <a:pt x="125880" y="85123"/>
                  </a:cubicBezTo>
                  <a:lnTo>
                    <a:pt x="210663" y="36173"/>
                  </a:lnTo>
                  <a:lnTo>
                    <a:pt x="210676" y="20547"/>
                  </a:lnTo>
                  <a:lnTo>
                    <a:pt x="122953" y="7118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8C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2044;p53">
              <a:extLst>
                <a:ext uri="{FF2B5EF4-FFF2-40B4-BE49-F238E27FC236}">
                  <a16:creationId xmlns:a16="http://schemas.microsoft.com/office/drawing/2014/main" id="{F7559BBE-DD89-4250-8DF9-4573A642C3A2}"/>
                </a:ext>
              </a:extLst>
            </p:cNvPr>
            <p:cNvSpPr/>
            <p:nvPr/>
          </p:nvSpPr>
          <p:spPr>
            <a:xfrm>
              <a:off x="1295549" y="3455913"/>
              <a:ext cx="2498753" cy="1745865"/>
            </a:xfrm>
            <a:custGeom>
              <a:avLst/>
              <a:gdLst/>
              <a:ahLst/>
              <a:cxnLst/>
              <a:rect l="l" t="t" r="r" b="b"/>
              <a:pathLst>
                <a:path w="122955" h="85908" extrusionOk="0">
                  <a:moveTo>
                    <a:pt x="2" y="1"/>
                  </a:moveTo>
                  <a:lnTo>
                    <a:pt x="2" y="14140"/>
                  </a:lnTo>
                  <a:cubicBezTo>
                    <a:pt x="1" y="15186"/>
                    <a:pt x="559" y="16153"/>
                    <a:pt x="1466" y="16676"/>
                  </a:cubicBezTo>
                  <a:lnTo>
                    <a:pt x="120027" y="85123"/>
                  </a:lnTo>
                  <a:cubicBezTo>
                    <a:pt x="120917" y="85637"/>
                    <a:pt x="121926" y="85908"/>
                    <a:pt x="122955" y="85908"/>
                  </a:cubicBezTo>
                  <a:lnTo>
                    <a:pt x="122955" y="71186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2045;p53">
              <a:extLst>
                <a:ext uri="{FF2B5EF4-FFF2-40B4-BE49-F238E27FC236}">
                  <a16:creationId xmlns:a16="http://schemas.microsoft.com/office/drawing/2014/main" id="{425631B3-ED54-429F-9320-D170DAF6D896}"/>
                </a:ext>
              </a:extLst>
            </p:cNvPr>
            <p:cNvSpPr/>
            <p:nvPr/>
          </p:nvSpPr>
          <p:spPr>
            <a:xfrm>
              <a:off x="5552828" y="3891587"/>
              <a:ext cx="48469" cy="340077"/>
            </a:xfrm>
            <a:custGeom>
              <a:avLst/>
              <a:gdLst/>
              <a:ahLst/>
              <a:cxnLst/>
              <a:rect l="l" t="t" r="r" b="b"/>
              <a:pathLst>
                <a:path w="2385" h="16734" extrusionOk="0">
                  <a:moveTo>
                    <a:pt x="1629" y="0"/>
                  </a:moveTo>
                  <a:cubicBezTo>
                    <a:pt x="1494" y="0"/>
                    <a:pt x="1347" y="42"/>
                    <a:pt x="1194" y="131"/>
                  </a:cubicBezTo>
                  <a:cubicBezTo>
                    <a:pt x="535" y="511"/>
                    <a:pt x="0" y="1604"/>
                    <a:pt x="0" y="2576"/>
                  </a:cubicBezTo>
                  <a:lnTo>
                    <a:pt x="0" y="15533"/>
                  </a:lnTo>
                  <a:cubicBezTo>
                    <a:pt x="0" y="16278"/>
                    <a:pt x="314" y="16734"/>
                    <a:pt x="756" y="16734"/>
                  </a:cubicBezTo>
                  <a:cubicBezTo>
                    <a:pt x="889" y="16734"/>
                    <a:pt x="1034" y="16692"/>
                    <a:pt x="1186" y="16604"/>
                  </a:cubicBezTo>
                  <a:cubicBezTo>
                    <a:pt x="1841" y="16226"/>
                    <a:pt x="2373" y="15133"/>
                    <a:pt x="2373" y="14164"/>
                  </a:cubicBezTo>
                  <a:lnTo>
                    <a:pt x="2384" y="1199"/>
                  </a:lnTo>
                  <a:cubicBezTo>
                    <a:pt x="2385" y="456"/>
                    <a:pt x="2072" y="0"/>
                    <a:pt x="1629" y="0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2046;p53">
              <a:extLst>
                <a:ext uri="{FF2B5EF4-FFF2-40B4-BE49-F238E27FC236}">
                  <a16:creationId xmlns:a16="http://schemas.microsoft.com/office/drawing/2014/main" id="{D0054866-F580-43AB-A0C3-C227BF87190F}"/>
                </a:ext>
              </a:extLst>
            </p:cNvPr>
            <p:cNvSpPr/>
            <p:nvPr/>
          </p:nvSpPr>
          <p:spPr>
            <a:xfrm>
              <a:off x="1229216" y="3331133"/>
              <a:ext cx="2565065" cy="1594503"/>
            </a:xfrm>
            <a:custGeom>
              <a:avLst/>
              <a:gdLst/>
              <a:ahLst/>
              <a:cxnLst/>
              <a:rect l="l" t="t" r="r" b="b"/>
              <a:pathLst>
                <a:path w="126218" h="78460" extrusionOk="0">
                  <a:moveTo>
                    <a:pt x="2" y="1"/>
                  </a:moveTo>
                  <a:cubicBezTo>
                    <a:pt x="2" y="1"/>
                    <a:pt x="0" y="3753"/>
                    <a:pt x="0" y="4463"/>
                  </a:cubicBezTo>
                  <a:cubicBezTo>
                    <a:pt x="0" y="5979"/>
                    <a:pt x="1135" y="7864"/>
                    <a:pt x="2535" y="8673"/>
                  </a:cubicBezTo>
                  <a:lnTo>
                    <a:pt x="54915" y="38903"/>
                  </a:lnTo>
                  <a:cubicBezTo>
                    <a:pt x="54915" y="38903"/>
                    <a:pt x="116697" y="74584"/>
                    <a:pt x="116721" y="74595"/>
                  </a:cubicBezTo>
                  <a:lnTo>
                    <a:pt x="116909" y="74701"/>
                  </a:lnTo>
                  <a:cubicBezTo>
                    <a:pt x="117237" y="74899"/>
                    <a:pt x="117903" y="75287"/>
                    <a:pt x="118794" y="75790"/>
                  </a:cubicBezTo>
                  <a:lnTo>
                    <a:pt x="119601" y="76258"/>
                  </a:lnTo>
                  <a:cubicBezTo>
                    <a:pt x="120176" y="76586"/>
                    <a:pt x="120796" y="76950"/>
                    <a:pt x="121451" y="77325"/>
                  </a:cubicBezTo>
                  <a:cubicBezTo>
                    <a:pt x="122755" y="78072"/>
                    <a:pt x="124443" y="78460"/>
                    <a:pt x="126136" y="78460"/>
                  </a:cubicBezTo>
                  <a:cubicBezTo>
                    <a:pt x="126163" y="78460"/>
                    <a:pt x="126190" y="78460"/>
                    <a:pt x="126217" y="78459"/>
                  </a:cubicBezTo>
                  <a:lnTo>
                    <a:pt x="126217" y="72862"/>
                  </a:lnTo>
                  <a:cubicBezTo>
                    <a:pt x="124380" y="72862"/>
                    <a:pt x="122552" y="72463"/>
                    <a:pt x="121136" y="71644"/>
                  </a:cubicBezTo>
                  <a:cubicBezTo>
                    <a:pt x="121136" y="71644"/>
                    <a:pt x="116708" y="69091"/>
                    <a:pt x="116697" y="69091"/>
                  </a:cubicBezTo>
                  <a:lnTo>
                    <a:pt x="59681" y="36163"/>
                  </a:lnTo>
                  <a:lnTo>
                    <a:pt x="2535" y="3182"/>
                  </a:lnTo>
                  <a:cubicBezTo>
                    <a:pt x="1791" y="2751"/>
                    <a:pt x="2" y="1754"/>
                    <a:pt x="2" y="1"/>
                  </a:cubicBez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2047;p53">
              <a:extLst>
                <a:ext uri="{FF2B5EF4-FFF2-40B4-BE49-F238E27FC236}">
                  <a16:creationId xmlns:a16="http://schemas.microsoft.com/office/drawing/2014/main" id="{3F65A103-2B2C-421F-A77A-C47D5C0395B8}"/>
                </a:ext>
              </a:extLst>
            </p:cNvPr>
            <p:cNvSpPr/>
            <p:nvPr/>
          </p:nvSpPr>
          <p:spPr>
            <a:xfrm>
              <a:off x="1215031" y="2281069"/>
              <a:ext cx="4490053" cy="2530842"/>
            </a:xfrm>
            <a:custGeom>
              <a:avLst/>
              <a:gdLst/>
              <a:ahLst/>
              <a:cxnLst/>
              <a:rect l="l" t="t" r="r" b="b"/>
              <a:pathLst>
                <a:path w="220940" h="124534" extrusionOk="0">
                  <a:moveTo>
                    <a:pt x="220779" y="73670"/>
                  </a:moveTo>
                  <a:lnTo>
                    <a:pt x="220940" y="73762"/>
                  </a:lnTo>
                  <a:cubicBezTo>
                    <a:pt x="220890" y="73726"/>
                    <a:pt x="220836" y="73695"/>
                    <a:pt x="220779" y="73670"/>
                  </a:cubicBezTo>
                  <a:close/>
                  <a:moveTo>
                    <a:pt x="89377" y="0"/>
                  </a:moveTo>
                  <a:cubicBezTo>
                    <a:pt x="87525" y="0"/>
                    <a:pt x="85670" y="413"/>
                    <a:pt x="84258" y="1234"/>
                  </a:cubicBezTo>
                  <a:lnTo>
                    <a:pt x="2787" y="48726"/>
                  </a:lnTo>
                  <a:cubicBezTo>
                    <a:pt x="0" y="50353"/>
                    <a:pt x="0" y="52975"/>
                    <a:pt x="2799" y="54603"/>
                  </a:cubicBezTo>
                  <a:lnTo>
                    <a:pt x="16663" y="62612"/>
                  </a:lnTo>
                  <a:lnTo>
                    <a:pt x="117408" y="120761"/>
                  </a:lnTo>
                  <a:lnTo>
                    <a:pt x="121845" y="123326"/>
                  </a:lnTo>
                  <a:cubicBezTo>
                    <a:pt x="123252" y="124133"/>
                    <a:pt x="125089" y="124532"/>
                    <a:pt x="126917" y="124532"/>
                  </a:cubicBezTo>
                  <a:cubicBezTo>
                    <a:pt x="126965" y="124533"/>
                    <a:pt x="127012" y="124533"/>
                    <a:pt x="127060" y="124533"/>
                  </a:cubicBezTo>
                  <a:cubicBezTo>
                    <a:pt x="128937" y="124533"/>
                    <a:pt x="130556" y="124078"/>
                    <a:pt x="131998" y="123314"/>
                  </a:cubicBezTo>
                  <a:lnTo>
                    <a:pt x="136426" y="120761"/>
                  </a:lnTo>
                  <a:lnTo>
                    <a:pt x="136437" y="120761"/>
                  </a:lnTo>
                  <a:lnTo>
                    <a:pt x="200308" y="83881"/>
                  </a:lnTo>
                  <a:lnTo>
                    <a:pt x="214324" y="75789"/>
                  </a:lnTo>
                  <a:lnTo>
                    <a:pt x="217287" y="74080"/>
                  </a:lnTo>
                  <a:cubicBezTo>
                    <a:pt x="217697" y="73857"/>
                    <a:pt x="218083" y="73681"/>
                    <a:pt x="218458" y="73564"/>
                  </a:cubicBezTo>
                  <a:cubicBezTo>
                    <a:pt x="218658" y="73505"/>
                    <a:pt x="218832" y="73458"/>
                    <a:pt x="219020" y="73436"/>
                  </a:cubicBezTo>
                  <a:cubicBezTo>
                    <a:pt x="219194" y="73404"/>
                    <a:pt x="219369" y="73388"/>
                    <a:pt x="219546" y="73388"/>
                  </a:cubicBezTo>
                  <a:cubicBezTo>
                    <a:pt x="219554" y="73388"/>
                    <a:pt x="219562" y="73388"/>
                    <a:pt x="219571" y="73388"/>
                  </a:cubicBezTo>
                  <a:cubicBezTo>
                    <a:pt x="219688" y="73390"/>
                    <a:pt x="219805" y="73398"/>
                    <a:pt x="219922" y="73412"/>
                  </a:cubicBezTo>
                  <a:cubicBezTo>
                    <a:pt x="220033" y="73421"/>
                    <a:pt x="220144" y="73445"/>
                    <a:pt x="220250" y="73482"/>
                  </a:cubicBezTo>
                  <a:cubicBezTo>
                    <a:pt x="220327" y="73493"/>
                    <a:pt x="220403" y="73516"/>
                    <a:pt x="220473" y="73551"/>
                  </a:cubicBezTo>
                  <a:cubicBezTo>
                    <a:pt x="220547" y="73564"/>
                    <a:pt x="220620" y="73591"/>
                    <a:pt x="220683" y="73633"/>
                  </a:cubicBezTo>
                  <a:cubicBezTo>
                    <a:pt x="220716" y="73644"/>
                    <a:pt x="220748" y="73656"/>
                    <a:pt x="220779" y="73670"/>
                  </a:cubicBezTo>
                  <a:lnTo>
                    <a:pt x="220779" y="73670"/>
                  </a:lnTo>
                  <a:lnTo>
                    <a:pt x="94400" y="1199"/>
                  </a:lnTo>
                  <a:cubicBezTo>
                    <a:pt x="93012" y="399"/>
                    <a:pt x="91197" y="0"/>
                    <a:pt x="89377" y="0"/>
                  </a:cubicBez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2048;p53">
              <a:extLst>
                <a:ext uri="{FF2B5EF4-FFF2-40B4-BE49-F238E27FC236}">
                  <a16:creationId xmlns:a16="http://schemas.microsoft.com/office/drawing/2014/main" id="{735F4976-908A-454B-ACBA-33CEEBC2D195}"/>
                </a:ext>
              </a:extLst>
            </p:cNvPr>
            <p:cNvSpPr/>
            <p:nvPr/>
          </p:nvSpPr>
          <p:spPr>
            <a:xfrm>
              <a:off x="3794281" y="3772497"/>
              <a:ext cx="1939661" cy="1599604"/>
            </a:xfrm>
            <a:custGeom>
              <a:avLst/>
              <a:gdLst/>
              <a:ahLst/>
              <a:cxnLst/>
              <a:rect l="l" t="t" r="r" b="b"/>
              <a:pathLst>
                <a:path w="95444" h="78711" extrusionOk="0">
                  <a:moveTo>
                    <a:pt x="92630" y="0"/>
                  </a:moveTo>
                  <a:cubicBezTo>
                    <a:pt x="92453" y="0"/>
                    <a:pt x="92278" y="16"/>
                    <a:pt x="92104" y="46"/>
                  </a:cubicBezTo>
                  <a:cubicBezTo>
                    <a:pt x="91917" y="70"/>
                    <a:pt x="91742" y="117"/>
                    <a:pt x="91542" y="176"/>
                  </a:cubicBezTo>
                  <a:cubicBezTo>
                    <a:pt x="91167" y="293"/>
                    <a:pt x="90781" y="469"/>
                    <a:pt x="90371" y="690"/>
                  </a:cubicBezTo>
                  <a:lnTo>
                    <a:pt x="87408" y="2401"/>
                  </a:lnTo>
                  <a:lnTo>
                    <a:pt x="73390" y="10493"/>
                  </a:lnTo>
                  <a:lnTo>
                    <a:pt x="9521" y="47373"/>
                  </a:lnTo>
                  <a:lnTo>
                    <a:pt x="9510" y="47373"/>
                  </a:lnTo>
                  <a:lnTo>
                    <a:pt x="5082" y="49926"/>
                  </a:lnTo>
                  <a:lnTo>
                    <a:pt x="5071" y="49938"/>
                  </a:lnTo>
                  <a:cubicBezTo>
                    <a:pt x="3667" y="50745"/>
                    <a:pt x="1840" y="51144"/>
                    <a:pt x="1" y="51144"/>
                  </a:cubicBezTo>
                  <a:lnTo>
                    <a:pt x="1" y="56743"/>
                  </a:lnTo>
                  <a:cubicBezTo>
                    <a:pt x="25" y="56743"/>
                    <a:pt x="49" y="56743"/>
                    <a:pt x="73" y="56743"/>
                  </a:cubicBezTo>
                  <a:cubicBezTo>
                    <a:pt x="1769" y="56743"/>
                    <a:pt x="3461" y="56356"/>
                    <a:pt x="4767" y="55607"/>
                  </a:cubicBezTo>
                  <a:cubicBezTo>
                    <a:pt x="5422" y="55232"/>
                    <a:pt x="6043" y="54869"/>
                    <a:pt x="6617" y="54540"/>
                  </a:cubicBezTo>
                  <a:lnTo>
                    <a:pt x="7426" y="54072"/>
                  </a:lnTo>
                  <a:cubicBezTo>
                    <a:pt x="8315" y="53569"/>
                    <a:pt x="8983" y="53182"/>
                    <a:pt x="9310" y="52983"/>
                  </a:cubicBezTo>
                  <a:lnTo>
                    <a:pt x="9497" y="52879"/>
                  </a:lnTo>
                  <a:cubicBezTo>
                    <a:pt x="9503" y="52871"/>
                    <a:pt x="9511" y="52868"/>
                    <a:pt x="9521" y="52866"/>
                  </a:cubicBezTo>
                  <a:lnTo>
                    <a:pt x="78158" y="13234"/>
                  </a:lnTo>
                  <a:lnTo>
                    <a:pt x="88662" y="7167"/>
                  </a:lnTo>
                  <a:cubicBezTo>
                    <a:pt x="88985" y="6980"/>
                    <a:pt x="89290" y="6892"/>
                    <a:pt x="89562" y="6892"/>
                  </a:cubicBezTo>
                  <a:cubicBezTo>
                    <a:pt x="90227" y="6892"/>
                    <a:pt x="90688" y="7423"/>
                    <a:pt x="90688" y="8338"/>
                  </a:cubicBezTo>
                  <a:lnTo>
                    <a:pt x="90688" y="20130"/>
                  </a:lnTo>
                  <a:cubicBezTo>
                    <a:pt x="90691" y="20216"/>
                    <a:pt x="90683" y="20303"/>
                    <a:pt x="90664" y="20387"/>
                  </a:cubicBezTo>
                  <a:cubicBezTo>
                    <a:pt x="90677" y="20447"/>
                    <a:pt x="90664" y="20504"/>
                    <a:pt x="90640" y="20575"/>
                  </a:cubicBezTo>
                  <a:cubicBezTo>
                    <a:pt x="90650" y="20613"/>
                    <a:pt x="90645" y="20654"/>
                    <a:pt x="90629" y="20692"/>
                  </a:cubicBezTo>
                  <a:cubicBezTo>
                    <a:pt x="90604" y="20842"/>
                    <a:pt x="90569" y="20991"/>
                    <a:pt x="90523" y="21137"/>
                  </a:cubicBezTo>
                  <a:cubicBezTo>
                    <a:pt x="90477" y="21309"/>
                    <a:pt x="90414" y="21478"/>
                    <a:pt x="90337" y="21640"/>
                  </a:cubicBezTo>
                  <a:cubicBezTo>
                    <a:pt x="90264" y="21808"/>
                    <a:pt x="90182" y="21972"/>
                    <a:pt x="90091" y="22132"/>
                  </a:cubicBezTo>
                  <a:cubicBezTo>
                    <a:pt x="89996" y="22297"/>
                    <a:pt x="89903" y="22449"/>
                    <a:pt x="89786" y="22589"/>
                  </a:cubicBezTo>
                  <a:cubicBezTo>
                    <a:pt x="89707" y="22703"/>
                    <a:pt x="89621" y="22812"/>
                    <a:pt x="89530" y="22917"/>
                  </a:cubicBezTo>
                  <a:lnTo>
                    <a:pt x="89330" y="23116"/>
                  </a:lnTo>
                  <a:cubicBezTo>
                    <a:pt x="89227" y="23225"/>
                    <a:pt x="89113" y="23324"/>
                    <a:pt x="88990" y="23409"/>
                  </a:cubicBezTo>
                  <a:cubicBezTo>
                    <a:pt x="88886" y="23490"/>
                    <a:pt x="88768" y="23572"/>
                    <a:pt x="88662" y="23643"/>
                  </a:cubicBezTo>
                  <a:lnTo>
                    <a:pt x="9522" y="69341"/>
                  </a:lnTo>
                  <a:lnTo>
                    <a:pt x="9522" y="69353"/>
                  </a:lnTo>
                  <a:lnTo>
                    <a:pt x="5071" y="71917"/>
                  </a:lnTo>
                  <a:cubicBezTo>
                    <a:pt x="3667" y="72725"/>
                    <a:pt x="1840" y="73135"/>
                    <a:pt x="1" y="73135"/>
                  </a:cubicBezTo>
                  <a:lnTo>
                    <a:pt x="1" y="78710"/>
                  </a:lnTo>
                  <a:cubicBezTo>
                    <a:pt x="25" y="78710"/>
                    <a:pt x="49" y="78710"/>
                    <a:pt x="73" y="78710"/>
                  </a:cubicBezTo>
                  <a:cubicBezTo>
                    <a:pt x="1769" y="78710"/>
                    <a:pt x="3461" y="78323"/>
                    <a:pt x="4767" y="77574"/>
                  </a:cubicBezTo>
                  <a:cubicBezTo>
                    <a:pt x="5422" y="77199"/>
                    <a:pt x="6043" y="76837"/>
                    <a:pt x="6617" y="76507"/>
                  </a:cubicBezTo>
                  <a:lnTo>
                    <a:pt x="7426" y="76039"/>
                  </a:lnTo>
                  <a:cubicBezTo>
                    <a:pt x="7799" y="75829"/>
                    <a:pt x="8139" y="75629"/>
                    <a:pt x="8432" y="75466"/>
                  </a:cubicBezTo>
                  <a:cubicBezTo>
                    <a:pt x="8584" y="75373"/>
                    <a:pt x="8714" y="75302"/>
                    <a:pt x="8831" y="75232"/>
                  </a:cubicBezTo>
                  <a:cubicBezTo>
                    <a:pt x="8959" y="75161"/>
                    <a:pt x="9052" y="75102"/>
                    <a:pt x="9147" y="75044"/>
                  </a:cubicBezTo>
                  <a:cubicBezTo>
                    <a:pt x="9263" y="74974"/>
                    <a:pt x="9358" y="74927"/>
                    <a:pt x="9427" y="74892"/>
                  </a:cubicBezTo>
                  <a:cubicBezTo>
                    <a:pt x="9487" y="74857"/>
                    <a:pt x="9521" y="74833"/>
                    <a:pt x="9521" y="74833"/>
                  </a:cubicBezTo>
                  <a:lnTo>
                    <a:pt x="90371" y="28152"/>
                  </a:lnTo>
                  <a:cubicBezTo>
                    <a:pt x="93171" y="26534"/>
                    <a:pt x="95443" y="22600"/>
                    <a:pt x="95443" y="19369"/>
                  </a:cubicBezTo>
                  <a:lnTo>
                    <a:pt x="95443" y="3619"/>
                  </a:lnTo>
                  <a:cubicBezTo>
                    <a:pt x="95443" y="2049"/>
                    <a:pt x="94903" y="937"/>
                    <a:pt x="94038" y="375"/>
                  </a:cubicBezTo>
                  <a:lnTo>
                    <a:pt x="94027" y="375"/>
                  </a:lnTo>
                  <a:lnTo>
                    <a:pt x="93862" y="282"/>
                  </a:lnTo>
                  <a:cubicBezTo>
                    <a:pt x="93827" y="269"/>
                    <a:pt x="93804" y="258"/>
                    <a:pt x="93769" y="245"/>
                  </a:cubicBezTo>
                  <a:cubicBezTo>
                    <a:pt x="93699" y="211"/>
                    <a:pt x="93628" y="176"/>
                    <a:pt x="93558" y="165"/>
                  </a:cubicBezTo>
                  <a:cubicBezTo>
                    <a:pt x="93489" y="128"/>
                    <a:pt x="93413" y="105"/>
                    <a:pt x="93335" y="94"/>
                  </a:cubicBezTo>
                  <a:cubicBezTo>
                    <a:pt x="93229" y="57"/>
                    <a:pt x="93119" y="33"/>
                    <a:pt x="93006" y="24"/>
                  </a:cubicBezTo>
                  <a:cubicBezTo>
                    <a:pt x="92889" y="10"/>
                    <a:pt x="92772" y="2"/>
                    <a:pt x="92655" y="0"/>
                  </a:cubicBezTo>
                  <a:cubicBezTo>
                    <a:pt x="92646" y="0"/>
                    <a:pt x="92638" y="0"/>
                    <a:pt x="92630" y="0"/>
                  </a:cubicBezTo>
                  <a:close/>
                </a:path>
              </a:pathLst>
            </a:custGeom>
            <a:solidFill>
              <a:srgbClr val="C23C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1604056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320;p29">
            <a:extLst>
              <a:ext uri="{FF2B5EF4-FFF2-40B4-BE49-F238E27FC236}">
                <a16:creationId xmlns:a16="http://schemas.microsoft.com/office/drawing/2014/main" id="{CEBDC38C-3B8B-4BAC-ACBE-06D87F06DE21}"/>
              </a:ext>
            </a:extLst>
          </p:cNvPr>
          <p:cNvSpPr txBox="1">
            <a:spLocks/>
          </p:cNvSpPr>
          <p:nvPr/>
        </p:nvSpPr>
        <p:spPr>
          <a:xfrm>
            <a:off x="311700" y="34138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200" b="0" i="0" u="none" strike="noStrike" cap="none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pPr algn="l"/>
            <a:r>
              <a:rPr lang="en-GB" sz="3600" dirty="0">
                <a:solidFill>
                  <a:srgbClr val="96C7FE"/>
                </a:solidFill>
              </a:rPr>
              <a:t>PRODUCT BACKLOG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1B922A6-4278-4A39-AAEC-7825670615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3478284"/>
              </p:ext>
            </p:extLst>
          </p:nvPr>
        </p:nvGraphicFramePr>
        <p:xfrm>
          <a:off x="527753" y="1391110"/>
          <a:ext cx="3828143" cy="3339207"/>
        </p:xfrm>
        <a:graphic>
          <a:graphicData uri="http://schemas.openxmlformats.org/drawingml/2006/table">
            <a:tbl>
              <a:tblPr firstRow="1" firstCol="1" bandRow="1">
                <a:tableStyleId>{06159BD3-344E-4E92-B66B-2CB23C39393A}</a:tableStyleId>
              </a:tblPr>
              <a:tblGrid>
                <a:gridCol w="396172">
                  <a:extLst>
                    <a:ext uri="{9D8B030D-6E8A-4147-A177-3AD203B41FA5}">
                      <a16:colId xmlns:a16="http://schemas.microsoft.com/office/drawing/2014/main" val="1882225452"/>
                    </a:ext>
                  </a:extLst>
                </a:gridCol>
                <a:gridCol w="1528798">
                  <a:extLst>
                    <a:ext uri="{9D8B030D-6E8A-4147-A177-3AD203B41FA5}">
                      <a16:colId xmlns:a16="http://schemas.microsoft.com/office/drawing/2014/main" val="960944895"/>
                    </a:ext>
                  </a:extLst>
                </a:gridCol>
                <a:gridCol w="1085321">
                  <a:extLst>
                    <a:ext uri="{9D8B030D-6E8A-4147-A177-3AD203B41FA5}">
                      <a16:colId xmlns:a16="http://schemas.microsoft.com/office/drawing/2014/main" val="783920525"/>
                    </a:ext>
                  </a:extLst>
                </a:gridCol>
                <a:gridCol w="817852">
                  <a:extLst>
                    <a:ext uri="{9D8B030D-6E8A-4147-A177-3AD203B41FA5}">
                      <a16:colId xmlns:a16="http://schemas.microsoft.com/office/drawing/2014/main" val="1715913368"/>
                    </a:ext>
                  </a:extLst>
                </a:gridCol>
              </a:tblGrid>
              <a:tr h="4225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effectLst/>
                        </a:rPr>
                        <a:t>No.</a:t>
                      </a:r>
                      <a:endParaRPr lang="en-US" sz="1000" b="1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49043" marR="49043" marT="0" marB="0"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1" dirty="0">
                          <a:effectLst/>
                        </a:rPr>
                        <a:t>User Story</a:t>
                      </a:r>
                      <a:endParaRPr lang="en-US" sz="1000" b="1" i="1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49043" marR="49043" marT="0" marB="0"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effectLst/>
                        </a:rPr>
                        <a:t>Fitur</a:t>
                      </a:r>
                      <a:endParaRPr lang="en-US" sz="1000" b="1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49043" marR="49043" marT="0" marB="0"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1" dirty="0">
                          <a:effectLst/>
                        </a:rPr>
                        <a:t>Developer</a:t>
                      </a:r>
                      <a:endParaRPr lang="en-US" sz="1000" b="1" i="1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49043" marR="49043" marT="0" marB="0">
                    <a:solidFill>
                      <a:schemeClr val="bg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437236"/>
                  </a:ext>
                </a:extLst>
              </a:tr>
              <a:tr h="15464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49043" marR="4904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err="1">
                          <a:effectLst/>
                        </a:rPr>
                        <a:t>Sebagai</a:t>
                      </a:r>
                      <a:r>
                        <a:rPr lang="en-US" sz="1000" dirty="0">
                          <a:effectLst/>
                        </a:rPr>
                        <a:t> </a:t>
                      </a:r>
                      <a:r>
                        <a:rPr lang="en-US" sz="1000" dirty="0" err="1">
                          <a:effectLst/>
                        </a:rPr>
                        <a:t>calon</a:t>
                      </a:r>
                      <a:r>
                        <a:rPr lang="en-US" sz="1000" dirty="0">
                          <a:effectLst/>
                        </a:rPr>
                        <a:t> </a:t>
                      </a:r>
                      <a:r>
                        <a:rPr lang="en-US" sz="1000" dirty="0" err="1">
                          <a:effectLst/>
                        </a:rPr>
                        <a:t>pengguna</a:t>
                      </a:r>
                      <a:r>
                        <a:rPr lang="en-US" sz="1000" dirty="0">
                          <a:effectLst/>
                        </a:rPr>
                        <a:t>, </a:t>
                      </a:r>
                      <a:r>
                        <a:rPr lang="en-US" sz="1000" dirty="0" err="1">
                          <a:effectLst/>
                        </a:rPr>
                        <a:t>saya</a:t>
                      </a:r>
                      <a:r>
                        <a:rPr lang="en-US" sz="1000" dirty="0">
                          <a:effectLst/>
                        </a:rPr>
                        <a:t> </a:t>
                      </a:r>
                      <a:r>
                        <a:rPr lang="en-US" sz="1000" dirty="0" err="1">
                          <a:effectLst/>
                        </a:rPr>
                        <a:t>diharuskan</a:t>
                      </a:r>
                      <a:r>
                        <a:rPr lang="en-US" sz="1000" dirty="0">
                          <a:effectLst/>
                        </a:rPr>
                        <a:t> </a:t>
                      </a:r>
                      <a:r>
                        <a:rPr lang="en-US" sz="1000" dirty="0" err="1">
                          <a:effectLst/>
                        </a:rPr>
                        <a:t>melakukan</a:t>
                      </a:r>
                      <a:r>
                        <a:rPr lang="en-US" sz="1000" dirty="0">
                          <a:effectLst/>
                        </a:rPr>
                        <a:t> login </a:t>
                      </a:r>
                      <a:r>
                        <a:rPr lang="en-US" sz="1000" dirty="0" err="1">
                          <a:effectLst/>
                        </a:rPr>
                        <a:t>dengan</a:t>
                      </a:r>
                      <a:r>
                        <a:rPr lang="en-US" sz="1000" dirty="0">
                          <a:effectLst/>
                        </a:rPr>
                        <a:t> </a:t>
                      </a:r>
                      <a:r>
                        <a:rPr lang="en-US" sz="1000" dirty="0" err="1">
                          <a:effectLst/>
                        </a:rPr>
                        <a:t>mengetikkan</a:t>
                      </a:r>
                      <a:r>
                        <a:rPr lang="en-US" sz="1000" dirty="0">
                          <a:effectLst/>
                        </a:rPr>
                        <a:t> username </a:t>
                      </a:r>
                      <a:r>
                        <a:rPr lang="en-US" sz="1000" dirty="0" err="1">
                          <a:effectLst/>
                        </a:rPr>
                        <a:t>berupa</a:t>
                      </a:r>
                      <a:r>
                        <a:rPr lang="en-US" sz="1000" dirty="0">
                          <a:effectLst/>
                        </a:rPr>
                        <a:t> </a:t>
                      </a:r>
                      <a:r>
                        <a:rPr lang="en-US" sz="1000" dirty="0" err="1">
                          <a:effectLst/>
                        </a:rPr>
                        <a:t>alamat</a:t>
                      </a:r>
                      <a:r>
                        <a:rPr lang="en-US" sz="1000" dirty="0">
                          <a:effectLst/>
                        </a:rPr>
                        <a:t> email dan password minimal 8 </a:t>
                      </a:r>
                      <a:r>
                        <a:rPr lang="en-US" sz="1000" dirty="0" err="1">
                          <a:effectLst/>
                        </a:rPr>
                        <a:t>karakter</a:t>
                      </a:r>
                      <a:r>
                        <a:rPr lang="en-US" sz="1000" dirty="0">
                          <a:effectLst/>
                        </a:rPr>
                        <a:t>.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49043" marR="4904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effectLst/>
                        </a:rPr>
                        <a:t>Login user</a:t>
                      </a:r>
                      <a:endParaRPr lang="en-US" sz="1000" b="1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49043" marR="4904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Ardith Lutfiawan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49043" marR="49043" marT="0" marB="0"/>
                </a:tc>
                <a:extLst>
                  <a:ext uri="{0D108BD9-81ED-4DB2-BD59-A6C34878D82A}">
                    <a16:rowId xmlns:a16="http://schemas.microsoft.com/office/drawing/2014/main" val="381127780"/>
                  </a:ext>
                </a:extLst>
              </a:tr>
              <a:tr h="132169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49043" marR="4904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Sebagai pengguna, saya dapat melihat profile saya yang berisi nama lengkap, foto, email, role user, nomor hp dan pilihan logout.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49043" marR="4904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effectLst/>
                        </a:rPr>
                        <a:t>View profile</a:t>
                      </a:r>
                      <a:endParaRPr lang="en-US" sz="1000" b="1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49043" marR="4904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Ardith Lutfiawan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49043" marR="49043" marT="0" marB="0"/>
                </a:tc>
                <a:extLst>
                  <a:ext uri="{0D108BD9-81ED-4DB2-BD59-A6C34878D82A}">
                    <a16:rowId xmlns:a16="http://schemas.microsoft.com/office/drawing/2014/main" val="20173575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6E5C396-1BED-4C43-A924-FDADDBE2F2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099747"/>
              </p:ext>
            </p:extLst>
          </p:nvPr>
        </p:nvGraphicFramePr>
        <p:xfrm>
          <a:off x="4721631" y="1159300"/>
          <a:ext cx="3828143" cy="3802825"/>
        </p:xfrm>
        <a:graphic>
          <a:graphicData uri="http://schemas.openxmlformats.org/drawingml/2006/table">
            <a:tbl>
              <a:tblPr firstRow="1" firstCol="1" bandRow="1">
                <a:tableStyleId>{06159BD3-344E-4E92-B66B-2CB23C39393A}</a:tableStyleId>
              </a:tblPr>
              <a:tblGrid>
                <a:gridCol w="396172">
                  <a:extLst>
                    <a:ext uri="{9D8B030D-6E8A-4147-A177-3AD203B41FA5}">
                      <a16:colId xmlns:a16="http://schemas.microsoft.com/office/drawing/2014/main" val="3458731440"/>
                    </a:ext>
                  </a:extLst>
                </a:gridCol>
                <a:gridCol w="1528798">
                  <a:extLst>
                    <a:ext uri="{9D8B030D-6E8A-4147-A177-3AD203B41FA5}">
                      <a16:colId xmlns:a16="http://schemas.microsoft.com/office/drawing/2014/main" val="3632458208"/>
                    </a:ext>
                  </a:extLst>
                </a:gridCol>
                <a:gridCol w="1085321">
                  <a:extLst>
                    <a:ext uri="{9D8B030D-6E8A-4147-A177-3AD203B41FA5}">
                      <a16:colId xmlns:a16="http://schemas.microsoft.com/office/drawing/2014/main" val="1795235467"/>
                    </a:ext>
                  </a:extLst>
                </a:gridCol>
                <a:gridCol w="817852">
                  <a:extLst>
                    <a:ext uri="{9D8B030D-6E8A-4147-A177-3AD203B41FA5}">
                      <a16:colId xmlns:a16="http://schemas.microsoft.com/office/drawing/2014/main" val="2886105"/>
                    </a:ext>
                  </a:extLst>
                </a:gridCol>
              </a:tblGrid>
              <a:tr h="109690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3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49043" marR="4904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err="1">
                          <a:effectLst/>
                        </a:rPr>
                        <a:t>Sebagai</a:t>
                      </a:r>
                      <a:r>
                        <a:rPr lang="en-US" sz="1000" dirty="0">
                          <a:effectLst/>
                        </a:rPr>
                        <a:t> </a:t>
                      </a:r>
                      <a:r>
                        <a:rPr lang="en-US" sz="1000" dirty="0" err="1">
                          <a:effectLst/>
                        </a:rPr>
                        <a:t>pengguna</a:t>
                      </a:r>
                      <a:r>
                        <a:rPr lang="en-US" sz="1000" dirty="0">
                          <a:effectLst/>
                        </a:rPr>
                        <a:t>, </a:t>
                      </a:r>
                      <a:r>
                        <a:rPr lang="en-US" sz="1000" dirty="0" err="1">
                          <a:effectLst/>
                        </a:rPr>
                        <a:t>saya</a:t>
                      </a:r>
                      <a:r>
                        <a:rPr lang="en-US" sz="1000" dirty="0">
                          <a:effectLst/>
                        </a:rPr>
                        <a:t> </a:t>
                      </a:r>
                      <a:r>
                        <a:rPr lang="en-US" sz="1000" dirty="0" err="1">
                          <a:effectLst/>
                        </a:rPr>
                        <a:t>dapat</a:t>
                      </a:r>
                      <a:r>
                        <a:rPr lang="en-US" sz="1000" dirty="0">
                          <a:effectLst/>
                        </a:rPr>
                        <a:t> </a:t>
                      </a:r>
                      <a:r>
                        <a:rPr lang="en-US" sz="1000" dirty="0" err="1">
                          <a:effectLst/>
                        </a:rPr>
                        <a:t>melakukan</a:t>
                      </a:r>
                      <a:r>
                        <a:rPr lang="en-US" sz="1000" dirty="0">
                          <a:effectLst/>
                        </a:rPr>
                        <a:t> logout dan </a:t>
                      </a:r>
                      <a:r>
                        <a:rPr lang="en-US" sz="1000" dirty="0" err="1">
                          <a:effectLst/>
                        </a:rPr>
                        <a:t>dilakukan</a:t>
                      </a:r>
                      <a:r>
                        <a:rPr lang="en-US" sz="1000" dirty="0">
                          <a:effectLst/>
                        </a:rPr>
                        <a:t> </a:t>
                      </a:r>
                      <a:r>
                        <a:rPr lang="en-US" sz="1000" dirty="0" err="1">
                          <a:effectLst/>
                        </a:rPr>
                        <a:t>dengan</a:t>
                      </a:r>
                      <a:r>
                        <a:rPr lang="en-US" sz="1000" dirty="0">
                          <a:effectLst/>
                        </a:rPr>
                        <a:t> </a:t>
                      </a:r>
                      <a:r>
                        <a:rPr lang="en-US" sz="1000" dirty="0" err="1">
                          <a:effectLst/>
                        </a:rPr>
                        <a:t>memilih</a:t>
                      </a:r>
                      <a:r>
                        <a:rPr lang="en-US" sz="1000" dirty="0">
                          <a:effectLst/>
                        </a:rPr>
                        <a:t> </a:t>
                      </a:r>
                      <a:r>
                        <a:rPr lang="en-US" sz="1000" dirty="0" err="1">
                          <a:effectLst/>
                        </a:rPr>
                        <a:t>tombol</a:t>
                      </a:r>
                      <a:r>
                        <a:rPr lang="en-US" sz="1000" dirty="0">
                          <a:effectLst/>
                        </a:rPr>
                        <a:t> </a:t>
                      </a:r>
                      <a:r>
                        <a:rPr lang="en-US" sz="1000" dirty="0" err="1">
                          <a:effectLst/>
                        </a:rPr>
                        <a:t>keluar</a:t>
                      </a:r>
                      <a:r>
                        <a:rPr lang="en-US" sz="1000" dirty="0">
                          <a:effectLst/>
                        </a:rPr>
                        <a:t> pada menu profile.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49043" marR="4904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effectLst/>
                        </a:rPr>
                        <a:t>Logout user</a:t>
                      </a:r>
                      <a:endParaRPr lang="en-US" sz="1000" b="1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49043" marR="4904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Ardith Lutfiawan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49043" marR="49043" marT="0" marB="0"/>
                </a:tc>
                <a:extLst>
                  <a:ext uri="{0D108BD9-81ED-4DB2-BD59-A6C34878D82A}">
                    <a16:rowId xmlns:a16="http://schemas.microsoft.com/office/drawing/2014/main" val="3921437760"/>
                  </a:ext>
                </a:extLst>
              </a:tr>
              <a:tr h="109690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ea typeface="AR PL UMing HK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49043" marR="4904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err="1">
                          <a:effectLst/>
                          <a:latin typeface="+mn-lt"/>
                          <a:ea typeface="AR PL UMing HK"/>
                          <a:cs typeface="Calibri" panose="020F0502020204030204" pitchFamily="34" charset="0"/>
                        </a:rPr>
                        <a:t>Sebagai</a:t>
                      </a:r>
                      <a:r>
                        <a:rPr lang="en-US" sz="1000" dirty="0">
                          <a:effectLst/>
                          <a:latin typeface="+mn-lt"/>
                          <a:ea typeface="AR PL UMing HK"/>
                          <a:cs typeface="Calibri" panose="020F0502020204030204" pitchFamily="34" charset="0"/>
                        </a:rPr>
                        <a:t> user </a:t>
                      </a:r>
                      <a:r>
                        <a:rPr lang="en-US" sz="1000" dirty="0" err="1">
                          <a:effectLst/>
                          <a:latin typeface="+mn-lt"/>
                          <a:ea typeface="AR PL UMing HK"/>
                          <a:cs typeface="Calibri" panose="020F0502020204030204" pitchFamily="34" charset="0"/>
                        </a:rPr>
                        <a:t>aplikasi</a:t>
                      </a:r>
                      <a:r>
                        <a:rPr lang="en-US" sz="1000" dirty="0">
                          <a:effectLst/>
                          <a:latin typeface="+mn-lt"/>
                          <a:ea typeface="AR PL UMing HK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sz="1000" dirty="0" err="1">
                          <a:effectLst/>
                          <a:latin typeface="+mn-lt"/>
                          <a:ea typeface="AR PL UMing HK"/>
                          <a:cs typeface="Calibri" panose="020F0502020204030204" pitchFamily="34" charset="0"/>
                        </a:rPr>
                        <a:t>saya</a:t>
                      </a:r>
                      <a:r>
                        <a:rPr lang="en-US" sz="1000" dirty="0">
                          <a:effectLst/>
                          <a:latin typeface="+mn-lt"/>
                          <a:ea typeface="AR PL UMing HK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+mn-lt"/>
                          <a:ea typeface="AR PL UMing HK"/>
                          <a:cs typeface="Calibri" panose="020F0502020204030204" pitchFamily="34" charset="0"/>
                        </a:rPr>
                        <a:t>dapat</a:t>
                      </a:r>
                      <a:r>
                        <a:rPr lang="en-US" sz="1000" dirty="0">
                          <a:effectLst/>
                          <a:latin typeface="+mn-lt"/>
                          <a:ea typeface="AR PL UMing HK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+mn-lt"/>
                          <a:ea typeface="AR PL UMing HK"/>
                          <a:cs typeface="Calibri" panose="020F0502020204030204" pitchFamily="34" charset="0"/>
                        </a:rPr>
                        <a:t>melihat</a:t>
                      </a:r>
                      <a:r>
                        <a:rPr lang="en-US" sz="1000" dirty="0">
                          <a:effectLst/>
                          <a:latin typeface="+mn-lt"/>
                          <a:ea typeface="AR PL UMing HK"/>
                          <a:cs typeface="Calibri" panose="020F0502020204030204" pitchFamily="34" charset="0"/>
                        </a:rPr>
                        <a:t> daftar menu yang </a:t>
                      </a:r>
                      <a:r>
                        <a:rPr lang="en-US" sz="1000" dirty="0" err="1">
                          <a:effectLst/>
                          <a:latin typeface="+mn-lt"/>
                          <a:ea typeface="AR PL UMing HK"/>
                          <a:cs typeface="Calibri" panose="020F0502020204030204" pitchFamily="34" charset="0"/>
                        </a:rPr>
                        <a:t>dapat</a:t>
                      </a:r>
                      <a:r>
                        <a:rPr lang="en-US" sz="1000" dirty="0">
                          <a:effectLst/>
                          <a:latin typeface="+mn-lt"/>
                          <a:ea typeface="AR PL UMing HK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+mn-lt"/>
                          <a:ea typeface="AR PL UMing HK"/>
                          <a:cs typeface="Calibri" panose="020F0502020204030204" pitchFamily="34" charset="0"/>
                        </a:rPr>
                        <a:t>saya</a:t>
                      </a:r>
                      <a:r>
                        <a:rPr lang="en-US" sz="1000" dirty="0">
                          <a:effectLst/>
                          <a:latin typeface="+mn-lt"/>
                          <a:ea typeface="AR PL UMing HK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+mn-lt"/>
                          <a:ea typeface="AR PL UMing HK"/>
                          <a:cs typeface="Calibri" panose="020F0502020204030204" pitchFamily="34" charset="0"/>
                        </a:rPr>
                        <a:t>akses</a:t>
                      </a:r>
                      <a:r>
                        <a:rPr lang="en-US" sz="1000" dirty="0">
                          <a:effectLst/>
                          <a:latin typeface="+mn-lt"/>
                          <a:ea typeface="AR PL UMing HK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+mn-lt"/>
                          <a:ea typeface="AR PL UMing HK"/>
                          <a:cs typeface="Calibri" panose="020F0502020204030204" pitchFamily="34" charset="0"/>
                        </a:rPr>
                        <a:t>sesuai</a:t>
                      </a:r>
                      <a:r>
                        <a:rPr lang="en-US" sz="1000" dirty="0">
                          <a:effectLst/>
                          <a:latin typeface="+mn-lt"/>
                          <a:ea typeface="AR PL UMing HK"/>
                          <a:cs typeface="Calibri" panose="020F0502020204030204" pitchFamily="34" charset="0"/>
                        </a:rPr>
                        <a:t> role </a:t>
                      </a:r>
                      <a:r>
                        <a:rPr lang="en-US" sz="1000" dirty="0" err="1">
                          <a:effectLst/>
                          <a:latin typeface="+mn-lt"/>
                          <a:ea typeface="AR PL UMing HK"/>
                          <a:cs typeface="Calibri" panose="020F0502020204030204" pitchFamily="34" charset="0"/>
                        </a:rPr>
                        <a:t>saya</a:t>
                      </a:r>
                      <a:endParaRPr lang="en-US" sz="1000" dirty="0">
                        <a:effectLst/>
                        <a:latin typeface="+mn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effectLst/>
                          <a:latin typeface="+mn-lt"/>
                          <a:ea typeface="AR PL UMing HK"/>
                          <a:cs typeface="Calibri" panose="020F0502020204030204" pitchFamily="34" charset="0"/>
                        </a:rPr>
                        <a:t>Halaman dashboard</a:t>
                      </a:r>
                    </a:p>
                  </a:txBody>
                  <a:tcPr marL="49043" marR="49043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dirty="0">
                          <a:effectLst/>
                        </a:rPr>
                        <a:t>Ardith Lutfiawan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49043" marR="49043" marT="0" marB="0"/>
                </a:tc>
                <a:extLst>
                  <a:ext uri="{0D108BD9-81ED-4DB2-BD59-A6C34878D82A}">
                    <a16:rowId xmlns:a16="http://schemas.microsoft.com/office/drawing/2014/main" val="3697077189"/>
                  </a:ext>
                </a:extLst>
              </a:tr>
              <a:tr h="15464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ea typeface="AR PL UMing HK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49043" marR="4904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err="1">
                          <a:effectLst/>
                        </a:rPr>
                        <a:t>Sebagai</a:t>
                      </a:r>
                      <a:r>
                        <a:rPr lang="en-US" sz="1000" dirty="0">
                          <a:effectLst/>
                        </a:rPr>
                        <a:t> </a:t>
                      </a:r>
                      <a:r>
                        <a:rPr lang="en-US" sz="1000" dirty="0" err="1">
                          <a:effectLst/>
                        </a:rPr>
                        <a:t>pengguna</a:t>
                      </a:r>
                      <a:r>
                        <a:rPr lang="en-US" sz="1000" dirty="0">
                          <a:effectLst/>
                        </a:rPr>
                        <a:t>, </a:t>
                      </a:r>
                      <a:r>
                        <a:rPr lang="en-US" sz="1000" dirty="0" err="1">
                          <a:effectLst/>
                        </a:rPr>
                        <a:t>saya</a:t>
                      </a:r>
                      <a:r>
                        <a:rPr lang="en-US" sz="1000" dirty="0">
                          <a:effectLst/>
                        </a:rPr>
                        <a:t> </a:t>
                      </a:r>
                      <a:r>
                        <a:rPr lang="en-US" sz="1000" dirty="0" err="1">
                          <a:effectLst/>
                        </a:rPr>
                        <a:t>dapat</a:t>
                      </a:r>
                      <a:r>
                        <a:rPr lang="en-US" sz="1000" dirty="0">
                          <a:effectLst/>
                        </a:rPr>
                        <a:t> </a:t>
                      </a:r>
                      <a:r>
                        <a:rPr lang="en-US" sz="1000" dirty="0" err="1">
                          <a:effectLst/>
                        </a:rPr>
                        <a:t>melihat</a:t>
                      </a:r>
                      <a:r>
                        <a:rPr lang="en-US" sz="1000" dirty="0">
                          <a:effectLst/>
                        </a:rPr>
                        <a:t> project </a:t>
                      </a:r>
                      <a:r>
                        <a:rPr lang="en-US" sz="1000" dirty="0" err="1">
                          <a:effectLst/>
                        </a:rPr>
                        <a:t>apa</a:t>
                      </a:r>
                      <a:r>
                        <a:rPr lang="en-US" sz="1000" dirty="0">
                          <a:effectLst/>
                        </a:rPr>
                        <a:t> </a:t>
                      </a:r>
                      <a:r>
                        <a:rPr lang="en-US" sz="1000" dirty="0" err="1">
                          <a:effectLst/>
                        </a:rPr>
                        <a:t>saja</a:t>
                      </a:r>
                      <a:r>
                        <a:rPr lang="en-US" sz="1000" dirty="0">
                          <a:effectLst/>
                        </a:rPr>
                        <a:t> yang </a:t>
                      </a:r>
                      <a:r>
                        <a:rPr lang="en-US" sz="1000" dirty="0" err="1">
                          <a:effectLst/>
                        </a:rPr>
                        <a:t>sedang</a:t>
                      </a:r>
                      <a:r>
                        <a:rPr lang="en-US" sz="1000" dirty="0">
                          <a:effectLst/>
                        </a:rPr>
                        <a:t> </a:t>
                      </a:r>
                      <a:r>
                        <a:rPr lang="en-US" sz="1000" dirty="0" err="1">
                          <a:effectLst/>
                        </a:rPr>
                        <a:t>berlangsung</a:t>
                      </a:r>
                      <a:r>
                        <a:rPr lang="en-US" sz="1000" dirty="0">
                          <a:effectLst/>
                        </a:rPr>
                        <a:t> pada menu project dan </a:t>
                      </a:r>
                      <a:r>
                        <a:rPr lang="en-US" sz="1000" dirty="0" err="1">
                          <a:effectLst/>
                        </a:rPr>
                        <a:t>melihat</a:t>
                      </a:r>
                      <a:r>
                        <a:rPr lang="en-US" sz="1000" dirty="0">
                          <a:effectLst/>
                        </a:rPr>
                        <a:t> detail project </a:t>
                      </a:r>
                      <a:r>
                        <a:rPr lang="en-US" sz="1000" dirty="0" err="1">
                          <a:effectLst/>
                        </a:rPr>
                        <a:t>dari</a:t>
                      </a:r>
                      <a:r>
                        <a:rPr lang="en-US" sz="1000" dirty="0">
                          <a:effectLst/>
                        </a:rPr>
                        <a:t> project yang </a:t>
                      </a:r>
                      <a:r>
                        <a:rPr lang="en-US" sz="1000" dirty="0" err="1">
                          <a:effectLst/>
                        </a:rPr>
                        <a:t>dipilih</a:t>
                      </a:r>
                      <a:r>
                        <a:rPr lang="en-US" sz="1000" dirty="0">
                          <a:effectLst/>
                        </a:rPr>
                        <a:t>.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49043" marR="4904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effectLst/>
                        </a:rPr>
                        <a:t>View project</a:t>
                      </a:r>
                      <a:endParaRPr lang="en-US" sz="1000" b="1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49043" marR="4904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Ardith Lutfiawan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49043" marR="49043" marT="0" marB="0"/>
                </a:tc>
                <a:extLst>
                  <a:ext uri="{0D108BD9-81ED-4DB2-BD59-A6C34878D82A}">
                    <a16:rowId xmlns:a16="http://schemas.microsoft.com/office/drawing/2014/main" val="2671490797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143A57C7-37B6-4541-A760-986E504E8F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14" y="-19050"/>
            <a:ext cx="703510" cy="772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449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320;p29">
            <a:extLst>
              <a:ext uri="{FF2B5EF4-FFF2-40B4-BE49-F238E27FC236}">
                <a16:creationId xmlns:a16="http://schemas.microsoft.com/office/drawing/2014/main" id="{CEBDC38C-3B8B-4BAC-ACBE-06D87F06DE21}"/>
              </a:ext>
            </a:extLst>
          </p:cNvPr>
          <p:cNvSpPr txBox="1">
            <a:spLocks/>
          </p:cNvSpPr>
          <p:nvPr/>
        </p:nvSpPr>
        <p:spPr>
          <a:xfrm>
            <a:off x="311700" y="34138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200" b="0" i="0" u="none" strike="noStrike" cap="none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pPr algn="l"/>
            <a:r>
              <a:rPr lang="en-GB" sz="3600" dirty="0">
                <a:solidFill>
                  <a:srgbClr val="96C7FE"/>
                </a:solidFill>
              </a:rPr>
              <a:t>PRODUCT BACKLOG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7A00A67-58D5-4104-B800-E9AC94272F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7049753"/>
              </p:ext>
            </p:extLst>
          </p:nvPr>
        </p:nvGraphicFramePr>
        <p:xfrm>
          <a:off x="527753" y="1391110"/>
          <a:ext cx="3828143" cy="3574923"/>
        </p:xfrm>
        <a:graphic>
          <a:graphicData uri="http://schemas.openxmlformats.org/drawingml/2006/table">
            <a:tbl>
              <a:tblPr firstRow="1" firstCol="1" bandRow="1">
                <a:tableStyleId>{06159BD3-344E-4E92-B66B-2CB23C39393A}</a:tableStyleId>
              </a:tblPr>
              <a:tblGrid>
                <a:gridCol w="396172">
                  <a:extLst>
                    <a:ext uri="{9D8B030D-6E8A-4147-A177-3AD203B41FA5}">
                      <a16:colId xmlns:a16="http://schemas.microsoft.com/office/drawing/2014/main" val="2555023031"/>
                    </a:ext>
                  </a:extLst>
                </a:gridCol>
                <a:gridCol w="1528798">
                  <a:extLst>
                    <a:ext uri="{9D8B030D-6E8A-4147-A177-3AD203B41FA5}">
                      <a16:colId xmlns:a16="http://schemas.microsoft.com/office/drawing/2014/main" val="630188852"/>
                    </a:ext>
                  </a:extLst>
                </a:gridCol>
                <a:gridCol w="1085321">
                  <a:extLst>
                    <a:ext uri="{9D8B030D-6E8A-4147-A177-3AD203B41FA5}">
                      <a16:colId xmlns:a16="http://schemas.microsoft.com/office/drawing/2014/main" val="970726215"/>
                    </a:ext>
                  </a:extLst>
                </a:gridCol>
                <a:gridCol w="817852">
                  <a:extLst>
                    <a:ext uri="{9D8B030D-6E8A-4147-A177-3AD203B41FA5}">
                      <a16:colId xmlns:a16="http://schemas.microsoft.com/office/drawing/2014/main" val="2846674959"/>
                    </a:ext>
                  </a:extLst>
                </a:gridCol>
              </a:tblGrid>
              <a:tr h="132169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ea typeface="AR PL UMing HK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49043" marR="4904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err="1">
                          <a:effectLst/>
                        </a:rPr>
                        <a:t>Sebagai</a:t>
                      </a:r>
                      <a:r>
                        <a:rPr lang="en-US" sz="1000" dirty="0">
                          <a:effectLst/>
                        </a:rPr>
                        <a:t> </a:t>
                      </a:r>
                      <a:r>
                        <a:rPr lang="en-US" sz="1000" dirty="0" err="1">
                          <a:effectLst/>
                        </a:rPr>
                        <a:t>seorang</a:t>
                      </a:r>
                      <a:r>
                        <a:rPr lang="en-US" sz="1000" dirty="0">
                          <a:effectLst/>
                        </a:rPr>
                        <a:t> </a:t>
                      </a:r>
                      <a:r>
                        <a:rPr lang="en-US" sz="1000" dirty="0" err="1">
                          <a:effectLst/>
                        </a:rPr>
                        <a:t>dosen</a:t>
                      </a:r>
                      <a:r>
                        <a:rPr lang="en-US" sz="1000" dirty="0">
                          <a:effectLst/>
                        </a:rPr>
                        <a:t> dan scrum master, </a:t>
                      </a:r>
                      <a:r>
                        <a:rPr lang="en-US" sz="1000" dirty="0" err="1">
                          <a:effectLst/>
                        </a:rPr>
                        <a:t>saya</a:t>
                      </a:r>
                      <a:r>
                        <a:rPr lang="en-US" sz="1000" dirty="0">
                          <a:effectLst/>
                        </a:rPr>
                        <a:t> </a:t>
                      </a:r>
                      <a:r>
                        <a:rPr lang="en-US" sz="1000" dirty="0" err="1">
                          <a:effectLst/>
                        </a:rPr>
                        <a:t>dapat</a:t>
                      </a:r>
                      <a:r>
                        <a:rPr lang="en-US" sz="1000" dirty="0">
                          <a:effectLst/>
                        </a:rPr>
                        <a:t> </a:t>
                      </a:r>
                      <a:r>
                        <a:rPr lang="en-US" sz="1000" dirty="0" err="1">
                          <a:effectLst/>
                        </a:rPr>
                        <a:t>melihat</a:t>
                      </a:r>
                      <a:r>
                        <a:rPr lang="en-US" sz="1000" dirty="0">
                          <a:effectLst/>
                        </a:rPr>
                        <a:t> daftar sprint pada menu sprint dan </a:t>
                      </a:r>
                      <a:r>
                        <a:rPr lang="en-US" sz="1000" dirty="0" err="1">
                          <a:effectLst/>
                        </a:rPr>
                        <a:t>melihat</a:t>
                      </a:r>
                      <a:r>
                        <a:rPr lang="en-US" sz="1000" dirty="0">
                          <a:effectLst/>
                        </a:rPr>
                        <a:t> detail sprint </a:t>
                      </a:r>
                      <a:r>
                        <a:rPr lang="en-US" sz="1000" dirty="0" err="1">
                          <a:effectLst/>
                        </a:rPr>
                        <a:t>dari</a:t>
                      </a:r>
                      <a:r>
                        <a:rPr lang="en-US" sz="1000" dirty="0">
                          <a:effectLst/>
                        </a:rPr>
                        <a:t> sprint yang </a:t>
                      </a:r>
                      <a:r>
                        <a:rPr lang="en-US" sz="1000" dirty="0" err="1">
                          <a:effectLst/>
                        </a:rPr>
                        <a:t>dipilih</a:t>
                      </a:r>
                      <a:r>
                        <a:rPr lang="en-US" sz="1000" dirty="0">
                          <a:effectLst/>
                        </a:rPr>
                        <a:t>.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49043" marR="4904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effectLst/>
                        </a:rPr>
                        <a:t>View sprint</a:t>
                      </a:r>
                      <a:endParaRPr lang="en-US" sz="1000" b="1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49043" marR="4904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Ardith Lutfiawan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49043" marR="49043" marT="0" marB="0"/>
                </a:tc>
                <a:extLst>
                  <a:ext uri="{0D108BD9-81ED-4DB2-BD59-A6C34878D82A}">
                    <a16:rowId xmlns:a16="http://schemas.microsoft.com/office/drawing/2014/main" val="3895503280"/>
                  </a:ext>
                </a:extLst>
              </a:tr>
              <a:tr h="87210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ea typeface="AR PL UMing HK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marL="49043" marR="4904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Sebagai seorang scrum master, saya dapat membuat sprint baru pada menu sprint.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49043" marR="4904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effectLst/>
                        </a:rPr>
                        <a:t>Add sprint</a:t>
                      </a:r>
                      <a:endParaRPr lang="en-US" sz="1000" b="1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49043" marR="4904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Ardith Lutfiawan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49043" marR="49043" marT="0" marB="0"/>
                </a:tc>
                <a:extLst>
                  <a:ext uri="{0D108BD9-81ED-4DB2-BD59-A6C34878D82A}">
                    <a16:rowId xmlns:a16="http://schemas.microsoft.com/office/drawing/2014/main" val="3725058567"/>
                  </a:ext>
                </a:extLst>
              </a:tr>
              <a:tr h="132169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ea typeface="AR PL UMing HK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49043" marR="4904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Sebagai seorang scrum master, saya dapat mengupdate status sprint menjadi “berlangsung” pada halaman detail sprint yang dipilih.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49043" marR="4904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err="1">
                          <a:effectLst/>
                        </a:rPr>
                        <a:t>Memulai</a:t>
                      </a:r>
                      <a:r>
                        <a:rPr lang="en-US" sz="1000" b="1" dirty="0">
                          <a:effectLst/>
                        </a:rPr>
                        <a:t> sprint</a:t>
                      </a:r>
                      <a:endParaRPr lang="en-US" sz="1000" b="1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49043" marR="4904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Ardith Lutfiawan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49043" marR="49043" marT="0" marB="0"/>
                </a:tc>
                <a:extLst>
                  <a:ext uri="{0D108BD9-81ED-4DB2-BD59-A6C34878D82A}">
                    <a16:rowId xmlns:a16="http://schemas.microsoft.com/office/drawing/2014/main" val="3917660971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465945D-A33D-45FF-B0E0-6C6B5B823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0845656"/>
              </p:ext>
            </p:extLst>
          </p:nvPr>
        </p:nvGraphicFramePr>
        <p:xfrm>
          <a:off x="4721630" y="1391110"/>
          <a:ext cx="3828143" cy="3117723"/>
        </p:xfrm>
        <a:graphic>
          <a:graphicData uri="http://schemas.openxmlformats.org/drawingml/2006/table">
            <a:tbl>
              <a:tblPr firstRow="1" firstCol="1" bandRow="1">
                <a:tableStyleId>{06159BD3-344E-4E92-B66B-2CB23C39393A}</a:tableStyleId>
              </a:tblPr>
              <a:tblGrid>
                <a:gridCol w="396172">
                  <a:extLst>
                    <a:ext uri="{9D8B030D-6E8A-4147-A177-3AD203B41FA5}">
                      <a16:colId xmlns:a16="http://schemas.microsoft.com/office/drawing/2014/main" val="2242554280"/>
                    </a:ext>
                  </a:extLst>
                </a:gridCol>
                <a:gridCol w="1528798">
                  <a:extLst>
                    <a:ext uri="{9D8B030D-6E8A-4147-A177-3AD203B41FA5}">
                      <a16:colId xmlns:a16="http://schemas.microsoft.com/office/drawing/2014/main" val="3641314892"/>
                    </a:ext>
                  </a:extLst>
                </a:gridCol>
                <a:gridCol w="1085321">
                  <a:extLst>
                    <a:ext uri="{9D8B030D-6E8A-4147-A177-3AD203B41FA5}">
                      <a16:colId xmlns:a16="http://schemas.microsoft.com/office/drawing/2014/main" val="2914684679"/>
                    </a:ext>
                  </a:extLst>
                </a:gridCol>
                <a:gridCol w="817852">
                  <a:extLst>
                    <a:ext uri="{9D8B030D-6E8A-4147-A177-3AD203B41FA5}">
                      <a16:colId xmlns:a16="http://schemas.microsoft.com/office/drawing/2014/main" val="696431565"/>
                    </a:ext>
                  </a:extLst>
                </a:gridCol>
              </a:tblGrid>
              <a:tr h="132169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ea typeface="AR PL UMing HK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 marL="49043" marR="4904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err="1">
                          <a:effectLst/>
                        </a:rPr>
                        <a:t>Sebagai</a:t>
                      </a:r>
                      <a:r>
                        <a:rPr lang="en-US" sz="1000" dirty="0">
                          <a:effectLst/>
                        </a:rPr>
                        <a:t> </a:t>
                      </a:r>
                      <a:r>
                        <a:rPr lang="en-US" sz="1000" dirty="0" err="1">
                          <a:effectLst/>
                        </a:rPr>
                        <a:t>seorang</a:t>
                      </a:r>
                      <a:r>
                        <a:rPr lang="en-US" sz="1000" dirty="0">
                          <a:effectLst/>
                        </a:rPr>
                        <a:t> scrum master, </a:t>
                      </a:r>
                      <a:r>
                        <a:rPr lang="en-US" sz="1000" dirty="0" err="1">
                          <a:effectLst/>
                        </a:rPr>
                        <a:t>saya</a:t>
                      </a:r>
                      <a:r>
                        <a:rPr lang="en-US" sz="1000" dirty="0">
                          <a:effectLst/>
                        </a:rPr>
                        <a:t> </a:t>
                      </a:r>
                      <a:r>
                        <a:rPr lang="en-US" sz="1000" dirty="0" err="1">
                          <a:effectLst/>
                        </a:rPr>
                        <a:t>dapat</a:t>
                      </a:r>
                      <a:r>
                        <a:rPr lang="en-US" sz="1000" dirty="0">
                          <a:effectLst/>
                        </a:rPr>
                        <a:t> meng-update status sprint </a:t>
                      </a:r>
                      <a:r>
                        <a:rPr lang="en-US" sz="1000" dirty="0" err="1">
                          <a:effectLst/>
                        </a:rPr>
                        <a:t>menjadi</a:t>
                      </a:r>
                      <a:r>
                        <a:rPr lang="en-US" sz="1000" dirty="0">
                          <a:effectLst/>
                        </a:rPr>
                        <a:t> “</a:t>
                      </a:r>
                      <a:r>
                        <a:rPr lang="en-US" sz="1000" dirty="0" err="1">
                          <a:effectLst/>
                        </a:rPr>
                        <a:t>berakhir</a:t>
                      </a:r>
                      <a:r>
                        <a:rPr lang="en-US" sz="1000" dirty="0">
                          <a:effectLst/>
                        </a:rPr>
                        <a:t>” pada </a:t>
                      </a:r>
                      <a:r>
                        <a:rPr lang="en-US" sz="1000" dirty="0" err="1">
                          <a:effectLst/>
                        </a:rPr>
                        <a:t>halaman</a:t>
                      </a:r>
                      <a:r>
                        <a:rPr lang="en-US" sz="1000" dirty="0">
                          <a:effectLst/>
                        </a:rPr>
                        <a:t> detail sprint yang </a:t>
                      </a:r>
                      <a:r>
                        <a:rPr lang="en-US" sz="1000" dirty="0" err="1">
                          <a:effectLst/>
                        </a:rPr>
                        <a:t>dipilih</a:t>
                      </a:r>
                      <a:r>
                        <a:rPr lang="en-US" sz="1000" dirty="0">
                          <a:effectLst/>
                        </a:rPr>
                        <a:t>.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49043" marR="4904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err="1">
                          <a:effectLst/>
                        </a:rPr>
                        <a:t>Mengakhiri</a:t>
                      </a:r>
                      <a:r>
                        <a:rPr lang="en-US" sz="1000" b="1" dirty="0">
                          <a:effectLst/>
                        </a:rPr>
                        <a:t> sprint</a:t>
                      </a:r>
                      <a:endParaRPr lang="en-US" sz="1000" b="1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49043" marR="4904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Ardith Lutfiawan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49043" marR="49043" marT="0" marB="0"/>
                </a:tc>
                <a:extLst>
                  <a:ext uri="{0D108BD9-81ED-4DB2-BD59-A6C34878D82A}">
                    <a16:rowId xmlns:a16="http://schemas.microsoft.com/office/drawing/2014/main" val="3508239207"/>
                  </a:ext>
                </a:extLst>
              </a:tr>
              <a:tr h="87210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ea typeface="AR PL UMing HK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49043" marR="4904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Sebagai seorang scrum master, saya dapat merubah sprint yang dipilih.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49043" marR="4904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effectLst/>
                        </a:rPr>
                        <a:t>Edit sprint</a:t>
                      </a:r>
                      <a:endParaRPr lang="en-US" sz="1000" b="1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49043" marR="4904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Ardith Lutfiawan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49043" marR="49043" marT="0" marB="0"/>
                </a:tc>
                <a:extLst>
                  <a:ext uri="{0D108BD9-81ED-4DB2-BD59-A6C34878D82A}">
                    <a16:rowId xmlns:a16="http://schemas.microsoft.com/office/drawing/2014/main" val="2789957017"/>
                  </a:ext>
                </a:extLst>
              </a:tr>
              <a:tr h="87210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11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49043" marR="4904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Sebagai seorang scrum master, saya dapat menghapus sprint yang dipilih.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49043" marR="4904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effectLst/>
                        </a:rPr>
                        <a:t>Delete sprint</a:t>
                      </a:r>
                      <a:endParaRPr lang="en-US" sz="1000" b="1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49043" marR="4904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Ardith Lutfiawan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49043" marR="49043" marT="0" marB="0"/>
                </a:tc>
                <a:extLst>
                  <a:ext uri="{0D108BD9-81ED-4DB2-BD59-A6C34878D82A}">
                    <a16:rowId xmlns:a16="http://schemas.microsoft.com/office/drawing/2014/main" val="894700104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EF061CB3-F127-427A-A3BE-BFC6E5F753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14" y="-19050"/>
            <a:ext cx="703510" cy="772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9241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320;p29">
            <a:extLst>
              <a:ext uri="{FF2B5EF4-FFF2-40B4-BE49-F238E27FC236}">
                <a16:creationId xmlns:a16="http://schemas.microsoft.com/office/drawing/2014/main" id="{CEBDC38C-3B8B-4BAC-ACBE-06D87F06DE21}"/>
              </a:ext>
            </a:extLst>
          </p:cNvPr>
          <p:cNvSpPr txBox="1">
            <a:spLocks/>
          </p:cNvSpPr>
          <p:nvPr/>
        </p:nvSpPr>
        <p:spPr>
          <a:xfrm>
            <a:off x="311700" y="34138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200" b="0" i="0" u="none" strike="noStrike" cap="none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pPr algn="l"/>
            <a:r>
              <a:rPr lang="en-GB" sz="3600" dirty="0">
                <a:solidFill>
                  <a:srgbClr val="96C7FE"/>
                </a:solidFill>
              </a:rPr>
              <a:t>PRODUCT BACKLOG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AE0AC88-5BEE-4A56-AABD-A3832A2625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1579640"/>
              </p:ext>
            </p:extLst>
          </p:nvPr>
        </p:nvGraphicFramePr>
        <p:xfrm>
          <a:off x="2657928" y="1391110"/>
          <a:ext cx="3828143" cy="2660523"/>
        </p:xfrm>
        <a:graphic>
          <a:graphicData uri="http://schemas.openxmlformats.org/drawingml/2006/table">
            <a:tbl>
              <a:tblPr firstRow="1" firstCol="1" bandRow="1">
                <a:tableStyleId>{06159BD3-344E-4E92-B66B-2CB23C39393A}</a:tableStyleId>
              </a:tblPr>
              <a:tblGrid>
                <a:gridCol w="396172">
                  <a:extLst>
                    <a:ext uri="{9D8B030D-6E8A-4147-A177-3AD203B41FA5}">
                      <a16:colId xmlns:a16="http://schemas.microsoft.com/office/drawing/2014/main" val="654207487"/>
                    </a:ext>
                  </a:extLst>
                </a:gridCol>
                <a:gridCol w="1528798">
                  <a:extLst>
                    <a:ext uri="{9D8B030D-6E8A-4147-A177-3AD203B41FA5}">
                      <a16:colId xmlns:a16="http://schemas.microsoft.com/office/drawing/2014/main" val="1025403639"/>
                    </a:ext>
                  </a:extLst>
                </a:gridCol>
                <a:gridCol w="1085321">
                  <a:extLst>
                    <a:ext uri="{9D8B030D-6E8A-4147-A177-3AD203B41FA5}">
                      <a16:colId xmlns:a16="http://schemas.microsoft.com/office/drawing/2014/main" val="2896527024"/>
                    </a:ext>
                  </a:extLst>
                </a:gridCol>
                <a:gridCol w="817852">
                  <a:extLst>
                    <a:ext uri="{9D8B030D-6E8A-4147-A177-3AD203B41FA5}">
                      <a16:colId xmlns:a16="http://schemas.microsoft.com/office/drawing/2014/main" val="3623227130"/>
                    </a:ext>
                  </a:extLst>
                </a:gridCol>
              </a:tblGrid>
              <a:tr h="87210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12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49043" marR="4904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err="1">
                          <a:effectLst/>
                        </a:rPr>
                        <a:t>Sebagai</a:t>
                      </a:r>
                      <a:r>
                        <a:rPr lang="en-US" sz="1000" dirty="0">
                          <a:effectLst/>
                        </a:rPr>
                        <a:t> </a:t>
                      </a:r>
                      <a:r>
                        <a:rPr lang="en-US" sz="1000" dirty="0" err="1">
                          <a:effectLst/>
                        </a:rPr>
                        <a:t>seorang</a:t>
                      </a:r>
                      <a:r>
                        <a:rPr lang="en-US" sz="1000" dirty="0">
                          <a:effectLst/>
                        </a:rPr>
                        <a:t> </a:t>
                      </a:r>
                      <a:r>
                        <a:rPr lang="en-US" sz="1000" dirty="0" err="1">
                          <a:effectLst/>
                        </a:rPr>
                        <a:t>dosen</a:t>
                      </a:r>
                      <a:r>
                        <a:rPr lang="en-US" sz="1000" dirty="0">
                          <a:effectLst/>
                        </a:rPr>
                        <a:t> dan scrum master, </a:t>
                      </a:r>
                      <a:r>
                        <a:rPr lang="en-US" sz="1000" dirty="0" err="1">
                          <a:effectLst/>
                        </a:rPr>
                        <a:t>saya</a:t>
                      </a:r>
                      <a:r>
                        <a:rPr lang="en-US" sz="1000" dirty="0">
                          <a:effectLst/>
                        </a:rPr>
                        <a:t> </a:t>
                      </a:r>
                      <a:r>
                        <a:rPr lang="en-US" sz="1000" dirty="0" err="1">
                          <a:effectLst/>
                        </a:rPr>
                        <a:t>dapat</a:t>
                      </a:r>
                      <a:r>
                        <a:rPr lang="en-US" sz="1000" dirty="0">
                          <a:effectLst/>
                        </a:rPr>
                        <a:t> </a:t>
                      </a:r>
                      <a:r>
                        <a:rPr lang="en-US" sz="1000" dirty="0" err="1">
                          <a:effectLst/>
                        </a:rPr>
                        <a:t>melihat</a:t>
                      </a:r>
                      <a:r>
                        <a:rPr lang="en-US" sz="1000" dirty="0">
                          <a:effectLst/>
                        </a:rPr>
                        <a:t> daftar </a:t>
                      </a:r>
                      <a:r>
                        <a:rPr lang="en-US" sz="1000" dirty="0" err="1">
                          <a:effectLst/>
                        </a:rPr>
                        <a:t>tim</a:t>
                      </a:r>
                      <a:r>
                        <a:rPr lang="en-US" sz="1000" dirty="0">
                          <a:effectLst/>
                        </a:rPr>
                        <a:t> dan detail </a:t>
                      </a:r>
                      <a:r>
                        <a:rPr lang="en-US" sz="1000" dirty="0" err="1">
                          <a:effectLst/>
                        </a:rPr>
                        <a:t>tim</a:t>
                      </a:r>
                      <a:r>
                        <a:rPr lang="en-US" sz="1000" dirty="0">
                          <a:effectLst/>
                        </a:rPr>
                        <a:t> </a:t>
                      </a:r>
                      <a:r>
                        <a:rPr lang="en-US" sz="1000" dirty="0" err="1">
                          <a:effectLst/>
                        </a:rPr>
                        <a:t>tersebut</a:t>
                      </a:r>
                      <a:r>
                        <a:rPr lang="en-US" sz="1000" dirty="0">
                          <a:effectLst/>
                        </a:rPr>
                        <a:t>.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49043" marR="4904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effectLst/>
                        </a:rPr>
                        <a:t>View </a:t>
                      </a:r>
                      <a:r>
                        <a:rPr lang="en-US" sz="1000" b="1" dirty="0" err="1">
                          <a:effectLst/>
                        </a:rPr>
                        <a:t>tim</a:t>
                      </a:r>
                      <a:endParaRPr lang="en-US" sz="1000" b="1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49043" marR="4904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Ardith Lutfiawan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49043" marR="49043" marT="0" marB="0"/>
                </a:tc>
                <a:extLst>
                  <a:ext uri="{0D108BD9-81ED-4DB2-BD59-A6C34878D82A}">
                    <a16:rowId xmlns:a16="http://schemas.microsoft.com/office/drawing/2014/main" val="1915812578"/>
                  </a:ext>
                </a:extLst>
              </a:tr>
              <a:tr h="87210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13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49043" marR="4904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err="1">
                          <a:effectLst/>
                        </a:rPr>
                        <a:t>Sebagai</a:t>
                      </a:r>
                      <a:r>
                        <a:rPr lang="en-US" sz="1000" dirty="0">
                          <a:effectLst/>
                        </a:rPr>
                        <a:t> </a:t>
                      </a:r>
                      <a:r>
                        <a:rPr lang="en-US" sz="1000" dirty="0" err="1">
                          <a:effectLst/>
                        </a:rPr>
                        <a:t>seorang</a:t>
                      </a:r>
                      <a:r>
                        <a:rPr lang="en-US" sz="1000" dirty="0">
                          <a:effectLst/>
                        </a:rPr>
                        <a:t> </a:t>
                      </a:r>
                      <a:r>
                        <a:rPr lang="en-US" sz="1000" dirty="0" err="1">
                          <a:effectLst/>
                        </a:rPr>
                        <a:t>dosen</a:t>
                      </a:r>
                      <a:r>
                        <a:rPr lang="en-US" sz="1000" dirty="0">
                          <a:effectLst/>
                        </a:rPr>
                        <a:t> dan scrum master, </a:t>
                      </a:r>
                      <a:r>
                        <a:rPr lang="en-US" sz="1000" dirty="0" err="1">
                          <a:effectLst/>
                        </a:rPr>
                        <a:t>saya</a:t>
                      </a:r>
                      <a:r>
                        <a:rPr lang="en-US" sz="1000" dirty="0">
                          <a:effectLst/>
                        </a:rPr>
                        <a:t> </a:t>
                      </a:r>
                      <a:r>
                        <a:rPr lang="en-US" sz="1000" dirty="0" err="1">
                          <a:effectLst/>
                        </a:rPr>
                        <a:t>dapat</a:t>
                      </a:r>
                      <a:r>
                        <a:rPr lang="en-US" sz="1000" dirty="0">
                          <a:effectLst/>
                        </a:rPr>
                        <a:t> </a:t>
                      </a:r>
                      <a:r>
                        <a:rPr lang="en-US" sz="1000" dirty="0" err="1">
                          <a:effectLst/>
                        </a:rPr>
                        <a:t>melihat</a:t>
                      </a:r>
                      <a:r>
                        <a:rPr lang="en-US" sz="1000" dirty="0">
                          <a:effectLst/>
                        </a:rPr>
                        <a:t> daftar </a:t>
                      </a:r>
                      <a:r>
                        <a:rPr lang="en-US" sz="1000" dirty="0" err="1">
                          <a:effectLst/>
                        </a:rPr>
                        <a:t>mahasiswa</a:t>
                      </a:r>
                      <a:r>
                        <a:rPr lang="en-US" sz="1000" dirty="0">
                          <a:effectLst/>
                        </a:rPr>
                        <a:t>.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49043" marR="4904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effectLst/>
                        </a:rPr>
                        <a:t>View </a:t>
                      </a:r>
                      <a:r>
                        <a:rPr lang="en-US" sz="1000" b="1" dirty="0" err="1">
                          <a:effectLst/>
                        </a:rPr>
                        <a:t>mahasiswa</a:t>
                      </a:r>
                      <a:endParaRPr lang="en-US" sz="1000" b="1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49043" marR="4904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Ardith Lutfiawan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49043" marR="49043" marT="0" marB="0"/>
                </a:tc>
                <a:extLst>
                  <a:ext uri="{0D108BD9-81ED-4DB2-BD59-A6C34878D82A}">
                    <a16:rowId xmlns:a16="http://schemas.microsoft.com/office/drawing/2014/main" val="3261017754"/>
                  </a:ext>
                </a:extLst>
              </a:tr>
              <a:tr h="87210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14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49043" marR="4904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err="1">
                          <a:effectLst/>
                        </a:rPr>
                        <a:t>Sebagai</a:t>
                      </a:r>
                      <a:r>
                        <a:rPr lang="en-US" sz="1000" dirty="0">
                          <a:effectLst/>
                        </a:rPr>
                        <a:t> </a:t>
                      </a:r>
                      <a:r>
                        <a:rPr lang="en-US" sz="1000" dirty="0" err="1">
                          <a:effectLst/>
                        </a:rPr>
                        <a:t>seorang</a:t>
                      </a:r>
                      <a:r>
                        <a:rPr lang="en-US" sz="1000" dirty="0">
                          <a:effectLst/>
                        </a:rPr>
                        <a:t> </a:t>
                      </a:r>
                      <a:r>
                        <a:rPr lang="en-US" sz="1000" dirty="0" err="1">
                          <a:effectLst/>
                        </a:rPr>
                        <a:t>dosen</a:t>
                      </a:r>
                      <a:r>
                        <a:rPr lang="en-US" sz="1000" dirty="0">
                          <a:effectLst/>
                        </a:rPr>
                        <a:t>, </a:t>
                      </a:r>
                      <a:r>
                        <a:rPr lang="en-US" sz="1000" dirty="0" err="1">
                          <a:effectLst/>
                        </a:rPr>
                        <a:t>saya</a:t>
                      </a:r>
                      <a:r>
                        <a:rPr lang="en-US" sz="1000" dirty="0">
                          <a:effectLst/>
                        </a:rPr>
                        <a:t> </a:t>
                      </a:r>
                      <a:r>
                        <a:rPr lang="en-US" sz="1000" dirty="0" err="1">
                          <a:effectLst/>
                        </a:rPr>
                        <a:t>dapat</a:t>
                      </a:r>
                      <a:r>
                        <a:rPr lang="en-US" sz="1000" dirty="0">
                          <a:effectLst/>
                        </a:rPr>
                        <a:t> </a:t>
                      </a:r>
                      <a:r>
                        <a:rPr lang="en-US" sz="1000" dirty="0" err="1">
                          <a:effectLst/>
                        </a:rPr>
                        <a:t>melihat</a:t>
                      </a:r>
                      <a:r>
                        <a:rPr lang="en-US" sz="1000" dirty="0">
                          <a:effectLst/>
                        </a:rPr>
                        <a:t> </a:t>
                      </a:r>
                      <a:r>
                        <a:rPr lang="en-US" sz="1000" dirty="0" err="1">
                          <a:effectLst/>
                        </a:rPr>
                        <a:t>penilaian</a:t>
                      </a:r>
                      <a:r>
                        <a:rPr lang="en-US" sz="1000" dirty="0">
                          <a:effectLst/>
                        </a:rPr>
                        <a:t> </a:t>
                      </a:r>
                      <a:r>
                        <a:rPr lang="en-US" sz="1000" dirty="0" err="1">
                          <a:effectLst/>
                        </a:rPr>
                        <a:t>tim</a:t>
                      </a:r>
                      <a:r>
                        <a:rPr lang="en-US" sz="1000" dirty="0">
                          <a:effectLst/>
                        </a:rPr>
                        <a:t> dan </a:t>
                      </a:r>
                      <a:r>
                        <a:rPr lang="en-US" sz="1000" dirty="0" err="1">
                          <a:effectLst/>
                        </a:rPr>
                        <a:t>mahasiswa</a:t>
                      </a:r>
                      <a:r>
                        <a:rPr lang="en-US" sz="1000" dirty="0">
                          <a:effectLst/>
                        </a:rPr>
                        <a:t>.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49043" marR="4904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effectLst/>
                        </a:rPr>
                        <a:t>View </a:t>
                      </a:r>
                      <a:r>
                        <a:rPr lang="en-US" sz="1000" b="1" dirty="0" err="1">
                          <a:effectLst/>
                        </a:rPr>
                        <a:t>nilai</a:t>
                      </a:r>
                      <a:endParaRPr lang="en-US" sz="1000" b="1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49043" marR="49043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Ardith Lutfiawan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49043" marR="49043" marT="0" marB="0"/>
                </a:tc>
                <a:extLst>
                  <a:ext uri="{0D108BD9-81ED-4DB2-BD59-A6C34878D82A}">
                    <a16:rowId xmlns:a16="http://schemas.microsoft.com/office/drawing/2014/main" val="3241202404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1B6A66A6-01A5-43B3-89BA-F1236D8146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14" y="-19050"/>
            <a:ext cx="703510" cy="772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565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320;p29">
            <a:extLst>
              <a:ext uri="{FF2B5EF4-FFF2-40B4-BE49-F238E27FC236}">
                <a16:creationId xmlns:a16="http://schemas.microsoft.com/office/drawing/2014/main" id="{CEBDC38C-3B8B-4BAC-ACBE-06D87F06DE21}"/>
              </a:ext>
            </a:extLst>
          </p:cNvPr>
          <p:cNvSpPr txBox="1">
            <a:spLocks/>
          </p:cNvSpPr>
          <p:nvPr/>
        </p:nvSpPr>
        <p:spPr>
          <a:xfrm>
            <a:off x="311700" y="8097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200" b="0" i="0" u="none" strike="noStrike" cap="none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pPr algn="l"/>
            <a:r>
              <a:rPr lang="en-GB" sz="3600" dirty="0">
                <a:solidFill>
                  <a:srgbClr val="96C7FE"/>
                </a:solidFill>
              </a:rPr>
              <a:t>SPRINT PLANNING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9F4C71-688E-4D16-A822-E7BAFAE866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14" y="-19050"/>
            <a:ext cx="703510" cy="772754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1A22D4B-462B-4131-8FCA-DA8210665227}"/>
              </a:ext>
            </a:extLst>
          </p:cNvPr>
          <p:cNvGraphicFramePr>
            <a:graphicFrameLocks noGrp="1"/>
          </p:cNvGraphicFramePr>
          <p:nvPr/>
        </p:nvGraphicFramePr>
        <p:xfrm>
          <a:off x="2252980" y="1467040"/>
          <a:ext cx="4638040" cy="2785939"/>
        </p:xfrm>
        <a:graphic>
          <a:graphicData uri="http://schemas.openxmlformats.org/drawingml/2006/table">
            <a:tbl>
              <a:tblPr firstRow="1" firstCol="1" bandRow="1">
                <a:tableStyleId>{06159BD3-344E-4E92-B66B-2CB23C39393A}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4113871054"/>
                    </a:ext>
                  </a:extLst>
                </a:gridCol>
                <a:gridCol w="2442210">
                  <a:extLst>
                    <a:ext uri="{9D8B030D-6E8A-4147-A177-3AD203B41FA5}">
                      <a16:colId xmlns:a16="http://schemas.microsoft.com/office/drawing/2014/main" val="4191983922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4039219731"/>
                    </a:ext>
                  </a:extLst>
                </a:gridCol>
                <a:gridCol w="763905">
                  <a:extLst>
                    <a:ext uri="{9D8B030D-6E8A-4147-A177-3AD203B41FA5}">
                      <a16:colId xmlns:a16="http://schemas.microsoft.com/office/drawing/2014/main" val="12157787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Kode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User story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Target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Realisasi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10680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MD-001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Membuat use case diagram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Sprint 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Sprint 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03171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MD-002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Membuat daftar fitur utama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Sprint 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Sprint 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80154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MD-003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Membuat activity diagram modul dosen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Sprint 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Sprint 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28008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MD-004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Membuat activity diagram: user management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Sprint 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Sprint 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3310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MD-005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Membuat activity diagram: team management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Sprint 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Sprint 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013365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MD-006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Membuat activity diagram: project management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Sprint 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 dirty="0">
                          <a:effectLst/>
                        </a:rPr>
                        <a:t>Sprint 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6188528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3C29A53-9BFB-4475-992D-3ACA9C29B680}"/>
              </a:ext>
            </a:extLst>
          </p:cNvPr>
          <p:cNvSpPr txBox="1"/>
          <p:nvPr/>
        </p:nvSpPr>
        <p:spPr>
          <a:xfrm>
            <a:off x="3324376" y="282005"/>
            <a:ext cx="5025838" cy="336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indent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1" dirty="0">
                <a:effectLst/>
                <a:latin typeface="Times New Roman" panose="02020603050405020304" pitchFamily="18" charset="0"/>
                <a:ea typeface="AR PL UMing HK"/>
                <a:cs typeface="Calibri" panose="020F0502020204030204" pitchFamily="34" charset="0"/>
              </a:rPr>
              <a:t>(Sprint 1)</a:t>
            </a:r>
            <a:endParaRPr lang="en-US" sz="1200" i="1" dirty="0">
              <a:effectLst/>
              <a:latin typeface="Times New Roman" panose="02020603050405020304" pitchFamily="18" charset="0"/>
              <a:ea typeface="AR PL UMing HK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3692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320;p29">
            <a:extLst>
              <a:ext uri="{FF2B5EF4-FFF2-40B4-BE49-F238E27FC236}">
                <a16:creationId xmlns:a16="http://schemas.microsoft.com/office/drawing/2014/main" id="{CEBDC38C-3B8B-4BAC-ACBE-06D87F06DE21}"/>
              </a:ext>
            </a:extLst>
          </p:cNvPr>
          <p:cNvSpPr txBox="1">
            <a:spLocks/>
          </p:cNvSpPr>
          <p:nvPr/>
        </p:nvSpPr>
        <p:spPr>
          <a:xfrm>
            <a:off x="311700" y="8097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200" b="0" i="0" u="none" strike="noStrike" cap="none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pPr algn="l"/>
            <a:r>
              <a:rPr lang="en-GB" sz="3600" dirty="0">
                <a:solidFill>
                  <a:srgbClr val="96C7FE"/>
                </a:solidFill>
              </a:rPr>
              <a:t>SPRINT PLANNING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9F4C71-688E-4D16-A822-E7BAFAE866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14" y="-19050"/>
            <a:ext cx="703510" cy="772754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71AEE7C-29E1-4B8A-A621-F2FEC08FF2A6}"/>
              </a:ext>
            </a:extLst>
          </p:cNvPr>
          <p:cNvGraphicFramePr>
            <a:graphicFrameLocks noGrp="1"/>
          </p:cNvGraphicFramePr>
          <p:nvPr/>
        </p:nvGraphicFramePr>
        <p:xfrm>
          <a:off x="2477135" y="1966341"/>
          <a:ext cx="4189730" cy="1787908"/>
        </p:xfrm>
        <a:graphic>
          <a:graphicData uri="http://schemas.openxmlformats.org/drawingml/2006/table">
            <a:tbl>
              <a:tblPr firstRow="1" firstCol="1" bandRow="1">
                <a:tableStyleId>{06159BD3-344E-4E92-B66B-2CB23C39393A}</a:tableStyleId>
              </a:tblPr>
              <a:tblGrid>
                <a:gridCol w="725805">
                  <a:extLst>
                    <a:ext uri="{9D8B030D-6E8A-4147-A177-3AD203B41FA5}">
                      <a16:colId xmlns:a16="http://schemas.microsoft.com/office/drawing/2014/main" val="297161450"/>
                    </a:ext>
                  </a:extLst>
                </a:gridCol>
                <a:gridCol w="1999615">
                  <a:extLst>
                    <a:ext uri="{9D8B030D-6E8A-4147-A177-3AD203B41FA5}">
                      <a16:colId xmlns:a16="http://schemas.microsoft.com/office/drawing/2014/main" val="2387121115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3575461167"/>
                    </a:ext>
                  </a:extLst>
                </a:gridCol>
                <a:gridCol w="763905">
                  <a:extLst>
                    <a:ext uri="{9D8B030D-6E8A-4147-A177-3AD203B41FA5}">
                      <a16:colId xmlns:a16="http://schemas.microsoft.com/office/drawing/2014/main" val="34479422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Kode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User story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Target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Realisasi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271378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MD-007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Membuat mockup sistem: user management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Sprint 2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Sprint 2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224965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MD-008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Membuat mockup sistem: team management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Sprint 2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Sprint 2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938752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MD-009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Membuat mockup sistem: project management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Sprint 2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 dirty="0">
                          <a:effectLst/>
                        </a:rPr>
                        <a:t>Sprint 2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1024643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EF734DE-DDBC-4B0B-8E5E-C2FE9968F779}"/>
              </a:ext>
            </a:extLst>
          </p:cNvPr>
          <p:cNvSpPr txBox="1"/>
          <p:nvPr/>
        </p:nvSpPr>
        <p:spPr>
          <a:xfrm>
            <a:off x="3324376" y="282005"/>
            <a:ext cx="5025838" cy="336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indent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1" dirty="0">
                <a:effectLst/>
                <a:latin typeface="Times New Roman" panose="02020603050405020304" pitchFamily="18" charset="0"/>
                <a:ea typeface="AR PL UMing HK"/>
                <a:cs typeface="Calibri" panose="020F0502020204030204" pitchFamily="34" charset="0"/>
              </a:rPr>
              <a:t>(Sprint 2)</a:t>
            </a:r>
            <a:endParaRPr lang="en-US" sz="1200" i="1" dirty="0">
              <a:effectLst/>
              <a:latin typeface="Times New Roman" panose="02020603050405020304" pitchFamily="18" charset="0"/>
              <a:ea typeface="AR PL UMing HK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73340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320;p29">
            <a:extLst>
              <a:ext uri="{FF2B5EF4-FFF2-40B4-BE49-F238E27FC236}">
                <a16:creationId xmlns:a16="http://schemas.microsoft.com/office/drawing/2014/main" id="{CEBDC38C-3B8B-4BAC-ACBE-06D87F06DE21}"/>
              </a:ext>
            </a:extLst>
          </p:cNvPr>
          <p:cNvSpPr txBox="1">
            <a:spLocks/>
          </p:cNvSpPr>
          <p:nvPr/>
        </p:nvSpPr>
        <p:spPr>
          <a:xfrm>
            <a:off x="311700" y="8097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200" b="0" i="0" u="none" strike="noStrike" cap="none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pPr algn="l"/>
            <a:r>
              <a:rPr lang="en-GB" sz="3600" dirty="0">
                <a:solidFill>
                  <a:srgbClr val="96C7FE"/>
                </a:solidFill>
              </a:rPr>
              <a:t>SPRINT PLANNING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9F4C71-688E-4D16-A822-E7BAFAE866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14" y="-19050"/>
            <a:ext cx="703510" cy="772754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14A344D-9FB5-46D8-BD00-0C869AAA6D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7746133"/>
              </p:ext>
            </p:extLst>
          </p:nvPr>
        </p:nvGraphicFramePr>
        <p:xfrm>
          <a:off x="475218" y="1418188"/>
          <a:ext cx="8193563" cy="2636905"/>
        </p:xfrm>
        <a:graphic>
          <a:graphicData uri="http://schemas.openxmlformats.org/drawingml/2006/table">
            <a:tbl>
              <a:tblPr firstRow="1" firstCol="1" bandRow="1">
                <a:tableStyleId>{06159BD3-344E-4E92-B66B-2CB23C39393A}</a:tableStyleId>
              </a:tblPr>
              <a:tblGrid>
                <a:gridCol w="831299">
                  <a:extLst>
                    <a:ext uri="{9D8B030D-6E8A-4147-A177-3AD203B41FA5}">
                      <a16:colId xmlns:a16="http://schemas.microsoft.com/office/drawing/2014/main" val="3579994228"/>
                    </a:ext>
                  </a:extLst>
                </a:gridCol>
                <a:gridCol w="2279276">
                  <a:extLst>
                    <a:ext uri="{9D8B030D-6E8A-4147-A177-3AD203B41FA5}">
                      <a16:colId xmlns:a16="http://schemas.microsoft.com/office/drawing/2014/main" val="3637499741"/>
                    </a:ext>
                  </a:extLst>
                </a:gridCol>
                <a:gridCol w="1082489">
                  <a:extLst>
                    <a:ext uri="{9D8B030D-6E8A-4147-A177-3AD203B41FA5}">
                      <a16:colId xmlns:a16="http://schemas.microsoft.com/office/drawing/2014/main" val="504234329"/>
                    </a:ext>
                  </a:extLst>
                </a:gridCol>
                <a:gridCol w="1109382">
                  <a:extLst>
                    <a:ext uri="{9D8B030D-6E8A-4147-A177-3AD203B41FA5}">
                      <a16:colId xmlns:a16="http://schemas.microsoft.com/office/drawing/2014/main" val="3892456860"/>
                    </a:ext>
                  </a:extLst>
                </a:gridCol>
                <a:gridCol w="2891117">
                  <a:extLst>
                    <a:ext uri="{9D8B030D-6E8A-4147-A177-3AD203B41FA5}">
                      <a16:colId xmlns:a16="http://schemas.microsoft.com/office/drawing/2014/main" val="3981410094"/>
                    </a:ext>
                  </a:extLst>
                </a:gridCol>
              </a:tblGrid>
              <a:tr h="5251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Kode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User story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Target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 dirty="0">
                          <a:effectLst/>
                        </a:rPr>
                        <a:t>Realisasi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Alamat API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err="1">
                          <a:effectLst/>
                          <a:latin typeface="Consolas" panose="020B0609020204030204" pitchFamily="49" charset="0"/>
                          <a:ea typeface="AR PL UMing HK"/>
                          <a:cs typeface="Calibri" panose="020F0502020204030204" pitchFamily="34" charset="0"/>
                        </a:rPr>
                        <a:t>Baseurl</a:t>
                      </a:r>
                      <a:r>
                        <a:rPr lang="en-US" sz="1000" dirty="0">
                          <a:effectLst/>
                          <a:latin typeface="Consolas" panose="020B0609020204030204" pitchFamily="49" charset="0"/>
                          <a:ea typeface="AR PL UMing HK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id-ID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Arial"/>
                          <a:cs typeface="Arial"/>
                          <a:sym typeface="Arial"/>
                        </a:rPr>
                        <a:t>https://linkmatchsttnfapi.herokuapp.com</a:t>
                      </a:r>
                      <a:endParaRPr lang="en-US" sz="1000" dirty="0">
                        <a:effectLst/>
                        <a:latin typeface="Consolas" panose="020B0609020204030204" pitchFamily="49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285854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 dirty="0">
                          <a:effectLst/>
                        </a:rPr>
                        <a:t>MD-010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Login user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Sprint 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Sprint 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id-ID" sz="900" dirty="0">
                          <a:solidFill>
                            <a:srgbClr val="89DDFF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$</a:t>
                      </a:r>
                      <a:r>
                        <a:rPr lang="id-ID" sz="900" dirty="0" err="1">
                          <a:solidFill>
                            <a:srgbClr val="EEFFFF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baseurl</a:t>
                      </a:r>
                      <a:r>
                        <a:rPr lang="id-ID" sz="900" dirty="0">
                          <a:solidFill>
                            <a:srgbClr val="C3E88D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/api/</a:t>
                      </a:r>
                      <a:r>
                        <a:rPr lang="id-ID" sz="900" dirty="0" err="1">
                          <a:solidFill>
                            <a:srgbClr val="C3E88D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login</a:t>
                      </a:r>
                      <a:r>
                        <a:rPr lang="id-ID" sz="900" dirty="0">
                          <a:solidFill>
                            <a:srgbClr val="C3E88D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id-ID" sz="900" dirty="0">
                          <a:solidFill>
                            <a:srgbClr val="FFFFFF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(POST)</a:t>
                      </a:r>
                      <a:endParaRPr lang="en-US" sz="1200" dirty="0"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674308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 dirty="0">
                          <a:effectLst/>
                        </a:rPr>
                        <a:t>MD-011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View profile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Sprint 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Sprint 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id-ID" sz="900">
                          <a:solidFill>
                            <a:srgbClr val="89DDFF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$</a:t>
                      </a:r>
                      <a:r>
                        <a:rPr lang="id-ID" sz="900">
                          <a:solidFill>
                            <a:srgbClr val="EEFFFF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baseurl</a:t>
                      </a:r>
                      <a:r>
                        <a:rPr lang="id-ID" sz="900">
                          <a:solidFill>
                            <a:srgbClr val="C3E88D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/api/profile </a:t>
                      </a:r>
                      <a:r>
                        <a:rPr lang="id-ID" sz="900">
                          <a:solidFill>
                            <a:srgbClr val="FFFFFF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(GET)</a:t>
                      </a:r>
                      <a:endParaRPr lang="en-US" sz="1200"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286375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MD-012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Logout user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Sprint 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Sprint 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id-ID" sz="900">
                          <a:solidFill>
                            <a:srgbClr val="89DDFF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$</a:t>
                      </a:r>
                      <a:r>
                        <a:rPr lang="id-ID" sz="900">
                          <a:solidFill>
                            <a:srgbClr val="EEFFFF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baseurl</a:t>
                      </a:r>
                      <a:r>
                        <a:rPr lang="id-ID" sz="900">
                          <a:solidFill>
                            <a:srgbClr val="C3E88D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/api/login </a:t>
                      </a:r>
                      <a:r>
                        <a:rPr lang="id-ID" sz="900">
                          <a:solidFill>
                            <a:srgbClr val="FFFFFF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(DELETE)</a:t>
                      </a:r>
                      <a:endParaRPr lang="en-US" sz="1200"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622746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MD-013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Halaman dashboard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Sprint 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Sprint 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id-ID" sz="900">
                          <a:solidFill>
                            <a:srgbClr val="89DDFF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$</a:t>
                      </a:r>
                      <a:r>
                        <a:rPr lang="id-ID" sz="900">
                          <a:solidFill>
                            <a:srgbClr val="EEFFFF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baseurl</a:t>
                      </a:r>
                      <a:r>
                        <a:rPr lang="id-ID" sz="900">
                          <a:solidFill>
                            <a:srgbClr val="C3E88D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/api/user </a:t>
                      </a:r>
                      <a:r>
                        <a:rPr lang="id-ID" sz="900">
                          <a:solidFill>
                            <a:srgbClr val="FFFFFF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(GET)</a:t>
                      </a:r>
                      <a:endParaRPr lang="en-US" sz="1200"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162076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MD-014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Fitur melihat daftar project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Sprint 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Sprint 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id-ID" sz="900">
                          <a:solidFill>
                            <a:srgbClr val="89DDFF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$</a:t>
                      </a:r>
                      <a:r>
                        <a:rPr lang="id-ID" sz="900">
                          <a:solidFill>
                            <a:srgbClr val="EEFFFF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baseurl</a:t>
                      </a:r>
                      <a:r>
                        <a:rPr lang="id-ID" sz="900">
                          <a:solidFill>
                            <a:srgbClr val="C3E88D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/api/project </a:t>
                      </a:r>
                      <a:r>
                        <a:rPr lang="id-ID" sz="900">
                          <a:solidFill>
                            <a:srgbClr val="FFFFFF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(GET)</a:t>
                      </a:r>
                      <a:endParaRPr lang="en-US" sz="1200"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40108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MD-015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Fitur melihat detail project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Sprint 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Sprint 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id-ID" sz="900">
                          <a:solidFill>
                            <a:srgbClr val="89DDFF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$</a:t>
                      </a:r>
                      <a:r>
                        <a:rPr lang="id-ID" sz="900">
                          <a:solidFill>
                            <a:srgbClr val="EEFFFF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baseurl</a:t>
                      </a:r>
                      <a:r>
                        <a:rPr lang="id-ID" sz="900">
                          <a:solidFill>
                            <a:srgbClr val="C3E88D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/api/project </a:t>
                      </a:r>
                      <a:r>
                        <a:rPr lang="id-ID" sz="900">
                          <a:solidFill>
                            <a:srgbClr val="FFFFFF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(GET)</a:t>
                      </a:r>
                      <a:endParaRPr lang="en-US" sz="1200"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813026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MD-016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Fitur melihat daftar sprint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Sprint 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 dirty="0">
                          <a:effectLst/>
                        </a:rPr>
                        <a:t>Sprint 3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id-ID" sz="900">
                          <a:solidFill>
                            <a:srgbClr val="89DDFF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$</a:t>
                      </a:r>
                      <a:r>
                        <a:rPr lang="id-ID" sz="900">
                          <a:solidFill>
                            <a:srgbClr val="EEFFFF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baseurl</a:t>
                      </a:r>
                      <a:r>
                        <a:rPr lang="id-ID" sz="900">
                          <a:solidFill>
                            <a:srgbClr val="C3E88D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/api/sprint </a:t>
                      </a:r>
                      <a:r>
                        <a:rPr lang="id-ID" sz="900">
                          <a:solidFill>
                            <a:srgbClr val="FFFFFF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(GET)</a:t>
                      </a:r>
                      <a:endParaRPr lang="en-US" sz="1200"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39696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MD-017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Fitur melihat detail sprint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Sprint 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 dirty="0">
                          <a:effectLst/>
                        </a:rPr>
                        <a:t>Sprint 3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id-ID" sz="900" dirty="0">
                          <a:solidFill>
                            <a:srgbClr val="89DDFF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$</a:t>
                      </a:r>
                      <a:r>
                        <a:rPr lang="id-ID" sz="900" dirty="0" err="1">
                          <a:solidFill>
                            <a:srgbClr val="EEFFFF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baseurl</a:t>
                      </a:r>
                      <a:r>
                        <a:rPr lang="id-ID" sz="900" dirty="0">
                          <a:solidFill>
                            <a:srgbClr val="C3E88D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/api/sprint </a:t>
                      </a:r>
                      <a:r>
                        <a:rPr lang="id-ID" sz="900" dirty="0">
                          <a:solidFill>
                            <a:srgbClr val="FFFFFF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(GET)</a:t>
                      </a:r>
                      <a:endParaRPr lang="en-US" sz="1200" dirty="0"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7351850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2B67AD3-EF9C-43BD-BD65-B4D8ACAC2F71}"/>
              </a:ext>
            </a:extLst>
          </p:cNvPr>
          <p:cNvSpPr txBox="1"/>
          <p:nvPr/>
        </p:nvSpPr>
        <p:spPr>
          <a:xfrm>
            <a:off x="3324376" y="282005"/>
            <a:ext cx="5025838" cy="336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indent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1" dirty="0">
                <a:effectLst/>
                <a:latin typeface="Times New Roman" panose="02020603050405020304" pitchFamily="18" charset="0"/>
                <a:ea typeface="AR PL UMing HK"/>
                <a:cs typeface="Calibri" panose="020F0502020204030204" pitchFamily="34" charset="0"/>
              </a:rPr>
              <a:t>(Sprint 3)</a:t>
            </a:r>
            <a:endParaRPr lang="en-US" sz="1200" i="1" dirty="0">
              <a:effectLst/>
              <a:latin typeface="Times New Roman" panose="02020603050405020304" pitchFamily="18" charset="0"/>
              <a:ea typeface="AR PL UMing HK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31325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320;p29">
            <a:extLst>
              <a:ext uri="{FF2B5EF4-FFF2-40B4-BE49-F238E27FC236}">
                <a16:creationId xmlns:a16="http://schemas.microsoft.com/office/drawing/2014/main" id="{CEBDC38C-3B8B-4BAC-ACBE-06D87F06DE21}"/>
              </a:ext>
            </a:extLst>
          </p:cNvPr>
          <p:cNvSpPr txBox="1">
            <a:spLocks/>
          </p:cNvSpPr>
          <p:nvPr/>
        </p:nvSpPr>
        <p:spPr>
          <a:xfrm>
            <a:off x="311700" y="8097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200" b="0" i="0" u="none" strike="noStrike" cap="none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pPr algn="l"/>
            <a:r>
              <a:rPr lang="en-GB" sz="3600" dirty="0">
                <a:solidFill>
                  <a:srgbClr val="96C7FE"/>
                </a:solidFill>
              </a:rPr>
              <a:t>SPRINT PLANNING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9F4C71-688E-4D16-A822-E7BAFAE866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14" y="-19050"/>
            <a:ext cx="703510" cy="772754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C031BB9-FC80-4997-B722-AB64C6EA80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6289395"/>
              </p:ext>
            </p:extLst>
          </p:nvPr>
        </p:nvGraphicFramePr>
        <p:xfrm>
          <a:off x="907676" y="1014159"/>
          <a:ext cx="7583730" cy="3879689"/>
        </p:xfrm>
        <a:graphic>
          <a:graphicData uri="http://schemas.openxmlformats.org/drawingml/2006/table">
            <a:tbl>
              <a:tblPr firstRow="1" firstCol="1" bandRow="1">
                <a:tableStyleId>{06159BD3-344E-4E92-B66B-2CB23C39393A}</a:tableStyleId>
              </a:tblPr>
              <a:tblGrid>
                <a:gridCol w="853474">
                  <a:extLst>
                    <a:ext uri="{9D8B030D-6E8A-4147-A177-3AD203B41FA5}">
                      <a16:colId xmlns:a16="http://schemas.microsoft.com/office/drawing/2014/main" val="3339654302"/>
                    </a:ext>
                  </a:extLst>
                </a:gridCol>
                <a:gridCol w="1836551">
                  <a:extLst>
                    <a:ext uri="{9D8B030D-6E8A-4147-A177-3AD203B41FA5}">
                      <a16:colId xmlns:a16="http://schemas.microsoft.com/office/drawing/2014/main" val="562350138"/>
                    </a:ext>
                  </a:extLst>
                </a:gridCol>
                <a:gridCol w="1034811">
                  <a:extLst>
                    <a:ext uri="{9D8B030D-6E8A-4147-A177-3AD203B41FA5}">
                      <a16:colId xmlns:a16="http://schemas.microsoft.com/office/drawing/2014/main" val="2766323159"/>
                    </a:ext>
                  </a:extLst>
                </a:gridCol>
                <a:gridCol w="934570">
                  <a:extLst>
                    <a:ext uri="{9D8B030D-6E8A-4147-A177-3AD203B41FA5}">
                      <a16:colId xmlns:a16="http://schemas.microsoft.com/office/drawing/2014/main" val="2029478127"/>
                    </a:ext>
                  </a:extLst>
                </a:gridCol>
                <a:gridCol w="2924324">
                  <a:extLst>
                    <a:ext uri="{9D8B030D-6E8A-4147-A177-3AD203B41FA5}">
                      <a16:colId xmlns:a16="http://schemas.microsoft.com/office/drawing/2014/main" val="258621000"/>
                    </a:ext>
                  </a:extLst>
                </a:gridCol>
              </a:tblGrid>
              <a:tr h="24779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 dirty="0">
                          <a:effectLst/>
                        </a:rPr>
                        <a:t>Kode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2949" marR="3294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User story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2949" marR="3294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Target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2949" marR="3294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 dirty="0">
                          <a:effectLst/>
                        </a:rPr>
                        <a:t>Realisasi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2949" marR="3294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Alamat API</a:t>
                      </a: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err="1">
                          <a:effectLst/>
                          <a:latin typeface="Consolas" panose="020B0609020204030204" pitchFamily="49" charset="0"/>
                          <a:ea typeface="AR PL UMing HK"/>
                          <a:cs typeface="Calibri" panose="020F0502020204030204" pitchFamily="34" charset="0"/>
                        </a:rPr>
                        <a:t>Baseurl</a:t>
                      </a:r>
                      <a:r>
                        <a:rPr lang="en-US" sz="1000" dirty="0">
                          <a:effectLst/>
                          <a:latin typeface="Consolas" panose="020B0609020204030204" pitchFamily="49" charset="0"/>
                          <a:ea typeface="AR PL UMing HK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id-ID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Arial"/>
                          <a:cs typeface="Arial"/>
                          <a:sym typeface="Arial"/>
                          <a:hlinkClick r:id="rId4"/>
                        </a:rPr>
                        <a:t>https://linkmatchsttnfapi.herokuapp.com</a:t>
                      </a:r>
                      <a:endParaRPr lang="en-US" sz="1000" dirty="0">
                        <a:effectLst/>
                        <a:latin typeface="Consolas" panose="020B0609020204030204" pitchFamily="49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2949" marR="32949" marT="0" marB="0" anchor="ctr"/>
                </a:tc>
                <a:extLst>
                  <a:ext uri="{0D108BD9-81ED-4DB2-BD59-A6C34878D82A}">
                    <a16:rowId xmlns:a16="http://schemas.microsoft.com/office/drawing/2014/main" val="909401762"/>
                  </a:ext>
                </a:extLst>
              </a:tr>
              <a:tr h="379589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MD-018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2949" marR="3294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Fitur menambah sprint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2949" marR="3294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Sprint 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2949" marR="3294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Sprint 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2949" marR="3294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id-ID" sz="900" dirty="0">
                          <a:solidFill>
                            <a:srgbClr val="89DDFF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$</a:t>
                      </a:r>
                      <a:r>
                        <a:rPr lang="id-ID" sz="900" dirty="0" err="1">
                          <a:solidFill>
                            <a:srgbClr val="EEFFFF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baseurl</a:t>
                      </a:r>
                      <a:r>
                        <a:rPr lang="id-ID" sz="900" dirty="0">
                          <a:solidFill>
                            <a:srgbClr val="C3E88D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/api/sprint/</a:t>
                      </a:r>
                      <a:r>
                        <a:rPr lang="id-ID" sz="900" dirty="0">
                          <a:solidFill>
                            <a:srgbClr val="F78C6C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{</a:t>
                      </a:r>
                      <a:r>
                        <a:rPr lang="id-ID" sz="900" dirty="0" err="1">
                          <a:solidFill>
                            <a:srgbClr val="F78C6C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id</a:t>
                      </a:r>
                      <a:r>
                        <a:rPr lang="id-ID" sz="900" dirty="0">
                          <a:solidFill>
                            <a:srgbClr val="F78C6C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} </a:t>
                      </a:r>
                      <a:r>
                        <a:rPr lang="id-ID" sz="900" dirty="0">
                          <a:solidFill>
                            <a:srgbClr val="FFFFFF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(POST)</a:t>
                      </a:r>
                      <a:endParaRPr lang="en-US" sz="1200" dirty="0"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90608805"/>
                  </a:ext>
                </a:extLst>
              </a:tr>
              <a:tr h="379589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MD-019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2949" marR="3294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Fitur memulai sprint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2949" marR="3294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Sprint 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2949" marR="3294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 dirty="0">
                          <a:effectLst/>
                        </a:rPr>
                        <a:t>Sprint 6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2949" marR="3294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id-ID" sz="900" dirty="0">
                          <a:solidFill>
                            <a:srgbClr val="89DDFF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$</a:t>
                      </a:r>
                      <a:r>
                        <a:rPr lang="id-ID" sz="900" dirty="0" err="1">
                          <a:solidFill>
                            <a:srgbClr val="EEFFFF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baseurl</a:t>
                      </a:r>
                      <a:r>
                        <a:rPr lang="id-ID" sz="900" dirty="0">
                          <a:solidFill>
                            <a:srgbClr val="C3E88D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/api/sprint/</a:t>
                      </a:r>
                      <a:r>
                        <a:rPr lang="id-ID" sz="900" dirty="0">
                          <a:solidFill>
                            <a:srgbClr val="F78C6C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{</a:t>
                      </a:r>
                      <a:r>
                        <a:rPr lang="id-ID" sz="900" dirty="0" err="1">
                          <a:solidFill>
                            <a:srgbClr val="F78C6C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id</a:t>
                      </a:r>
                      <a:r>
                        <a:rPr lang="id-ID" sz="900" dirty="0">
                          <a:solidFill>
                            <a:srgbClr val="F78C6C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} </a:t>
                      </a:r>
                      <a:r>
                        <a:rPr lang="id-ID" sz="900" dirty="0">
                          <a:solidFill>
                            <a:srgbClr val="FFFFFF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(PUT)</a:t>
                      </a:r>
                      <a:endParaRPr lang="en-US" sz="1200" dirty="0"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13845324"/>
                  </a:ext>
                </a:extLst>
              </a:tr>
              <a:tr h="379589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MD-020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2949" marR="3294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 dirty="0">
                          <a:effectLst/>
                        </a:rPr>
                        <a:t>Fitur mengakhiri sprint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2949" marR="3294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Sprint 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2949" marR="3294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 dirty="0">
                          <a:effectLst/>
                        </a:rPr>
                        <a:t>Sprint 6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2949" marR="3294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id-ID" sz="900" dirty="0">
                          <a:solidFill>
                            <a:srgbClr val="89DDFF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$</a:t>
                      </a:r>
                      <a:r>
                        <a:rPr lang="id-ID" sz="900" dirty="0" err="1">
                          <a:solidFill>
                            <a:srgbClr val="EEFFFF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baseurl</a:t>
                      </a:r>
                      <a:r>
                        <a:rPr lang="id-ID" sz="900" dirty="0">
                          <a:solidFill>
                            <a:srgbClr val="C3E88D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/api/sprint/</a:t>
                      </a:r>
                      <a:r>
                        <a:rPr lang="id-ID" sz="900" dirty="0">
                          <a:solidFill>
                            <a:srgbClr val="F78C6C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{</a:t>
                      </a:r>
                      <a:r>
                        <a:rPr lang="id-ID" sz="900" dirty="0" err="1">
                          <a:solidFill>
                            <a:srgbClr val="F78C6C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id</a:t>
                      </a:r>
                      <a:r>
                        <a:rPr lang="id-ID" sz="900" dirty="0">
                          <a:solidFill>
                            <a:srgbClr val="F78C6C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} </a:t>
                      </a:r>
                      <a:r>
                        <a:rPr lang="id-ID" sz="900" dirty="0">
                          <a:solidFill>
                            <a:srgbClr val="FFFFFF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(PUT)</a:t>
                      </a:r>
                      <a:endParaRPr lang="en-US" sz="1200" dirty="0"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43508049"/>
                  </a:ext>
                </a:extLst>
              </a:tr>
              <a:tr h="379589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MD-021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2949" marR="3294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Fitur mengedit sprint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2949" marR="3294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Sprint 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2949" marR="3294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Sprint 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2949" marR="3294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id-ID" sz="900" dirty="0">
                          <a:solidFill>
                            <a:srgbClr val="89DDFF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$</a:t>
                      </a:r>
                      <a:r>
                        <a:rPr lang="id-ID" sz="900" dirty="0" err="1">
                          <a:solidFill>
                            <a:srgbClr val="EEFFFF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baseurl</a:t>
                      </a:r>
                      <a:r>
                        <a:rPr lang="id-ID" sz="900" dirty="0">
                          <a:solidFill>
                            <a:srgbClr val="C3E88D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/api/sprint/</a:t>
                      </a:r>
                      <a:r>
                        <a:rPr lang="id-ID" sz="900" dirty="0">
                          <a:solidFill>
                            <a:srgbClr val="F78C6C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{</a:t>
                      </a:r>
                      <a:r>
                        <a:rPr lang="id-ID" sz="900" dirty="0" err="1">
                          <a:solidFill>
                            <a:srgbClr val="F78C6C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id</a:t>
                      </a:r>
                      <a:r>
                        <a:rPr lang="id-ID" sz="900" dirty="0">
                          <a:solidFill>
                            <a:srgbClr val="F78C6C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} </a:t>
                      </a:r>
                      <a:r>
                        <a:rPr lang="id-ID" sz="900" dirty="0">
                          <a:solidFill>
                            <a:srgbClr val="FFFFFF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(PUT)</a:t>
                      </a:r>
                      <a:endParaRPr lang="en-US" sz="1200" dirty="0"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34108048"/>
                  </a:ext>
                </a:extLst>
              </a:tr>
              <a:tr h="379589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 dirty="0">
                          <a:effectLst/>
                        </a:rPr>
                        <a:t>MD-022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2949" marR="3294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Fitur menghapus sprint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2949" marR="3294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Sprint 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2949" marR="3294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Sprint 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2949" marR="3294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id-ID" sz="900" dirty="0">
                          <a:solidFill>
                            <a:srgbClr val="89DDFF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$</a:t>
                      </a:r>
                      <a:r>
                        <a:rPr lang="id-ID" sz="900" dirty="0" err="1">
                          <a:solidFill>
                            <a:srgbClr val="EEFFFF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baseurl</a:t>
                      </a:r>
                      <a:r>
                        <a:rPr lang="id-ID" sz="900" dirty="0">
                          <a:solidFill>
                            <a:srgbClr val="C3E88D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/api/sprint//</a:t>
                      </a:r>
                      <a:r>
                        <a:rPr lang="id-ID" sz="900" dirty="0">
                          <a:solidFill>
                            <a:srgbClr val="F78C6C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{</a:t>
                      </a:r>
                      <a:r>
                        <a:rPr lang="id-ID" sz="900" dirty="0" err="1">
                          <a:solidFill>
                            <a:srgbClr val="F78C6C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id</a:t>
                      </a:r>
                      <a:r>
                        <a:rPr lang="id-ID" sz="900" dirty="0">
                          <a:solidFill>
                            <a:srgbClr val="F78C6C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}</a:t>
                      </a:r>
                      <a:r>
                        <a:rPr lang="id-ID" sz="900" dirty="0">
                          <a:solidFill>
                            <a:srgbClr val="FFFFFF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(DELETE)</a:t>
                      </a:r>
                      <a:endParaRPr lang="en-US" sz="1200" dirty="0"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22882999"/>
                  </a:ext>
                </a:extLst>
              </a:tr>
              <a:tr h="379589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MD-023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2949" marR="3294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Fitur melihat daftar tim 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2949" marR="3294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Sprint 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2949" marR="3294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Sprint 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2949" marR="3294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id-ID" sz="900" dirty="0">
                          <a:solidFill>
                            <a:srgbClr val="89DDFF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$</a:t>
                      </a:r>
                      <a:r>
                        <a:rPr lang="id-ID" sz="900" dirty="0" err="1">
                          <a:solidFill>
                            <a:srgbClr val="EEFFFF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baseurl</a:t>
                      </a:r>
                      <a:r>
                        <a:rPr lang="id-ID" sz="900" dirty="0">
                          <a:solidFill>
                            <a:srgbClr val="C3E88D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/api/</a:t>
                      </a:r>
                      <a:r>
                        <a:rPr lang="id-ID" sz="900" dirty="0" err="1">
                          <a:solidFill>
                            <a:srgbClr val="C3E88D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team</a:t>
                      </a:r>
                      <a:r>
                        <a:rPr lang="id-ID" sz="900" dirty="0">
                          <a:solidFill>
                            <a:srgbClr val="C3E88D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id-ID" sz="900" dirty="0">
                          <a:solidFill>
                            <a:srgbClr val="FFFFFF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(GET)</a:t>
                      </a:r>
                      <a:endParaRPr lang="en-US" sz="1200" dirty="0"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87535800"/>
                  </a:ext>
                </a:extLst>
              </a:tr>
              <a:tr h="379589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MD-024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2949" marR="3294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Fitur melihat detail tim 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2949" marR="3294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Sprint 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2949" marR="3294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Sprint 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2949" marR="3294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id-ID" sz="900" dirty="0">
                          <a:solidFill>
                            <a:srgbClr val="89DDFF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$</a:t>
                      </a:r>
                      <a:r>
                        <a:rPr lang="id-ID" sz="900" dirty="0" err="1">
                          <a:solidFill>
                            <a:srgbClr val="EEFFFF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baseurl</a:t>
                      </a:r>
                      <a:r>
                        <a:rPr lang="id-ID" sz="900" dirty="0">
                          <a:solidFill>
                            <a:srgbClr val="C3E88D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/api/</a:t>
                      </a:r>
                      <a:r>
                        <a:rPr lang="id-ID" sz="900" dirty="0" err="1">
                          <a:solidFill>
                            <a:srgbClr val="C3E88D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team</a:t>
                      </a:r>
                      <a:r>
                        <a:rPr lang="id-ID" sz="900" dirty="0">
                          <a:solidFill>
                            <a:srgbClr val="C3E88D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id-ID" sz="900" dirty="0">
                          <a:solidFill>
                            <a:srgbClr val="FFFFFF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(GET)</a:t>
                      </a:r>
                      <a:endParaRPr lang="en-US" sz="1200" dirty="0"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75536324"/>
                  </a:ext>
                </a:extLst>
              </a:tr>
              <a:tr h="511386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MD-025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2949" marR="3294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Fitur melihat daftar mahasiswa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2949" marR="3294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Sprint 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2949" marR="3294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 dirty="0">
                          <a:effectLst/>
                        </a:rPr>
                        <a:t>Sprint 4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2949" marR="3294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id-ID" sz="900" dirty="0">
                          <a:solidFill>
                            <a:srgbClr val="89DDFF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$</a:t>
                      </a:r>
                      <a:r>
                        <a:rPr lang="id-ID" sz="900" dirty="0" err="1">
                          <a:solidFill>
                            <a:srgbClr val="EEFFFF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baseurl</a:t>
                      </a:r>
                      <a:r>
                        <a:rPr lang="id-ID" sz="900" dirty="0">
                          <a:solidFill>
                            <a:srgbClr val="C3E88D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/api/mahasiswa </a:t>
                      </a:r>
                      <a:r>
                        <a:rPr lang="id-ID" sz="900" dirty="0">
                          <a:solidFill>
                            <a:srgbClr val="FFFFFF"/>
                          </a:solidFill>
                          <a:effectLst/>
                          <a:highlight>
                            <a:srgbClr val="0000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(GET)</a:t>
                      </a:r>
                      <a:endParaRPr lang="en-US" sz="1200" dirty="0">
                        <a:effectLst/>
                        <a:highlight>
                          <a:srgbClr val="000000"/>
                        </a:highlight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0084777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FB206D2-D49C-42FD-ADF9-C88F4134A61C}"/>
              </a:ext>
            </a:extLst>
          </p:cNvPr>
          <p:cNvSpPr txBox="1"/>
          <p:nvPr/>
        </p:nvSpPr>
        <p:spPr>
          <a:xfrm>
            <a:off x="3324376" y="282005"/>
            <a:ext cx="5025838" cy="336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indent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1" dirty="0">
                <a:effectLst/>
                <a:latin typeface="Times New Roman" panose="02020603050405020304" pitchFamily="18" charset="0"/>
                <a:ea typeface="AR PL UMing HK"/>
                <a:cs typeface="Calibri" panose="020F0502020204030204" pitchFamily="34" charset="0"/>
              </a:rPr>
              <a:t>(Sprint 4)</a:t>
            </a:r>
            <a:endParaRPr lang="en-US" sz="1200" i="1" dirty="0">
              <a:effectLst/>
              <a:latin typeface="Times New Roman" panose="02020603050405020304" pitchFamily="18" charset="0"/>
              <a:ea typeface="AR PL UMing HK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25567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320;p29">
            <a:extLst>
              <a:ext uri="{FF2B5EF4-FFF2-40B4-BE49-F238E27FC236}">
                <a16:creationId xmlns:a16="http://schemas.microsoft.com/office/drawing/2014/main" id="{CEBDC38C-3B8B-4BAC-ACBE-06D87F06DE21}"/>
              </a:ext>
            </a:extLst>
          </p:cNvPr>
          <p:cNvSpPr txBox="1">
            <a:spLocks/>
          </p:cNvSpPr>
          <p:nvPr/>
        </p:nvSpPr>
        <p:spPr>
          <a:xfrm>
            <a:off x="311700" y="8097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200" b="0" i="0" u="none" strike="noStrike" cap="none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pPr algn="l"/>
            <a:r>
              <a:rPr lang="en-GB" sz="3600" dirty="0">
                <a:solidFill>
                  <a:srgbClr val="96C7FE"/>
                </a:solidFill>
              </a:rPr>
              <a:t>SPRINT PLANNING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9F4C71-688E-4D16-A822-E7BAFAE866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14" y="-19050"/>
            <a:ext cx="703510" cy="772754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404E972-DF10-4A58-A611-9170A5BDE4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5668385"/>
              </p:ext>
            </p:extLst>
          </p:nvPr>
        </p:nvGraphicFramePr>
        <p:xfrm>
          <a:off x="311699" y="1296987"/>
          <a:ext cx="7850666" cy="2029335"/>
        </p:xfrm>
        <a:graphic>
          <a:graphicData uri="http://schemas.openxmlformats.org/drawingml/2006/table">
            <a:tbl>
              <a:tblPr firstRow="1" firstCol="1" bandRow="1">
                <a:tableStyleId>{06159BD3-344E-4E92-B66B-2CB23C39393A}</a:tableStyleId>
              </a:tblPr>
              <a:tblGrid>
                <a:gridCol w="1113985">
                  <a:extLst>
                    <a:ext uri="{9D8B030D-6E8A-4147-A177-3AD203B41FA5}">
                      <a16:colId xmlns:a16="http://schemas.microsoft.com/office/drawing/2014/main" val="4266790649"/>
                    </a:ext>
                  </a:extLst>
                </a:gridCol>
                <a:gridCol w="1774716">
                  <a:extLst>
                    <a:ext uri="{9D8B030D-6E8A-4147-A177-3AD203B41FA5}">
                      <a16:colId xmlns:a16="http://schemas.microsoft.com/office/drawing/2014/main" val="642638821"/>
                    </a:ext>
                  </a:extLst>
                </a:gridCol>
                <a:gridCol w="961465">
                  <a:extLst>
                    <a:ext uri="{9D8B030D-6E8A-4147-A177-3AD203B41FA5}">
                      <a16:colId xmlns:a16="http://schemas.microsoft.com/office/drawing/2014/main" val="3941325973"/>
                    </a:ext>
                  </a:extLst>
                </a:gridCol>
                <a:gridCol w="1035423">
                  <a:extLst>
                    <a:ext uri="{9D8B030D-6E8A-4147-A177-3AD203B41FA5}">
                      <a16:colId xmlns:a16="http://schemas.microsoft.com/office/drawing/2014/main" val="805850531"/>
                    </a:ext>
                  </a:extLst>
                </a:gridCol>
                <a:gridCol w="2965077">
                  <a:extLst>
                    <a:ext uri="{9D8B030D-6E8A-4147-A177-3AD203B41FA5}">
                      <a16:colId xmlns:a16="http://schemas.microsoft.com/office/drawing/2014/main" val="8474855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Kode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User story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Target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 dirty="0">
                          <a:effectLst/>
                        </a:rPr>
                        <a:t>Realisasi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Alamat API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452989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MD-026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Fitur melihat daftar nilai tim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 dirty="0">
                          <a:effectLst/>
                        </a:rPr>
                        <a:t>Sprint 5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Belum </a:t>
                      </a:r>
                      <a:r>
                        <a:rPr lang="en-US" sz="1200" dirty="0" err="1">
                          <a:effectLst/>
                        </a:rPr>
                        <a:t>selesai</a:t>
                      </a:r>
                      <a:endParaRPr lang="en-US" sz="1200" b="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j-lt"/>
                          <a:ea typeface="AR PL UMing HK"/>
                          <a:cs typeface="Calibri" panose="020F0502020204030204" pitchFamily="34" charset="0"/>
                        </a:rPr>
                        <a:t>(Belum </a:t>
                      </a:r>
                      <a:r>
                        <a:rPr lang="en-US" sz="1200" dirty="0" err="1">
                          <a:effectLst/>
                          <a:latin typeface="+mj-lt"/>
                          <a:ea typeface="AR PL UMing HK"/>
                          <a:cs typeface="Calibri" panose="020F0502020204030204" pitchFamily="34" charset="0"/>
                        </a:rPr>
                        <a:t>dibuat</a:t>
                      </a:r>
                      <a:r>
                        <a:rPr lang="en-US" sz="1200" dirty="0">
                          <a:effectLst/>
                          <a:latin typeface="+mj-lt"/>
                          <a:ea typeface="AR PL UMing HK"/>
                          <a:cs typeface="Calibri" panose="020F0502020204030204" pitchFamily="34" charset="0"/>
                        </a:rPr>
                        <a:t>)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03703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MD-027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Fitur melihat daftar nilai mahasiswa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Sprint 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Belum </a:t>
                      </a:r>
                      <a:r>
                        <a:rPr lang="en-US" sz="1200" b="0" dirty="0" err="1">
                          <a:effectLst/>
                        </a:rPr>
                        <a:t>selesai</a:t>
                      </a:r>
                      <a:endParaRPr lang="en-US" sz="1200" b="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j-lt"/>
                          <a:ea typeface="AR PL UMing HK"/>
                          <a:cs typeface="Calibri" panose="020F0502020204030204" pitchFamily="34" charset="0"/>
                        </a:rPr>
                        <a:t>(Belum </a:t>
                      </a:r>
                      <a:r>
                        <a:rPr lang="en-US" sz="1200" dirty="0" err="1">
                          <a:effectLst/>
                          <a:latin typeface="+mj-lt"/>
                          <a:ea typeface="AR PL UMing HK"/>
                          <a:cs typeface="Calibri" panose="020F0502020204030204" pitchFamily="34" charset="0"/>
                        </a:rPr>
                        <a:t>dibuat</a:t>
                      </a:r>
                      <a:r>
                        <a:rPr lang="en-US" sz="1200" dirty="0">
                          <a:effectLst/>
                          <a:latin typeface="+mj-lt"/>
                          <a:ea typeface="AR PL UMing HK"/>
                          <a:cs typeface="Calibri" panose="020F0502020204030204" pitchFamily="34" charset="0"/>
                        </a:rPr>
                        <a:t>)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727112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 dirty="0">
                          <a:effectLst/>
                        </a:rPr>
                        <a:t>MD-028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Rancangan Black-box Testing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Sprint 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Sprint 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i="1" dirty="0">
                          <a:effectLst/>
                          <a:latin typeface="Times New Roman" panose="02020603050405020304" pitchFamily="18" charset="0"/>
                          <a:ea typeface="AR PL UMing HK"/>
                          <a:cs typeface="Calibri" panose="020F0502020204030204" pitchFamily="34" charset="0"/>
                        </a:rPr>
                        <a:t>-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67741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MD-029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Rancangan UAT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>
                          <a:effectLst/>
                        </a:rPr>
                        <a:t>Sprint 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 dirty="0">
                          <a:effectLst/>
                        </a:rPr>
                        <a:t>Sprint 4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1200" i="1" dirty="0">
                          <a:effectLst/>
                          <a:latin typeface="Times New Roman" panose="02020603050405020304" pitchFamily="18" charset="0"/>
                          <a:ea typeface="AR PL UMing HK"/>
                          <a:cs typeface="Calibri" panose="020F0502020204030204" pitchFamily="34" charset="0"/>
                        </a:rPr>
                        <a:t>-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4688029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05CA381-36C1-4386-BABD-A51C7DB4D169}"/>
              </a:ext>
            </a:extLst>
          </p:cNvPr>
          <p:cNvSpPr txBox="1"/>
          <p:nvPr/>
        </p:nvSpPr>
        <p:spPr>
          <a:xfrm>
            <a:off x="3324376" y="282005"/>
            <a:ext cx="5025838" cy="336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indent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1" dirty="0">
                <a:effectLst/>
                <a:latin typeface="Times New Roman" panose="02020603050405020304" pitchFamily="18" charset="0"/>
                <a:ea typeface="AR PL UMing HK"/>
                <a:cs typeface="Calibri" panose="020F0502020204030204" pitchFamily="34" charset="0"/>
              </a:rPr>
              <a:t>(Sprint 5)</a:t>
            </a:r>
            <a:endParaRPr lang="en-US" sz="1200" i="1" dirty="0">
              <a:effectLst/>
              <a:latin typeface="Times New Roman" panose="02020603050405020304" pitchFamily="18" charset="0"/>
              <a:ea typeface="AR PL UMing HK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14811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Google Shape;1846;p49"/>
          <p:cNvSpPr/>
          <p:nvPr/>
        </p:nvSpPr>
        <p:spPr>
          <a:xfrm>
            <a:off x="865500" y="-1134700"/>
            <a:ext cx="7413000" cy="7413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7" name="Google Shape;1847;p49"/>
          <p:cNvSpPr txBox="1">
            <a:spLocks noGrp="1"/>
          </p:cNvSpPr>
          <p:nvPr>
            <p:ph type="ctrTitle"/>
          </p:nvPr>
        </p:nvSpPr>
        <p:spPr>
          <a:xfrm flipH="1">
            <a:off x="1619069" y="2259124"/>
            <a:ext cx="3690300" cy="45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HASIL PENGUJIAN</a:t>
            </a:r>
            <a:endParaRPr dirty="0"/>
          </a:p>
        </p:txBody>
      </p:sp>
      <p:sp>
        <p:nvSpPr>
          <p:cNvPr id="1848" name="Google Shape;1848;p49"/>
          <p:cNvSpPr txBox="1">
            <a:spLocks noGrp="1"/>
          </p:cNvSpPr>
          <p:nvPr>
            <p:ph type="title" idx="2"/>
          </p:nvPr>
        </p:nvSpPr>
        <p:spPr>
          <a:xfrm flipH="1">
            <a:off x="1619119" y="2961488"/>
            <a:ext cx="22407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lt1"/>
                </a:solidFill>
              </a:rPr>
              <a:t>07</a:t>
            </a:r>
            <a:endParaRPr dirty="0">
              <a:solidFill>
                <a:schemeClr val="lt1"/>
              </a:solidFill>
            </a:endParaRPr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D13738CC-BF9E-4923-A7E8-B4B1C7238DA4}"/>
              </a:ext>
            </a:extLst>
          </p:cNvPr>
          <p:cNvGrpSpPr/>
          <p:nvPr/>
        </p:nvGrpSpPr>
        <p:grpSpPr>
          <a:xfrm>
            <a:off x="5007791" y="1471414"/>
            <a:ext cx="4667200" cy="2852024"/>
            <a:chOff x="5007791" y="1471414"/>
            <a:chExt cx="4667200" cy="2852024"/>
          </a:xfrm>
        </p:grpSpPr>
        <p:sp>
          <p:nvSpPr>
            <p:cNvPr id="85" name="Google Shape;400;p32">
              <a:extLst>
                <a:ext uri="{FF2B5EF4-FFF2-40B4-BE49-F238E27FC236}">
                  <a16:creationId xmlns:a16="http://schemas.microsoft.com/office/drawing/2014/main" id="{AD23A3D2-89AD-48C2-BEF4-8CCF0EC93C7D}"/>
                </a:ext>
              </a:extLst>
            </p:cNvPr>
            <p:cNvSpPr/>
            <p:nvPr/>
          </p:nvSpPr>
          <p:spPr>
            <a:xfrm>
              <a:off x="6971274" y="2712786"/>
              <a:ext cx="2642893" cy="1610652"/>
            </a:xfrm>
            <a:custGeom>
              <a:avLst/>
              <a:gdLst/>
              <a:ahLst/>
              <a:cxnLst/>
              <a:rect l="l" t="t" r="r" b="b"/>
              <a:pathLst>
                <a:path w="162290" h="98904" extrusionOk="0">
                  <a:moveTo>
                    <a:pt x="162290" y="0"/>
                  </a:moveTo>
                  <a:lnTo>
                    <a:pt x="1" y="93697"/>
                  </a:lnTo>
                  <a:lnTo>
                    <a:pt x="1" y="98903"/>
                  </a:lnTo>
                  <a:lnTo>
                    <a:pt x="162290" y="5217"/>
                  </a:lnTo>
                  <a:lnTo>
                    <a:pt x="162290" y="0"/>
                  </a:lnTo>
                  <a:close/>
                </a:path>
              </a:pathLst>
            </a:custGeom>
            <a:solidFill>
              <a:srgbClr val="C3D4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401;p32">
              <a:extLst>
                <a:ext uri="{FF2B5EF4-FFF2-40B4-BE49-F238E27FC236}">
                  <a16:creationId xmlns:a16="http://schemas.microsoft.com/office/drawing/2014/main" id="{FAAD8EA0-4403-4AE1-BF7E-1F2F5E40178B}"/>
                </a:ext>
              </a:extLst>
            </p:cNvPr>
            <p:cNvSpPr/>
            <p:nvPr/>
          </p:nvSpPr>
          <p:spPr>
            <a:xfrm>
              <a:off x="5007791" y="2658492"/>
              <a:ext cx="4667200" cy="1589074"/>
            </a:xfrm>
            <a:custGeom>
              <a:avLst/>
              <a:gdLst/>
              <a:ahLst/>
              <a:cxnLst/>
              <a:rect l="l" t="t" r="r" b="b"/>
              <a:pathLst>
                <a:path w="286595" h="97579" extrusionOk="0">
                  <a:moveTo>
                    <a:pt x="282866" y="1"/>
                  </a:moveTo>
                  <a:lnTo>
                    <a:pt x="272101" y="1000"/>
                  </a:lnTo>
                  <a:lnTo>
                    <a:pt x="23749" y="24106"/>
                  </a:lnTo>
                  <a:lnTo>
                    <a:pt x="21773" y="24306"/>
                  </a:lnTo>
                  <a:lnTo>
                    <a:pt x="11142" y="25281"/>
                  </a:lnTo>
                  <a:lnTo>
                    <a:pt x="3639" y="25992"/>
                  </a:lnTo>
                  <a:lnTo>
                    <a:pt x="3351" y="26013"/>
                  </a:lnTo>
                  <a:cubicBezTo>
                    <a:pt x="3351" y="26013"/>
                    <a:pt x="2774" y="26370"/>
                    <a:pt x="1953" y="26879"/>
                  </a:cubicBezTo>
                  <a:cubicBezTo>
                    <a:pt x="1708" y="27036"/>
                    <a:pt x="1466" y="27190"/>
                    <a:pt x="1199" y="27368"/>
                  </a:cubicBezTo>
                  <a:cubicBezTo>
                    <a:pt x="1" y="28101"/>
                    <a:pt x="755" y="29720"/>
                    <a:pt x="2885" y="30942"/>
                  </a:cubicBezTo>
                  <a:lnTo>
                    <a:pt x="4571" y="31918"/>
                  </a:lnTo>
                  <a:lnTo>
                    <a:pt x="8901" y="34405"/>
                  </a:lnTo>
                  <a:lnTo>
                    <a:pt x="17669" y="39465"/>
                  </a:lnTo>
                  <a:lnTo>
                    <a:pt x="20332" y="41018"/>
                  </a:lnTo>
                  <a:lnTo>
                    <a:pt x="116730" y="96663"/>
                  </a:lnTo>
                  <a:cubicBezTo>
                    <a:pt x="117795" y="97273"/>
                    <a:pt x="119187" y="97578"/>
                    <a:pt x="120577" y="97578"/>
                  </a:cubicBezTo>
                  <a:cubicBezTo>
                    <a:pt x="121967" y="97578"/>
                    <a:pt x="123354" y="97273"/>
                    <a:pt x="124409" y="96663"/>
                  </a:cubicBezTo>
                  <a:lnTo>
                    <a:pt x="283820" y="4640"/>
                  </a:lnTo>
                  <a:cubicBezTo>
                    <a:pt x="285951" y="3418"/>
                    <a:pt x="286595" y="1865"/>
                    <a:pt x="285263" y="1199"/>
                  </a:cubicBezTo>
                  <a:lnTo>
                    <a:pt x="282866" y="1"/>
                  </a:lnTo>
                  <a:close/>
                </a:path>
              </a:pathLst>
            </a:custGeom>
            <a:solidFill>
              <a:srgbClr val="FF66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402;p32">
              <a:extLst>
                <a:ext uri="{FF2B5EF4-FFF2-40B4-BE49-F238E27FC236}">
                  <a16:creationId xmlns:a16="http://schemas.microsoft.com/office/drawing/2014/main" id="{9B0A8FDC-F9C2-40E6-BEDA-CCA57B30DBC5}"/>
                </a:ext>
              </a:extLst>
            </p:cNvPr>
            <p:cNvSpPr/>
            <p:nvPr/>
          </p:nvSpPr>
          <p:spPr>
            <a:xfrm>
              <a:off x="5062541" y="1471414"/>
              <a:ext cx="4551625" cy="2627910"/>
            </a:xfrm>
            <a:custGeom>
              <a:avLst/>
              <a:gdLst/>
              <a:ahLst/>
              <a:cxnLst/>
              <a:rect l="l" t="t" r="r" b="b"/>
              <a:pathLst>
                <a:path w="279498" h="161370" extrusionOk="0">
                  <a:moveTo>
                    <a:pt x="162289" y="0"/>
                  </a:moveTo>
                  <a:lnTo>
                    <a:pt x="0" y="93699"/>
                  </a:lnTo>
                  <a:lnTo>
                    <a:pt x="117209" y="161370"/>
                  </a:lnTo>
                  <a:lnTo>
                    <a:pt x="279498" y="67671"/>
                  </a:lnTo>
                  <a:lnTo>
                    <a:pt x="162289" y="0"/>
                  </a:lnTo>
                  <a:close/>
                </a:path>
              </a:pathLst>
            </a:custGeom>
            <a:solidFill>
              <a:srgbClr val="F5FB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412;p32">
              <a:extLst>
                <a:ext uri="{FF2B5EF4-FFF2-40B4-BE49-F238E27FC236}">
                  <a16:creationId xmlns:a16="http://schemas.microsoft.com/office/drawing/2014/main" id="{0D4BD678-06C9-418E-BC16-D3063650165D}"/>
                </a:ext>
              </a:extLst>
            </p:cNvPr>
            <p:cNvSpPr/>
            <p:nvPr/>
          </p:nvSpPr>
          <p:spPr>
            <a:xfrm>
              <a:off x="6971274" y="2573436"/>
              <a:ext cx="2642893" cy="1610652"/>
            </a:xfrm>
            <a:custGeom>
              <a:avLst/>
              <a:gdLst/>
              <a:ahLst/>
              <a:cxnLst/>
              <a:rect l="l" t="t" r="r" b="b"/>
              <a:pathLst>
                <a:path w="162290" h="98904" extrusionOk="0">
                  <a:moveTo>
                    <a:pt x="162290" y="0"/>
                  </a:moveTo>
                  <a:lnTo>
                    <a:pt x="1" y="93699"/>
                  </a:lnTo>
                  <a:lnTo>
                    <a:pt x="1" y="98903"/>
                  </a:lnTo>
                  <a:lnTo>
                    <a:pt x="162290" y="5220"/>
                  </a:lnTo>
                  <a:lnTo>
                    <a:pt x="162290" y="0"/>
                  </a:lnTo>
                  <a:close/>
                </a:path>
              </a:pathLst>
            </a:custGeom>
            <a:solidFill>
              <a:srgbClr val="C3D4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421;p32">
              <a:extLst>
                <a:ext uri="{FF2B5EF4-FFF2-40B4-BE49-F238E27FC236}">
                  <a16:creationId xmlns:a16="http://schemas.microsoft.com/office/drawing/2014/main" id="{1BEFE6E0-6E74-4579-B3D2-6C453D45E8B7}"/>
                </a:ext>
              </a:extLst>
            </p:cNvPr>
            <p:cNvSpPr/>
            <p:nvPr/>
          </p:nvSpPr>
          <p:spPr>
            <a:xfrm>
              <a:off x="5545049" y="1919577"/>
              <a:ext cx="3439816" cy="1986395"/>
            </a:xfrm>
            <a:custGeom>
              <a:avLst/>
              <a:gdLst/>
              <a:ahLst/>
              <a:cxnLst/>
              <a:rect l="l" t="t" r="r" b="b"/>
              <a:pathLst>
                <a:path w="211226" h="121977" fill="none" extrusionOk="0">
                  <a:moveTo>
                    <a:pt x="117879" y="1839"/>
                  </a:moveTo>
                  <a:lnTo>
                    <a:pt x="3185" y="68056"/>
                  </a:lnTo>
                  <a:cubicBezTo>
                    <a:pt x="0" y="69894"/>
                    <a:pt x="0" y="72878"/>
                    <a:pt x="3185" y="74718"/>
                  </a:cubicBezTo>
                  <a:lnTo>
                    <a:pt x="81768" y="120136"/>
                  </a:lnTo>
                  <a:cubicBezTo>
                    <a:pt x="84951" y="121977"/>
                    <a:pt x="90114" y="121977"/>
                    <a:pt x="93299" y="120138"/>
                  </a:cubicBezTo>
                  <a:lnTo>
                    <a:pt x="208040" y="53893"/>
                  </a:lnTo>
                  <a:cubicBezTo>
                    <a:pt x="211225" y="52055"/>
                    <a:pt x="211225" y="49073"/>
                    <a:pt x="208040" y="47235"/>
                  </a:cubicBezTo>
                  <a:lnTo>
                    <a:pt x="129413" y="1839"/>
                  </a:lnTo>
                  <a:cubicBezTo>
                    <a:pt x="126228" y="0"/>
                    <a:pt x="121064" y="0"/>
                    <a:pt x="117879" y="1839"/>
                  </a:cubicBezTo>
                  <a:close/>
                </a:path>
              </a:pathLst>
            </a:custGeom>
            <a:noFill/>
            <a:ln w="700" cap="flat" cmpd="sng">
              <a:solidFill>
                <a:srgbClr val="AACAF9"/>
              </a:solidFill>
              <a:prstDash val="solid"/>
              <a:miter lim="21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422;p32">
              <a:extLst>
                <a:ext uri="{FF2B5EF4-FFF2-40B4-BE49-F238E27FC236}">
                  <a16:creationId xmlns:a16="http://schemas.microsoft.com/office/drawing/2014/main" id="{5DEF0FCD-7EED-4150-8598-5495026A5127}"/>
                </a:ext>
              </a:extLst>
            </p:cNvPr>
            <p:cNvSpPr/>
            <p:nvPr/>
          </p:nvSpPr>
          <p:spPr>
            <a:xfrm>
              <a:off x="7411815" y="1980043"/>
              <a:ext cx="1468288" cy="847732"/>
            </a:xfrm>
            <a:custGeom>
              <a:avLst/>
              <a:gdLst/>
              <a:ahLst/>
              <a:cxnLst/>
              <a:rect l="l" t="t" r="r" b="b"/>
              <a:pathLst>
                <a:path w="90162" h="52056" fill="none" extrusionOk="0">
                  <a:moveTo>
                    <a:pt x="0" y="1"/>
                  </a:moveTo>
                  <a:lnTo>
                    <a:pt x="90162" y="52055"/>
                  </a:lnTo>
                </a:path>
              </a:pathLst>
            </a:custGeom>
            <a:noFill/>
            <a:ln w="700" cap="flat" cmpd="sng">
              <a:solidFill>
                <a:srgbClr val="AACAF9"/>
              </a:solidFill>
              <a:prstDash val="solid"/>
              <a:miter lim="21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423;p32">
              <a:extLst>
                <a:ext uri="{FF2B5EF4-FFF2-40B4-BE49-F238E27FC236}">
                  <a16:creationId xmlns:a16="http://schemas.microsoft.com/office/drawing/2014/main" id="{F2C58377-8E26-4337-ACBD-9AB37B8435C8}"/>
                </a:ext>
              </a:extLst>
            </p:cNvPr>
            <p:cNvSpPr/>
            <p:nvPr/>
          </p:nvSpPr>
          <p:spPr>
            <a:xfrm>
              <a:off x="7264974" y="2064839"/>
              <a:ext cx="1468256" cy="847716"/>
            </a:xfrm>
            <a:custGeom>
              <a:avLst/>
              <a:gdLst/>
              <a:ahLst/>
              <a:cxnLst/>
              <a:rect l="l" t="t" r="r" b="b"/>
              <a:pathLst>
                <a:path w="90160" h="52055" fill="none" extrusionOk="0">
                  <a:moveTo>
                    <a:pt x="1" y="0"/>
                  </a:moveTo>
                  <a:lnTo>
                    <a:pt x="90160" y="52055"/>
                  </a:lnTo>
                </a:path>
              </a:pathLst>
            </a:custGeom>
            <a:noFill/>
            <a:ln w="700" cap="flat" cmpd="sng">
              <a:solidFill>
                <a:srgbClr val="AACAF9"/>
              </a:solidFill>
              <a:prstDash val="solid"/>
              <a:miter lim="21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424;p32">
              <a:extLst>
                <a:ext uri="{FF2B5EF4-FFF2-40B4-BE49-F238E27FC236}">
                  <a16:creationId xmlns:a16="http://schemas.microsoft.com/office/drawing/2014/main" id="{BC17AAA5-B5A2-41C2-940D-A15B98AA2DFF}"/>
                </a:ext>
              </a:extLst>
            </p:cNvPr>
            <p:cNvSpPr/>
            <p:nvPr/>
          </p:nvSpPr>
          <p:spPr>
            <a:xfrm>
              <a:off x="7118115" y="2149619"/>
              <a:ext cx="1468288" cy="847716"/>
            </a:xfrm>
            <a:custGeom>
              <a:avLst/>
              <a:gdLst/>
              <a:ahLst/>
              <a:cxnLst/>
              <a:rect l="l" t="t" r="r" b="b"/>
              <a:pathLst>
                <a:path w="90162" h="52055" fill="none" extrusionOk="0">
                  <a:moveTo>
                    <a:pt x="0" y="0"/>
                  </a:moveTo>
                  <a:lnTo>
                    <a:pt x="90161" y="52055"/>
                  </a:lnTo>
                </a:path>
              </a:pathLst>
            </a:custGeom>
            <a:noFill/>
            <a:ln w="700" cap="flat" cmpd="sng">
              <a:solidFill>
                <a:srgbClr val="AACAF9"/>
              </a:solidFill>
              <a:prstDash val="solid"/>
              <a:miter lim="21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425;p32">
              <a:extLst>
                <a:ext uri="{FF2B5EF4-FFF2-40B4-BE49-F238E27FC236}">
                  <a16:creationId xmlns:a16="http://schemas.microsoft.com/office/drawing/2014/main" id="{4C65DE3E-0A21-4025-A3BA-7DB9C0323BAC}"/>
                </a:ext>
              </a:extLst>
            </p:cNvPr>
            <p:cNvSpPr/>
            <p:nvPr/>
          </p:nvSpPr>
          <p:spPr>
            <a:xfrm>
              <a:off x="6971241" y="2234431"/>
              <a:ext cx="1468288" cy="847699"/>
            </a:xfrm>
            <a:custGeom>
              <a:avLst/>
              <a:gdLst/>
              <a:ahLst/>
              <a:cxnLst/>
              <a:rect l="l" t="t" r="r" b="b"/>
              <a:pathLst>
                <a:path w="90162" h="52054" fill="none" extrusionOk="0">
                  <a:moveTo>
                    <a:pt x="1" y="1"/>
                  </a:moveTo>
                  <a:lnTo>
                    <a:pt x="90162" y="52053"/>
                  </a:lnTo>
                </a:path>
              </a:pathLst>
            </a:custGeom>
            <a:noFill/>
            <a:ln w="700" cap="flat" cmpd="sng">
              <a:solidFill>
                <a:srgbClr val="AACAF9"/>
              </a:solidFill>
              <a:prstDash val="solid"/>
              <a:miter lim="21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426;p32">
              <a:extLst>
                <a:ext uri="{FF2B5EF4-FFF2-40B4-BE49-F238E27FC236}">
                  <a16:creationId xmlns:a16="http://schemas.microsoft.com/office/drawing/2014/main" id="{671A9B9E-F594-4F6B-811C-3DCCA89E3BAC}"/>
                </a:ext>
              </a:extLst>
            </p:cNvPr>
            <p:cNvSpPr/>
            <p:nvPr/>
          </p:nvSpPr>
          <p:spPr>
            <a:xfrm>
              <a:off x="6824415" y="2319227"/>
              <a:ext cx="1468239" cy="847716"/>
            </a:xfrm>
            <a:custGeom>
              <a:avLst/>
              <a:gdLst/>
              <a:ahLst/>
              <a:cxnLst/>
              <a:rect l="l" t="t" r="r" b="b"/>
              <a:pathLst>
                <a:path w="90159" h="52055" fill="none" extrusionOk="0">
                  <a:moveTo>
                    <a:pt x="0" y="0"/>
                  </a:moveTo>
                  <a:lnTo>
                    <a:pt x="90159" y="52055"/>
                  </a:lnTo>
                </a:path>
              </a:pathLst>
            </a:custGeom>
            <a:noFill/>
            <a:ln w="700" cap="flat" cmpd="sng">
              <a:solidFill>
                <a:srgbClr val="AACAF9"/>
              </a:solidFill>
              <a:prstDash val="solid"/>
              <a:miter lim="21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427;p32">
              <a:extLst>
                <a:ext uri="{FF2B5EF4-FFF2-40B4-BE49-F238E27FC236}">
                  <a16:creationId xmlns:a16="http://schemas.microsoft.com/office/drawing/2014/main" id="{BEF00CC1-0969-44D2-90BA-322B97D03CD9}"/>
                </a:ext>
              </a:extLst>
            </p:cNvPr>
            <p:cNvSpPr/>
            <p:nvPr/>
          </p:nvSpPr>
          <p:spPr>
            <a:xfrm>
              <a:off x="6677541" y="2404007"/>
              <a:ext cx="1468288" cy="847716"/>
            </a:xfrm>
            <a:custGeom>
              <a:avLst/>
              <a:gdLst/>
              <a:ahLst/>
              <a:cxnLst/>
              <a:rect l="l" t="t" r="r" b="b"/>
              <a:pathLst>
                <a:path w="90162" h="52055" fill="none" extrusionOk="0">
                  <a:moveTo>
                    <a:pt x="0" y="0"/>
                  </a:moveTo>
                  <a:lnTo>
                    <a:pt x="90161" y="52055"/>
                  </a:lnTo>
                </a:path>
              </a:pathLst>
            </a:custGeom>
            <a:noFill/>
            <a:ln w="700" cap="flat" cmpd="sng">
              <a:solidFill>
                <a:srgbClr val="AACAF9"/>
              </a:solidFill>
              <a:prstDash val="solid"/>
              <a:miter lim="21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428;p32">
              <a:extLst>
                <a:ext uri="{FF2B5EF4-FFF2-40B4-BE49-F238E27FC236}">
                  <a16:creationId xmlns:a16="http://schemas.microsoft.com/office/drawing/2014/main" id="{C4184B3E-A580-4009-AC52-E60EC24F2FBD}"/>
                </a:ext>
              </a:extLst>
            </p:cNvPr>
            <p:cNvSpPr/>
            <p:nvPr/>
          </p:nvSpPr>
          <p:spPr>
            <a:xfrm>
              <a:off x="6530667" y="2488786"/>
              <a:ext cx="1468288" cy="847732"/>
            </a:xfrm>
            <a:custGeom>
              <a:avLst/>
              <a:gdLst/>
              <a:ahLst/>
              <a:cxnLst/>
              <a:rect l="l" t="t" r="r" b="b"/>
              <a:pathLst>
                <a:path w="90162" h="52056" fill="none" extrusionOk="0">
                  <a:moveTo>
                    <a:pt x="1" y="1"/>
                  </a:moveTo>
                  <a:lnTo>
                    <a:pt x="90162" y="52055"/>
                  </a:lnTo>
                </a:path>
              </a:pathLst>
            </a:custGeom>
            <a:noFill/>
            <a:ln w="700" cap="flat" cmpd="sng">
              <a:solidFill>
                <a:srgbClr val="AACAF9"/>
              </a:solidFill>
              <a:prstDash val="solid"/>
              <a:miter lim="21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429;p32">
              <a:extLst>
                <a:ext uri="{FF2B5EF4-FFF2-40B4-BE49-F238E27FC236}">
                  <a16:creationId xmlns:a16="http://schemas.microsoft.com/office/drawing/2014/main" id="{4A05B6FC-2AA8-499D-897B-4A5927F9BC5E}"/>
                </a:ext>
              </a:extLst>
            </p:cNvPr>
            <p:cNvSpPr/>
            <p:nvPr/>
          </p:nvSpPr>
          <p:spPr>
            <a:xfrm>
              <a:off x="6383841" y="2573582"/>
              <a:ext cx="1468288" cy="847716"/>
            </a:xfrm>
            <a:custGeom>
              <a:avLst/>
              <a:gdLst/>
              <a:ahLst/>
              <a:cxnLst/>
              <a:rect l="l" t="t" r="r" b="b"/>
              <a:pathLst>
                <a:path w="90162" h="52055" fill="none" extrusionOk="0">
                  <a:moveTo>
                    <a:pt x="0" y="0"/>
                  </a:moveTo>
                  <a:lnTo>
                    <a:pt x="90161" y="52055"/>
                  </a:lnTo>
                </a:path>
              </a:pathLst>
            </a:custGeom>
            <a:noFill/>
            <a:ln w="700" cap="flat" cmpd="sng">
              <a:solidFill>
                <a:srgbClr val="AACAF9"/>
              </a:solidFill>
              <a:prstDash val="solid"/>
              <a:miter lim="21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430;p32">
              <a:extLst>
                <a:ext uri="{FF2B5EF4-FFF2-40B4-BE49-F238E27FC236}">
                  <a16:creationId xmlns:a16="http://schemas.microsoft.com/office/drawing/2014/main" id="{081BC059-6DC5-460F-9334-79DE79307861}"/>
                </a:ext>
              </a:extLst>
            </p:cNvPr>
            <p:cNvSpPr/>
            <p:nvPr/>
          </p:nvSpPr>
          <p:spPr>
            <a:xfrm>
              <a:off x="6236967" y="2658362"/>
              <a:ext cx="1468288" cy="847716"/>
            </a:xfrm>
            <a:custGeom>
              <a:avLst/>
              <a:gdLst/>
              <a:ahLst/>
              <a:cxnLst/>
              <a:rect l="l" t="t" r="r" b="b"/>
              <a:pathLst>
                <a:path w="90162" h="52055" fill="none" extrusionOk="0">
                  <a:moveTo>
                    <a:pt x="0" y="0"/>
                  </a:moveTo>
                  <a:lnTo>
                    <a:pt x="90162" y="52055"/>
                  </a:lnTo>
                </a:path>
              </a:pathLst>
            </a:custGeom>
            <a:noFill/>
            <a:ln w="700" cap="flat" cmpd="sng">
              <a:solidFill>
                <a:srgbClr val="AACAF9"/>
              </a:solidFill>
              <a:prstDash val="solid"/>
              <a:miter lim="21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431;p32">
              <a:extLst>
                <a:ext uri="{FF2B5EF4-FFF2-40B4-BE49-F238E27FC236}">
                  <a16:creationId xmlns:a16="http://schemas.microsoft.com/office/drawing/2014/main" id="{F1F05CC0-B46B-441F-B0B9-B9FFC957E4CD}"/>
                </a:ext>
              </a:extLst>
            </p:cNvPr>
            <p:cNvSpPr/>
            <p:nvPr/>
          </p:nvSpPr>
          <p:spPr>
            <a:xfrm>
              <a:off x="6090092" y="2743142"/>
              <a:ext cx="1468288" cy="847732"/>
            </a:xfrm>
            <a:custGeom>
              <a:avLst/>
              <a:gdLst/>
              <a:ahLst/>
              <a:cxnLst/>
              <a:rect l="l" t="t" r="r" b="b"/>
              <a:pathLst>
                <a:path w="90162" h="52056" fill="none" extrusionOk="0">
                  <a:moveTo>
                    <a:pt x="1" y="1"/>
                  </a:moveTo>
                  <a:lnTo>
                    <a:pt x="90162" y="52055"/>
                  </a:lnTo>
                </a:path>
              </a:pathLst>
            </a:custGeom>
            <a:noFill/>
            <a:ln w="700" cap="flat" cmpd="sng">
              <a:solidFill>
                <a:srgbClr val="AACAF9"/>
              </a:solidFill>
              <a:prstDash val="solid"/>
              <a:miter lim="21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435;p32">
              <a:extLst>
                <a:ext uri="{FF2B5EF4-FFF2-40B4-BE49-F238E27FC236}">
                  <a16:creationId xmlns:a16="http://schemas.microsoft.com/office/drawing/2014/main" id="{0460D8EC-3C40-4325-A856-1D90D5F29B31}"/>
                </a:ext>
              </a:extLst>
            </p:cNvPr>
            <p:cNvSpPr/>
            <p:nvPr/>
          </p:nvSpPr>
          <p:spPr>
            <a:xfrm>
              <a:off x="7738639" y="1744757"/>
              <a:ext cx="1548150" cy="894730"/>
            </a:xfrm>
            <a:custGeom>
              <a:avLst/>
              <a:gdLst/>
              <a:ahLst/>
              <a:cxnLst/>
              <a:rect l="l" t="t" r="r" b="b"/>
              <a:pathLst>
                <a:path w="95066" h="54942" fill="none" extrusionOk="0">
                  <a:moveTo>
                    <a:pt x="2486" y="1442"/>
                  </a:moveTo>
                  <a:cubicBezTo>
                    <a:pt x="4973" y="0"/>
                    <a:pt x="9142" y="76"/>
                    <a:pt x="11796" y="1607"/>
                  </a:cubicBezTo>
                  <a:lnTo>
                    <a:pt x="92333" y="48120"/>
                  </a:lnTo>
                  <a:cubicBezTo>
                    <a:pt x="94988" y="49654"/>
                    <a:pt x="95065" y="52063"/>
                    <a:pt x="92505" y="53502"/>
                  </a:cubicBezTo>
                  <a:cubicBezTo>
                    <a:pt x="89945" y="54942"/>
                    <a:pt x="85720" y="54864"/>
                    <a:pt x="83070" y="53329"/>
                  </a:cubicBezTo>
                  <a:lnTo>
                    <a:pt x="2784" y="6833"/>
                  </a:lnTo>
                  <a:cubicBezTo>
                    <a:pt x="132" y="5295"/>
                    <a:pt x="1" y="2883"/>
                    <a:pt x="2486" y="1442"/>
                  </a:cubicBezTo>
                  <a:close/>
                </a:path>
              </a:pathLst>
            </a:custGeom>
            <a:noFill/>
            <a:ln w="700" cap="flat" cmpd="sng">
              <a:solidFill>
                <a:srgbClr val="AACAF9"/>
              </a:solidFill>
              <a:prstDash val="solid"/>
              <a:miter lim="21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4316317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320;p29">
            <a:extLst>
              <a:ext uri="{FF2B5EF4-FFF2-40B4-BE49-F238E27FC236}">
                <a16:creationId xmlns:a16="http://schemas.microsoft.com/office/drawing/2014/main" id="{CEBDC38C-3B8B-4BAC-ACBE-06D87F06DE21}"/>
              </a:ext>
            </a:extLst>
          </p:cNvPr>
          <p:cNvSpPr txBox="1">
            <a:spLocks/>
          </p:cNvSpPr>
          <p:nvPr/>
        </p:nvSpPr>
        <p:spPr>
          <a:xfrm>
            <a:off x="311700" y="74254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200" b="0" i="0" u="none" strike="noStrike" cap="none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pPr algn="l"/>
            <a:r>
              <a:rPr lang="en-GB" sz="3600" dirty="0">
                <a:solidFill>
                  <a:srgbClr val="96C7FE"/>
                </a:solidFill>
              </a:rPr>
              <a:t>BLACK-BOX TESTING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620C099-C48F-4D13-AADF-E0CDCB3D778B}"/>
              </a:ext>
            </a:extLst>
          </p:cNvPr>
          <p:cNvGraphicFramePr>
            <a:graphicFrameLocks noGrp="1"/>
          </p:cNvGraphicFramePr>
          <p:nvPr/>
        </p:nvGraphicFramePr>
        <p:xfrm>
          <a:off x="684126" y="711910"/>
          <a:ext cx="7775748" cy="4377574"/>
        </p:xfrm>
        <a:graphic>
          <a:graphicData uri="http://schemas.openxmlformats.org/drawingml/2006/table">
            <a:tbl>
              <a:tblPr firstRow="1" firstCol="1" bandRow="1">
                <a:tableStyleId>{06159BD3-344E-4E92-B66B-2CB23C39393A}</a:tableStyleId>
              </a:tblPr>
              <a:tblGrid>
                <a:gridCol w="232045">
                  <a:extLst>
                    <a:ext uri="{9D8B030D-6E8A-4147-A177-3AD203B41FA5}">
                      <a16:colId xmlns:a16="http://schemas.microsoft.com/office/drawing/2014/main" val="2039051184"/>
                    </a:ext>
                  </a:extLst>
                </a:gridCol>
                <a:gridCol w="790845">
                  <a:extLst>
                    <a:ext uri="{9D8B030D-6E8A-4147-A177-3AD203B41FA5}">
                      <a16:colId xmlns:a16="http://schemas.microsoft.com/office/drawing/2014/main" val="3766506931"/>
                    </a:ext>
                  </a:extLst>
                </a:gridCol>
                <a:gridCol w="2175145">
                  <a:extLst>
                    <a:ext uri="{9D8B030D-6E8A-4147-A177-3AD203B41FA5}">
                      <a16:colId xmlns:a16="http://schemas.microsoft.com/office/drawing/2014/main" val="678261157"/>
                    </a:ext>
                  </a:extLst>
                </a:gridCol>
                <a:gridCol w="3876945">
                  <a:extLst>
                    <a:ext uri="{9D8B030D-6E8A-4147-A177-3AD203B41FA5}">
                      <a16:colId xmlns:a16="http://schemas.microsoft.com/office/drawing/2014/main" val="1645687107"/>
                    </a:ext>
                  </a:extLst>
                </a:gridCol>
                <a:gridCol w="700768">
                  <a:extLst>
                    <a:ext uri="{9D8B030D-6E8A-4147-A177-3AD203B41FA5}">
                      <a16:colId xmlns:a16="http://schemas.microsoft.com/office/drawing/2014/main" val="2889036531"/>
                    </a:ext>
                  </a:extLst>
                </a:gridCol>
              </a:tblGrid>
              <a:tr h="311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 b="1" dirty="0">
                          <a:effectLst/>
                          <a:latin typeface="+mj-lt"/>
                        </a:rPr>
                        <a:t>No</a:t>
                      </a:r>
                      <a:r>
                        <a:rPr lang="en-US" sz="900" b="1" dirty="0">
                          <a:effectLst/>
                          <a:latin typeface="+mj-lt"/>
                        </a:rPr>
                        <a:t>.</a:t>
                      </a:r>
                      <a:endParaRPr lang="en-US" sz="900" b="1" dirty="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 err="1">
                          <a:effectLst/>
                          <a:latin typeface="+mj-lt"/>
                        </a:rPr>
                        <a:t>Pengujian</a:t>
                      </a:r>
                      <a:endParaRPr lang="en-US" sz="900" b="1" dirty="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effectLst/>
                          <a:latin typeface="+mj-lt"/>
                        </a:rPr>
                        <a:t>User Story</a:t>
                      </a:r>
                      <a:endParaRPr lang="en-US" sz="900" b="1" dirty="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effectLst/>
                          <a:latin typeface="+mj-lt"/>
                        </a:rPr>
                        <a:t>Hasil yang </a:t>
                      </a:r>
                      <a:r>
                        <a:rPr lang="en-US" sz="900" b="1" dirty="0" err="1">
                          <a:effectLst/>
                          <a:latin typeface="+mj-lt"/>
                        </a:rPr>
                        <a:t>diharapkan</a:t>
                      </a:r>
                      <a:endParaRPr lang="en-US" sz="900" b="1" dirty="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 b="1" dirty="0">
                          <a:effectLst/>
                          <a:latin typeface="+mj-lt"/>
                        </a:rPr>
                        <a:t>Hasil</a:t>
                      </a:r>
                      <a:endParaRPr lang="en-US" sz="900" b="1" dirty="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>
                    <a:solidFill>
                      <a:schemeClr val="bg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0770828"/>
                  </a:ext>
                </a:extLst>
              </a:tr>
              <a:tr h="66600">
                <a:tc rowSpan="5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>
                          <a:effectLst/>
                          <a:latin typeface="+mj-lt"/>
                        </a:rPr>
                        <a:t>1</a:t>
                      </a:r>
                      <a:endParaRPr lang="en-US" sz="90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 rowSpan="5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 dirty="0">
                          <a:effectLst/>
                          <a:latin typeface="+mj-lt"/>
                        </a:rPr>
                        <a:t>Login user</a:t>
                      </a:r>
                      <a:endParaRPr lang="en-US" sz="900" dirty="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j-lt"/>
                        </a:rPr>
                        <a:t>Halaman login</a:t>
                      </a:r>
                      <a:endParaRPr lang="en-US" sz="90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+mj-lt"/>
                        </a:rPr>
                        <a:t>User </a:t>
                      </a:r>
                      <a:r>
                        <a:rPr lang="en-US" sz="900" dirty="0" err="1">
                          <a:effectLst/>
                          <a:latin typeface="+mj-lt"/>
                        </a:rPr>
                        <a:t>dapat</a:t>
                      </a:r>
                      <a:r>
                        <a:rPr lang="en-US" sz="900" dirty="0">
                          <a:effectLst/>
                          <a:latin typeface="+mj-lt"/>
                        </a:rPr>
                        <a:t> </a:t>
                      </a:r>
                      <a:r>
                        <a:rPr lang="en-US" sz="900" dirty="0" err="1">
                          <a:effectLst/>
                          <a:latin typeface="+mj-lt"/>
                        </a:rPr>
                        <a:t>menampilkan</a:t>
                      </a:r>
                      <a:r>
                        <a:rPr lang="en-US" sz="900" dirty="0">
                          <a:effectLst/>
                          <a:latin typeface="+mj-lt"/>
                        </a:rPr>
                        <a:t> </a:t>
                      </a:r>
                      <a:r>
                        <a:rPr lang="en-US" sz="900" dirty="0" err="1">
                          <a:effectLst/>
                          <a:latin typeface="+mj-lt"/>
                        </a:rPr>
                        <a:t>halaman</a:t>
                      </a:r>
                      <a:r>
                        <a:rPr lang="en-US" sz="900" dirty="0">
                          <a:effectLst/>
                          <a:latin typeface="+mj-lt"/>
                        </a:rPr>
                        <a:t> login</a:t>
                      </a:r>
                      <a:endParaRPr lang="en-US" sz="900" dirty="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 err="1">
                          <a:effectLst/>
                          <a:latin typeface="+mj-lt"/>
                        </a:rPr>
                        <a:t>Berhasil</a:t>
                      </a:r>
                      <a:endParaRPr lang="en-US" sz="900" dirty="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extLst>
                  <a:ext uri="{0D108BD9-81ED-4DB2-BD59-A6C34878D82A}">
                    <a16:rowId xmlns:a16="http://schemas.microsoft.com/office/drawing/2014/main" val="2448103585"/>
                  </a:ext>
                </a:extLst>
              </a:tr>
              <a:tr h="666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j-lt"/>
                        </a:rPr>
                        <a:t>Form login berisi username dan password</a:t>
                      </a:r>
                      <a:endParaRPr lang="en-US" sz="90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j-lt"/>
                        </a:rPr>
                        <a:t>User dapat mengetikkan username dan password</a:t>
                      </a:r>
                      <a:endParaRPr lang="en-US" sz="90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9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Berhasil</a:t>
                      </a:r>
                      <a:endParaRPr lang="en-US" sz="900" dirty="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extLst>
                  <a:ext uri="{0D108BD9-81ED-4DB2-BD59-A6C34878D82A}">
                    <a16:rowId xmlns:a16="http://schemas.microsoft.com/office/drawing/2014/main" val="1762722730"/>
                  </a:ext>
                </a:extLst>
              </a:tr>
              <a:tr h="10202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j-lt"/>
                        </a:rPr>
                        <a:t>Submit button: login</a:t>
                      </a:r>
                      <a:endParaRPr lang="en-US" sz="90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j-lt"/>
                        </a:rPr>
                        <a:t>User dapat mengklik submit button untuk proses validasi</a:t>
                      </a:r>
                      <a:endParaRPr lang="en-US" sz="90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9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Berhasil</a:t>
                      </a:r>
                      <a:endParaRPr lang="en-US" sz="900" dirty="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extLst>
                  <a:ext uri="{0D108BD9-81ED-4DB2-BD59-A6C34878D82A}">
                    <a16:rowId xmlns:a16="http://schemas.microsoft.com/office/drawing/2014/main" val="355084528"/>
                  </a:ext>
                </a:extLst>
              </a:tr>
              <a:tr h="1374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+mj-lt"/>
                        </a:rPr>
                        <a:t>Splash-screen dan </a:t>
                      </a:r>
                      <a:r>
                        <a:rPr lang="en-US" sz="900" dirty="0" err="1">
                          <a:effectLst/>
                          <a:latin typeface="+mj-lt"/>
                        </a:rPr>
                        <a:t>halaman</a:t>
                      </a:r>
                      <a:r>
                        <a:rPr lang="en-US" sz="900" dirty="0">
                          <a:effectLst/>
                          <a:latin typeface="+mj-lt"/>
                        </a:rPr>
                        <a:t> dashboard</a:t>
                      </a:r>
                      <a:endParaRPr lang="en-US" sz="900" dirty="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j-lt"/>
                        </a:rPr>
                        <a:t>User berhasil login, menampilkan splash-screen dan halaman dashboard</a:t>
                      </a:r>
                      <a:endParaRPr lang="en-US" sz="90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9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Berhasil</a:t>
                      </a:r>
                      <a:endParaRPr lang="en-US" sz="900" dirty="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extLst>
                  <a:ext uri="{0D108BD9-81ED-4DB2-BD59-A6C34878D82A}">
                    <a16:rowId xmlns:a16="http://schemas.microsoft.com/office/drawing/2014/main" val="1348474340"/>
                  </a:ext>
                </a:extLst>
              </a:tr>
              <a:tr h="10202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j-lt"/>
                        </a:rPr>
                        <a:t>Pesan validasi error</a:t>
                      </a:r>
                      <a:endParaRPr lang="en-US" sz="90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j-lt"/>
                        </a:rPr>
                        <a:t>User dapat melihat pesan error jika form tidak sesuai atau validasi gagal</a:t>
                      </a:r>
                      <a:endParaRPr lang="en-US" sz="90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9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Berhasil</a:t>
                      </a:r>
                      <a:endParaRPr lang="en-US" sz="900" dirty="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extLst>
                  <a:ext uri="{0D108BD9-81ED-4DB2-BD59-A6C34878D82A}">
                    <a16:rowId xmlns:a16="http://schemas.microsoft.com/office/drawing/2014/main" val="4096031319"/>
                  </a:ext>
                </a:extLst>
              </a:tr>
              <a:tr h="102020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>
                          <a:effectLst/>
                          <a:latin typeface="+mj-lt"/>
                        </a:rPr>
                        <a:t>2</a:t>
                      </a:r>
                      <a:endParaRPr lang="en-US" sz="90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>
                          <a:effectLst/>
                          <a:latin typeface="+mj-lt"/>
                        </a:rPr>
                        <a:t>View profile</a:t>
                      </a:r>
                      <a:endParaRPr lang="en-US" sz="90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j-lt"/>
                        </a:rPr>
                        <a:t>Menu profile</a:t>
                      </a:r>
                      <a:endParaRPr lang="en-US" sz="90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j-lt"/>
                        </a:rPr>
                        <a:t>User dapat memilih menu profile pada halaman dashboard</a:t>
                      </a:r>
                      <a:endParaRPr lang="en-US" sz="90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9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Berhasil</a:t>
                      </a:r>
                      <a:endParaRPr lang="en-US" sz="900" dirty="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extLst>
                  <a:ext uri="{0D108BD9-81ED-4DB2-BD59-A6C34878D82A}">
                    <a16:rowId xmlns:a16="http://schemas.microsoft.com/office/drawing/2014/main" val="2042958356"/>
                  </a:ext>
                </a:extLst>
              </a:tr>
              <a:tr h="666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+mj-lt"/>
                        </a:rPr>
                        <a:t>Halaman profile</a:t>
                      </a:r>
                      <a:endParaRPr lang="en-US" sz="900" dirty="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+mj-lt"/>
                        </a:rPr>
                        <a:t>User </a:t>
                      </a:r>
                      <a:r>
                        <a:rPr lang="en-US" sz="900" dirty="0" err="1">
                          <a:effectLst/>
                          <a:latin typeface="+mj-lt"/>
                        </a:rPr>
                        <a:t>dapat</a:t>
                      </a:r>
                      <a:r>
                        <a:rPr lang="en-US" sz="900" dirty="0">
                          <a:effectLst/>
                          <a:latin typeface="+mj-lt"/>
                        </a:rPr>
                        <a:t> </a:t>
                      </a:r>
                      <a:r>
                        <a:rPr lang="en-US" sz="900" dirty="0" err="1">
                          <a:effectLst/>
                          <a:latin typeface="+mj-lt"/>
                        </a:rPr>
                        <a:t>menampilkan</a:t>
                      </a:r>
                      <a:r>
                        <a:rPr lang="en-US" sz="900" dirty="0">
                          <a:effectLst/>
                          <a:latin typeface="+mj-lt"/>
                        </a:rPr>
                        <a:t> </a:t>
                      </a:r>
                      <a:r>
                        <a:rPr lang="en-US" sz="900" dirty="0" err="1">
                          <a:effectLst/>
                          <a:latin typeface="+mj-lt"/>
                        </a:rPr>
                        <a:t>halaman</a:t>
                      </a:r>
                      <a:r>
                        <a:rPr lang="en-US" sz="900" dirty="0">
                          <a:effectLst/>
                          <a:latin typeface="+mj-lt"/>
                        </a:rPr>
                        <a:t> profile</a:t>
                      </a:r>
                      <a:endParaRPr lang="en-US" sz="900" dirty="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9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Berhasil</a:t>
                      </a:r>
                      <a:endParaRPr lang="en-US" sz="900" dirty="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extLst>
                  <a:ext uri="{0D108BD9-81ED-4DB2-BD59-A6C34878D82A}">
                    <a16:rowId xmlns:a16="http://schemas.microsoft.com/office/drawing/2014/main" val="1149310424"/>
                  </a:ext>
                </a:extLst>
              </a:tr>
              <a:tr h="283147">
                <a:tc rowSpan="3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 dirty="0">
                          <a:effectLst/>
                          <a:latin typeface="+mj-lt"/>
                        </a:rPr>
                        <a:t>3</a:t>
                      </a:r>
                      <a:endParaRPr lang="en-US" sz="900" dirty="0">
                        <a:effectLst/>
                        <a:latin typeface="+mj-lt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 rowSpan="3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 dirty="0" err="1">
                          <a:effectLst/>
                          <a:latin typeface="+mj-lt"/>
                        </a:rPr>
                        <a:t>Logout</a:t>
                      </a:r>
                      <a:r>
                        <a:rPr lang="id-ID" sz="900" dirty="0">
                          <a:effectLst/>
                          <a:latin typeface="+mj-lt"/>
                        </a:rPr>
                        <a:t> </a:t>
                      </a:r>
                      <a:r>
                        <a:rPr lang="id-ID" sz="900" dirty="0" err="1">
                          <a:effectLst/>
                          <a:latin typeface="+mj-lt"/>
                        </a:rPr>
                        <a:t>user</a:t>
                      </a:r>
                      <a:endParaRPr lang="en-US" sz="900" dirty="0">
                        <a:effectLst/>
                        <a:latin typeface="+mj-lt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+mj-lt"/>
                          <a:ea typeface="AR PL UMing HK"/>
                          <a:cs typeface="Calibri" panose="020F0502020204030204" pitchFamily="34" charset="0"/>
                        </a:rPr>
                        <a:t>Logout user</a:t>
                      </a:r>
                    </a:p>
                  </a:txBody>
                  <a:tcPr marL="9660" marR="9660" marT="0" marB="0" anchor="ctr"/>
                </a:tc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R PL UMing HK"/>
                          <a:cs typeface="Calibri" panose="020F0502020204030204" pitchFamily="34" charset="0"/>
                          <a:sym typeface="Arial"/>
                        </a:rPr>
                        <a:t>User </a:t>
                      </a:r>
                      <a:r>
                        <a:rPr lang="en-US" sz="9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AR PL UMing HK"/>
                          <a:cs typeface="Calibri" panose="020F0502020204030204" pitchFamily="34" charset="0"/>
                          <a:sym typeface="Arial"/>
                        </a:rPr>
                        <a:t>dapat</a:t>
                      </a:r>
                      <a:r>
                        <a:rPr lang="en-US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R PL UMing HK"/>
                          <a:cs typeface="Calibri" panose="020F0502020204030204" pitchFamily="34" charset="0"/>
                          <a:sym typeface="Arial"/>
                        </a:rPr>
                        <a:t> </a:t>
                      </a:r>
                      <a:r>
                        <a:rPr lang="en-US" sz="9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AR PL UMing HK"/>
                          <a:cs typeface="Calibri" panose="020F0502020204030204" pitchFamily="34" charset="0"/>
                          <a:sym typeface="Arial"/>
                        </a:rPr>
                        <a:t>mengklik</a:t>
                      </a:r>
                      <a:r>
                        <a:rPr lang="en-US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R PL UMing HK"/>
                          <a:cs typeface="Calibri" panose="020F0502020204030204" pitchFamily="34" charset="0"/>
                          <a:sym typeface="Arial"/>
                        </a:rPr>
                        <a:t> icon logout pada </a:t>
                      </a:r>
                      <a:r>
                        <a:rPr lang="en-US" sz="9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AR PL UMing HK"/>
                          <a:cs typeface="Calibri" panose="020F0502020204030204" pitchFamily="34" charset="0"/>
                          <a:sym typeface="Arial"/>
                        </a:rPr>
                        <a:t>halaman</a:t>
                      </a:r>
                      <a:r>
                        <a:rPr lang="en-US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R PL UMing HK"/>
                          <a:cs typeface="Calibri" panose="020F0502020204030204" pitchFamily="34" charset="0"/>
                          <a:sym typeface="Arial"/>
                        </a:rPr>
                        <a:t> dashboard </a:t>
                      </a:r>
                      <a:r>
                        <a:rPr lang="en-US" sz="9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+mj-lt"/>
                          <a:ea typeface="AR PL UMing HK"/>
                          <a:cs typeface="Calibri" panose="020F0502020204030204" pitchFamily="34" charset="0"/>
                          <a:sym typeface="Arial"/>
                        </a:rPr>
                        <a:t>untuk</a:t>
                      </a:r>
                      <a:r>
                        <a:rPr lang="en-US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R PL UMing HK"/>
                          <a:cs typeface="Calibri" panose="020F0502020204030204" pitchFamily="34" charset="0"/>
                          <a:sym typeface="Arial"/>
                        </a:rPr>
                        <a:t> proses logout</a:t>
                      </a:r>
                      <a:endParaRPr lang="en-US" sz="900" dirty="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9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Berhasil</a:t>
                      </a:r>
                      <a:endParaRPr lang="en-US" sz="900" dirty="0">
                        <a:effectLst/>
                        <a:latin typeface="+mj-lt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extLst>
                  <a:ext uri="{0D108BD9-81ED-4DB2-BD59-A6C34878D82A}">
                    <a16:rowId xmlns:a16="http://schemas.microsoft.com/office/drawing/2014/main" val="8362577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9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Berhasil</a:t>
                      </a:r>
                      <a:endParaRPr lang="en-US" sz="900" dirty="0">
                        <a:effectLst/>
                        <a:latin typeface="+mj-lt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extLst>
                  <a:ext uri="{0D108BD9-81ED-4DB2-BD59-A6C34878D82A}">
                    <a16:rowId xmlns:a16="http://schemas.microsoft.com/office/drawing/2014/main" val="3165911379"/>
                  </a:ext>
                </a:extLst>
              </a:tr>
              <a:tr h="102020"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 dirty="0">
                          <a:effectLst/>
                        </a:rPr>
                        <a:t>3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 dirty="0" err="1">
                          <a:effectLst/>
                        </a:rPr>
                        <a:t>Logout</a:t>
                      </a:r>
                      <a:r>
                        <a:rPr lang="id-ID" sz="900" dirty="0">
                          <a:effectLst/>
                        </a:rPr>
                        <a:t> </a:t>
                      </a:r>
                      <a:r>
                        <a:rPr lang="id-ID" sz="900" dirty="0" err="1">
                          <a:effectLst/>
                        </a:rPr>
                        <a:t>user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+mj-lt"/>
                        </a:rPr>
                        <a:t>Halaman login</a:t>
                      </a:r>
                      <a:endParaRPr lang="en-US" sz="900" dirty="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+mj-lt"/>
                        </a:rPr>
                        <a:t>User </a:t>
                      </a:r>
                      <a:r>
                        <a:rPr lang="en-US" sz="900" dirty="0" err="1">
                          <a:effectLst/>
                          <a:latin typeface="+mj-lt"/>
                        </a:rPr>
                        <a:t>dapat</a:t>
                      </a:r>
                      <a:r>
                        <a:rPr lang="en-US" sz="900" dirty="0">
                          <a:effectLst/>
                          <a:latin typeface="+mj-lt"/>
                        </a:rPr>
                        <a:t> </a:t>
                      </a:r>
                      <a:r>
                        <a:rPr lang="en-US" sz="900" dirty="0" err="1">
                          <a:effectLst/>
                          <a:latin typeface="+mj-lt"/>
                        </a:rPr>
                        <a:t>menampilkan</a:t>
                      </a:r>
                      <a:r>
                        <a:rPr lang="en-US" sz="900" dirty="0">
                          <a:effectLst/>
                          <a:latin typeface="+mj-lt"/>
                        </a:rPr>
                        <a:t> </a:t>
                      </a:r>
                      <a:r>
                        <a:rPr lang="en-US" sz="900" dirty="0" err="1">
                          <a:effectLst/>
                          <a:latin typeface="+mj-lt"/>
                        </a:rPr>
                        <a:t>halaman</a:t>
                      </a:r>
                      <a:r>
                        <a:rPr lang="en-US" sz="900" dirty="0">
                          <a:effectLst/>
                          <a:latin typeface="+mj-lt"/>
                        </a:rPr>
                        <a:t> login </a:t>
                      </a:r>
                      <a:r>
                        <a:rPr lang="en-US" sz="900" dirty="0" err="1">
                          <a:effectLst/>
                          <a:latin typeface="+mj-lt"/>
                        </a:rPr>
                        <a:t>setelah</a:t>
                      </a:r>
                      <a:r>
                        <a:rPr lang="en-US" sz="900" dirty="0">
                          <a:effectLst/>
                          <a:latin typeface="+mj-lt"/>
                        </a:rPr>
                        <a:t> proses logout </a:t>
                      </a:r>
                      <a:r>
                        <a:rPr lang="en-US" sz="900" dirty="0" err="1">
                          <a:effectLst/>
                          <a:latin typeface="+mj-lt"/>
                        </a:rPr>
                        <a:t>selesai</a:t>
                      </a:r>
                      <a:endParaRPr lang="en-US" sz="900" dirty="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 err="1">
                          <a:effectLst/>
                        </a:rPr>
                        <a:t>Berhasil</a:t>
                      </a:r>
                      <a:r>
                        <a:rPr lang="en-US" sz="900" dirty="0">
                          <a:effectLst/>
                        </a:rPr>
                        <a:t> / </a:t>
                      </a:r>
                      <a:r>
                        <a:rPr lang="en-US" sz="900" dirty="0" err="1">
                          <a:effectLst/>
                        </a:rPr>
                        <a:t>Gagal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extLst>
                  <a:ext uri="{0D108BD9-81ED-4DB2-BD59-A6C34878D82A}">
                    <a16:rowId xmlns:a16="http://schemas.microsoft.com/office/drawing/2014/main" val="1604123758"/>
                  </a:ext>
                </a:extLst>
              </a:tr>
              <a:tr h="1020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+mj-lt"/>
                          <a:ea typeface="AR PL UMing HK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dirty="0">
                          <a:effectLst/>
                          <a:latin typeface="+mj-lt"/>
                        </a:rPr>
                        <a:t>Halaman Dashboard</a:t>
                      </a:r>
                      <a:endParaRPr lang="en-US" sz="900" dirty="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dirty="0">
                          <a:effectLst/>
                          <a:latin typeface="+mj-lt"/>
                        </a:rPr>
                        <a:t>Halaman dashboard</a:t>
                      </a:r>
                      <a:endParaRPr lang="en-US" sz="900" dirty="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dirty="0">
                          <a:effectLst/>
                          <a:latin typeface="+mj-lt"/>
                        </a:rPr>
                        <a:t>User </a:t>
                      </a:r>
                      <a:r>
                        <a:rPr lang="en-US" sz="900" dirty="0" err="1">
                          <a:effectLst/>
                          <a:latin typeface="+mj-lt"/>
                        </a:rPr>
                        <a:t>dapat</a:t>
                      </a:r>
                      <a:r>
                        <a:rPr lang="en-US" sz="900" dirty="0">
                          <a:effectLst/>
                          <a:latin typeface="+mj-lt"/>
                        </a:rPr>
                        <a:t> </a:t>
                      </a:r>
                      <a:r>
                        <a:rPr lang="en-US" sz="900" dirty="0" err="1">
                          <a:effectLst/>
                          <a:latin typeface="+mj-lt"/>
                        </a:rPr>
                        <a:t>menampilkan</a:t>
                      </a:r>
                      <a:r>
                        <a:rPr lang="en-US" sz="900" dirty="0">
                          <a:effectLst/>
                          <a:latin typeface="+mj-lt"/>
                        </a:rPr>
                        <a:t> </a:t>
                      </a:r>
                      <a:r>
                        <a:rPr lang="en-US" sz="900" dirty="0" err="1">
                          <a:effectLst/>
                          <a:latin typeface="+mj-lt"/>
                        </a:rPr>
                        <a:t>halaman</a:t>
                      </a:r>
                      <a:r>
                        <a:rPr lang="en-US" sz="900" dirty="0">
                          <a:effectLst/>
                          <a:latin typeface="+mj-lt"/>
                        </a:rPr>
                        <a:t> dashboard </a:t>
                      </a:r>
                      <a:r>
                        <a:rPr lang="en-US" sz="900" dirty="0" err="1">
                          <a:effectLst/>
                          <a:latin typeface="+mj-lt"/>
                        </a:rPr>
                        <a:t>sesuai</a:t>
                      </a:r>
                      <a:r>
                        <a:rPr lang="en-US" sz="900" dirty="0">
                          <a:effectLst/>
                          <a:latin typeface="+mj-lt"/>
                        </a:rPr>
                        <a:t> </a:t>
                      </a:r>
                      <a:r>
                        <a:rPr lang="en-US" sz="900" dirty="0" err="1">
                          <a:effectLst/>
                          <a:latin typeface="+mj-lt"/>
                        </a:rPr>
                        <a:t>dengan</a:t>
                      </a:r>
                      <a:r>
                        <a:rPr lang="en-US" sz="900" dirty="0">
                          <a:effectLst/>
                          <a:latin typeface="+mj-lt"/>
                        </a:rPr>
                        <a:t> role </a:t>
                      </a:r>
                      <a:r>
                        <a:rPr lang="en-US" sz="900" dirty="0" err="1">
                          <a:effectLst/>
                          <a:latin typeface="+mj-lt"/>
                        </a:rPr>
                        <a:t>tertentu</a:t>
                      </a:r>
                      <a:endParaRPr lang="en-US" sz="900" dirty="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dirty="0" err="1">
                          <a:effectLst/>
                          <a:latin typeface="+mj-lt"/>
                        </a:rPr>
                        <a:t>Berhasil</a:t>
                      </a:r>
                      <a:endParaRPr lang="en-US" sz="900" dirty="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extLst>
                  <a:ext uri="{0D108BD9-81ED-4DB2-BD59-A6C34878D82A}">
                    <a16:rowId xmlns:a16="http://schemas.microsoft.com/office/drawing/2014/main" val="2897036665"/>
                  </a:ext>
                </a:extLst>
              </a:tr>
              <a:tr h="102020">
                <a:tc rowSpan="3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+mj-lt"/>
                          <a:ea typeface="AR PL UMing HK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9660" marR="9660" marT="0" marB="0" anchor="ctr"/>
                </a:tc>
                <a:tc rowSpan="3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>
                          <a:effectLst/>
                          <a:latin typeface="+mj-lt"/>
                        </a:rPr>
                        <a:t>View project</a:t>
                      </a:r>
                      <a:endParaRPr lang="en-US" sz="90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j-lt"/>
                        </a:rPr>
                        <a:t>Menu project</a:t>
                      </a:r>
                      <a:endParaRPr lang="en-US" sz="90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j-lt"/>
                        </a:rPr>
                        <a:t>User dapat memilih menu project pada halaman dashboard</a:t>
                      </a:r>
                      <a:endParaRPr lang="en-US" sz="90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9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Berhasil</a:t>
                      </a:r>
                      <a:endParaRPr lang="en-US" sz="900" dirty="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extLst>
                  <a:ext uri="{0D108BD9-81ED-4DB2-BD59-A6C34878D82A}">
                    <a16:rowId xmlns:a16="http://schemas.microsoft.com/office/drawing/2014/main" val="2852554750"/>
                  </a:ext>
                </a:extLst>
              </a:tr>
              <a:tr h="666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j-lt"/>
                        </a:rPr>
                        <a:t>Halaman project</a:t>
                      </a:r>
                      <a:endParaRPr lang="en-US" sz="90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j-lt"/>
                        </a:rPr>
                        <a:t>User dapat menampilkan halaman project</a:t>
                      </a:r>
                      <a:endParaRPr lang="en-US" sz="90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9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Berhasil</a:t>
                      </a:r>
                      <a:endParaRPr lang="en-US" sz="900" dirty="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extLst>
                  <a:ext uri="{0D108BD9-81ED-4DB2-BD59-A6C34878D82A}">
                    <a16:rowId xmlns:a16="http://schemas.microsoft.com/office/drawing/2014/main" val="2598569855"/>
                  </a:ext>
                </a:extLst>
              </a:tr>
              <a:tr h="10202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j-lt"/>
                        </a:rPr>
                        <a:t>Halaman detail project</a:t>
                      </a:r>
                      <a:endParaRPr lang="en-US" sz="90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j-lt"/>
                        </a:rPr>
                        <a:t>User dapat menampilkan halaman project yang dipilih</a:t>
                      </a:r>
                      <a:endParaRPr lang="en-US" sz="90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9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Berhasil</a:t>
                      </a:r>
                      <a:endParaRPr lang="en-US" sz="900" dirty="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extLst>
                  <a:ext uri="{0D108BD9-81ED-4DB2-BD59-A6C34878D82A}">
                    <a16:rowId xmlns:a16="http://schemas.microsoft.com/office/drawing/2014/main" val="1961742036"/>
                  </a:ext>
                </a:extLst>
              </a:tr>
              <a:tr h="102020">
                <a:tc rowSpan="5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+mj-lt"/>
                          <a:ea typeface="AR PL UMing HK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9660" marR="9660" marT="0" marB="0" anchor="ctr"/>
                </a:tc>
                <a:tc rowSpan="5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>
                          <a:effectLst/>
                          <a:latin typeface="+mj-lt"/>
                        </a:rPr>
                        <a:t>View sprint</a:t>
                      </a:r>
                      <a:endParaRPr lang="en-US" sz="90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j-lt"/>
                        </a:rPr>
                        <a:t>Menu sprint</a:t>
                      </a:r>
                      <a:endParaRPr lang="en-US" sz="90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j-lt"/>
                        </a:rPr>
                        <a:t>User dapat memilih menu sprint pada halaman dashboard</a:t>
                      </a:r>
                      <a:endParaRPr lang="en-US" sz="90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9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Berhasil</a:t>
                      </a:r>
                      <a:endParaRPr lang="en-US" sz="900" dirty="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extLst>
                  <a:ext uri="{0D108BD9-81ED-4DB2-BD59-A6C34878D82A}">
                    <a16:rowId xmlns:a16="http://schemas.microsoft.com/office/drawing/2014/main" val="976232084"/>
                  </a:ext>
                </a:extLst>
              </a:tr>
              <a:tr h="666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j-lt"/>
                        </a:rPr>
                        <a:t>Halaman sprint</a:t>
                      </a:r>
                      <a:endParaRPr lang="en-US" sz="90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j-lt"/>
                        </a:rPr>
                        <a:t>User dapat menampilkan halaman sprint</a:t>
                      </a:r>
                      <a:endParaRPr lang="en-US" sz="90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9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Berhasil</a:t>
                      </a:r>
                      <a:endParaRPr lang="en-US" sz="900" dirty="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extLst>
                  <a:ext uri="{0D108BD9-81ED-4DB2-BD59-A6C34878D82A}">
                    <a16:rowId xmlns:a16="http://schemas.microsoft.com/office/drawing/2014/main" val="3577141392"/>
                  </a:ext>
                </a:extLst>
              </a:tr>
              <a:tr h="10202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j-lt"/>
                        </a:rPr>
                        <a:t>Halaman detail sprint</a:t>
                      </a:r>
                      <a:endParaRPr lang="en-US" sz="90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j-lt"/>
                        </a:rPr>
                        <a:t>User dapat menampilkan halaman detail sprint yang dipilih</a:t>
                      </a:r>
                      <a:endParaRPr lang="en-US" sz="90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9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Berhasil</a:t>
                      </a:r>
                      <a:endParaRPr lang="en-US" sz="900" dirty="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extLst>
                  <a:ext uri="{0D108BD9-81ED-4DB2-BD59-A6C34878D82A}">
                    <a16:rowId xmlns:a16="http://schemas.microsoft.com/office/drawing/2014/main" val="3852426465"/>
                  </a:ext>
                </a:extLst>
              </a:tr>
              <a:tr h="10202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j-lt"/>
                        </a:rPr>
                        <a:t>Add button: tambah sprint</a:t>
                      </a:r>
                      <a:endParaRPr lang="en-US" sz="90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j-lt"/>
                        </a:rPr>
                        <a:t>User dapat mengklik add button untuk menampilkan halaman tambah sprint</a:t>
                      </a:r>
                      <a:endParaRPr lang="en-US" sz="90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9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Berhasil</a:t>
                      </a:r>
                      <a:endParaRPr lang="en-US" sz="900" dirty="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extLst>
                  <a:ext uri="{0D108BD9-81ED-4DB2-BD59-A6C34878D82A}">
                    <a16:rowId xmlns:a16="http://schemas.microsoft.com/office/drawing/2014/main" val="885017549"/>
                  </a:ext>
                </a:extLst>
              </a:tr>
              <a:tr h="1374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j-lt"/>
                        </a:rPr>
                        <a:t>Delete button: hapus sprint</a:t>
                      </a:r>
                      <a:endParaRPr lang="en-US" sz="90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j-lt"/>
                        </a:rPr>
                        <a:t>User dapat mengklik delete button untuk menampilkan pop-up hapus sprint</a:t>
                      </a:r>
                      <a:endParaRPr lang="en-US" sz="90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9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Berhasil</a:t>
                      </a:r>
                      <a:endParaRPr lang="en-US" sz="900" dirty="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extLst>
                  <a:ext uri="{0D108BD9-81ED-4DB2-BD59-A6C34878D82A}">
                    <a16:rowId xmlns:a16="http://schemas.microsoft.com/office/drawing/2014/main" val="4075490743"/>
                  </a:ext>
                </a:extLst>
              </a:tr>
              <a:tr h="66600">
                <a:tc rowSpan="3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+mj-lt"/>
                          <a:ea typeface="AR PL UMing HK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marL="9660" marR="9660" marT="0" marB="0" anchor="ctr"/>
                </a:tc>
                <a:tc rowSpan="3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>
                          <a:effectLst/>
                          <a:latin typeface="+mj-lt"/>
                        </a:rPr>
                        <a:t>Add sprint</a:t>
                      </a:r>
                      <a:endParaRPr lang="en-US" sz="90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j-lt"/>
                        </a:rPr>
                        <a:t>Halaman tambah sprint</a:t>
                      </a:r>
                      <a:endParaRPr lang="en-US" sz="90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j-lt"/>
                        </a:rPr>
                        <a:t>User dapat menampilkan form tambah sprint</a:t>
                      </a:r>
                      <a:endParaRPr lang="en-US" sz="90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9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Berhasil</a:t>
                      </a:r>
                      <a:endParaRPr lang="en-US" sz="900" dirty="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extLst>
                  <a:ext uri="{0D108BD9-81ED-4DB2-BD59-A6C34878D82A}">
                    <a16:rowId xmlns:a16="http://schemas.microsoft.com/office/drawing/2014/main" val="2906908559"/>
                  </a:ext>
                </a:extLst>
              </a:tr>
              <a:tr h="10202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j-lt"/>
                        </a:rPr>
                        <a:t>Pesan form error</a:t>
                      </a:r>
                      <a:endParaRPr lang="en-US" sz="90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+mj-lt"/>
                        </a:rPr>
                        <a:t>User dapat melihat pesan error jika form tidak sesuai</a:t>
                      </a:r>
                      <a:endParaRPr lang="en-US" sz="90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9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Berhasil</a:t>
                      </a:r>
                      <a:endParaRPr lang="en-US" sz="900" dirty="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extLst>
                  <a:ext uri="{0D108BD9-81ED-4DB2-BD59-A6C34878D82A}">
                    <a16:rowId xmlns:a16="http://schemas.microsoft.com/office/drawing/2014/main" val="659021536"/>
                  </a:ext>
                </a:extLst>
              </a:tr>
              <a:tr h="10202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+mj-lt"/>
                        </a:rPr>
                        <a:t>Submit button: </a:t>
                      </a:r>
                      <a:r>
                        <a:rPr lang="en-US" sz="900" dirty="0" err="1">
                          <a:effectLst/>
                          <a:latin typeface="+mj-lt"/>
                        </a:rPr>
                        <a:t>tambah</a:t>
                      </a:r>
                      <a:r>
                        <a:rPr lang="en-US" sz="900" dirty="0">
                          <a:effectLst/>
                          <a:latin typeface="+mj-lt"/>
                        </a:rPr>
                        <a:t> sprint</a:t>
                      </a:r>
                      <a:endParaRPr lang="en-US" sz="900" dirty="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+mj-lt"/>
                        </a:rPr>
                        <a:t>User </a:t>
                      </a:r>
                      <a:r>
                        <a:rPr lang="en-US" sz="900" dirty="0" err="1">
                          <a:effectLst/>
                          <a:latin typeface="+mj-lt"/>
                        </a:rPr>
                        <a:t>dapat</a:t>
                      </a:r>
                      <a:r>
                        <a:rPr lang="en-US" sz="900" dirty="0">
                          <a:effectLst/>
                          <a:latin typeface="+mj-lt"/>
                        </a:rPr>
                        <a:t> </a:t>
                      </a:r>
                      <a:r>
                        <a:rPr lang="en-US" sz="900" dirty="0" err="1">
                          <a:effectLst/>
                          <a:latin typeface="+mj-lt"/>
                        </a:rPr>
                        <a:t>mengklik</a:t>
                      </a:r>
                      <a:r>
                        <a:rPr lang="en-US" sz="900" dirty="0">
                          <a:effectLst/>
                          <a:latin typeface="+mj-lt"/>
                        </a:rPr>
                        <a:t> submit button </a:t>
                      </a:r>
                      <a:r>
                        <a:rPr lang="en-US" sz="900" dirty="0" err="1">
                          <a:effectLst/>
                          <a:latin typeface="+mj-lt"/>
                        </a:rPr>
                        <a:t>untuk</a:t>
                      </a:r>
                      <a:r>
                        <a:rPr lang="en-US" sz="900" dirty="0">
                          <a:effectLst/>
                          <a:latin typeface="+mj-lt"/>
                        </a:rPr>
                        <a:t> proses </a:t>
                      </a:r>
                      <a:r>
                        <a:rPr lang="en-US" sz="900" dirty="0" err="1">
                          <a:effectLst/>
                          <a:latin typeface="+mj-lt"/>
                        </a:rPr>
                        <a:t>tambah</a:t>
                      </a:r>
                      <a:r>
                        <a:rPr lang="en-US" sz="900" dirty="0">
                          <a:effectLst/>
                          <a:latin typeface="+mj-lt"/>
                        </a:rPr>
                        <a:t> sprint</a:t>
                      </a:r>
                      <a:endParaRPr lang="en-US" sz="900" dirty="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9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Berhasil</a:t>
                      </a:r>
                      <a:endParaRPr lang="en-US" sz="900" dirty="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extLst>
                  <a:ext uri="{0D108BD9-81ED-4DB2-BD59-A6C34878D82A}">
                    <a16:rowId xmlns:a16="http://schemas.microsoft.com/office/drawing/2014/main" val="2306166927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589F4C71-688E-4D16-A822-E7BAFAE866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14" y="-19050"/>
            <a:ext cx="703510" cy="7727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080B01C-01C1-4794-BC37-FE1DC35F4D87}"/>
              </a:ext>
            </a:extLst>
          </p:cNvPr>
          <p:cNvSpPr txBox="1"/>
          <p:nvPr/>
        </p:nvSpPr>
        <p:spPr>
          <a:xfrm>
            <a:off x="3324376" y="282005"/>
            <a:ext cx="5025838" cy="336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indent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effectLst/>
                <a:latin typeface="Times New Roman" panose="02020603050405020304" pitchFamily="18" charset="0"/>
                <a:ea typeface="AR PL UMing HK"/>
                <a:cs typeface="Calibri" panose="020F0502020204030204" pitchFamily="34" charset="0"/>
              </a:rPr>
              <a:t>(14 </a:t>
            </a:r>
            <a:r>
              <a:rPr lang="en-US" sz="1200" b="1" dirty="0" err="1">
                <a:effectLst/>
                <a:latin typeface="Times New Roman" panose="02020603050405020304" pitchFamily="18" charset="0"/>
                <a:ea typeface="AR PL UMing HK"/>
                <a:cs typeface="Calibri" panose="020F0502020204030204" pitchFamily="34" charset="0"/>
              </a:rPr>
              <a:t>pengujian</a:t>
            </a:r>
            <a:r>
              <a:rPr lang="en-US" sz="1200" b="1" dirty="0">
                <a:effectLst/>
                <a:latin typeface="Times New Roman" panose="02020603050405020304" pitchFamily="18" charset="0"/>
                <a:ea typeface="AR PL UMing HK"/>
                <a:cs typeface="Calibri" panose="020F0502020204030204" pitchFamily="34" charset="0"/>
              </a:rPr>
              <a:t>)</a:t>
            </a:r>
            <a:endParaRPr lang="en-US" sz="1200" dirty="0">
              <a:effectLst/>
              <a:latin typeface="Times New Roman" panose="02020603050405020304" pitchFamily="18" charset="0"/>
              <a:ea typeface="AR PL UMing HK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68915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320;p29">
            <a:extLst>
              <a:ext uri="{FF2B5EF4-FFF2-40B4-BE49-F238E27FC236}">
                <a16:creationId xmlns:a16="http://schemas.microsoft.com/office/drawing/2014/main" id="{CEBDC38C-3B8B-4BAC-ACBE-06D87F06DE21}"/>
              </a:ext>
            </a:extLst>
          </p:cNvPr>
          <p:cNvSpPr txBox="1">
            <a:spLocks/>
          </p:cNvSpPr>
          <p:nvPr/>
        </p:nvSpPr>
        <p:spPr>
          <a:xfrm>
            <a:off x="311700" y="8097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200" b="0" i="0" u="none" strike="noStrike" cap="none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pPr algn="l"/>
            <a:r>
              <a:rPr lang="en-GB" sz="3600" dirty="0">
                <a:solidFill>
                  <a:srgbClr val="96C7FE"/>
                </a:solidFill>
              </a:rPr>
              <a:t>BLACK-BOX TESTING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620C099-C48F-4D13-AADF-E0CDCB3D77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7937186"/>
              </p:ext>
            </p:extLst>
          </p:nvPr>
        </p:nvGraphicFramePr>
        <p:xfrm>
          <a:off x="678613" y="1109391"/>
          <a:ext cx="7786774" cy="3256796"/>
        </p:xfrm>
        <a:graphic>
          <a:graphicData uri="http://schemas.openxmlformats.org/drawingml/2006/table">
            <a:tbl>
              <a:tblPr firstRow="1" firstCol="1" bandRow="1">
                <a:tableStyleId>{06159BD3-344E-4E92-B66B-2CB23C39393A}</a:tableStyleId>
              </a:tblPr>
              <a:tblGrid>
                <a:gridCol w="241034">
                  <a:extLst>
                    <a:ext uri="{9D8B030D-6E8A-4147-A177-3AD203B41FA5}">
                      <a16:colId xmlns:a16="http://schemas.microsoft.com/office/drawing/2014/main" val="2039051184"/>
                    </a:ext>
                  </a:extLst>
                </a:gridCol>
                <a:gridCol w="953405">
                  <a:extLst>
                    <a:ext uri="{9D8B030D-6E8A-4147-A177-3AD203B41FA5}">
                      <a16:colId xmlns:a16="http://schemas.microsoft.com/office/drawing/2014/main" val="3766506931"/>
                    </a:ext>
                  </a:extLst>
                </a:gridCol>
                <a:gridCol w="1771310">
                  <a:extLst>
                    <a:ext uri="{9D8B030D-6E8A-4147-A177-3AD203B41FA5}">
                      <a16:colId xmlns:a16="http://schemas.microsoft.com/office/drawing/2014/main" val="678261157"/>
                    </a:ext>
                  </a:extLst>
                </a:gridCol>
                <a:gridCol w="4093107">
                  <a:extLst>
                    <a:ext uri="{9D8B030D-6E8A-4147-A177-3AD203B41FA5}">
                      <a16:colId xmlns:a16="http://schemas.microsoft.com/office/drawing/2014/main" val="1645687107"/>
                    </a:ext>
                  </a:extLst>
                </a:gridCol>
                <a:gridCol w="727918">
                  <a:extLst>
                    <a:ext uri="{9D8B030D-6E8A-4147-A177-3AD203B41FA5}">
                      <a16:colId xmlns:a16="http://schemas.microsoft.com/office/drawing/2014/main" val="2889036531"/>
                    </a:ext>
                  </a:extLst>
                </a:gridCol>
              </a:tblGrid>
              <a:tr h="311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 b="1" dirty="0">
                          <a:effectLst/>
                        </a:rPr>
                        <a:t>No</a:t>
                      </a:r>
                      <a:r>
                        <a:rPr lang="en-US" sz="900" b="1" dirty="0">
                          <a:effectLst/>
                        </a:rPr>
                        <a:t>.</a:t>
                      </a:r>
                      <a:endParaRPr lang="en-US" sz="900" b="1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 err="1">
                          <a:effectLst/>
                        </a:rPr>
                        <a:t>Pengujian</a:t>
                      </a:r>
                      <a:endParaRPr lang="en-US" sz="900" b="1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effectLst/>
                        </a:rPr>
                        <a:t>User Story</a:t>
                      </a:r>
                      <a:endParaRPr lang="en-US" sz="900" b="1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effectLst/>
                        </a:rPr>
                        <a:t>Hasil yang </a:t>
                      </a:r>
                      <a:r>
                        <a:rPr lang="en-US" sz="900" b="1" dirty="0" err="1">
                          <a:effectLst/>
                        </a:rPr>
                        <a:t>diharapkan</a:t>
                      </a:r>
                      <a:endParaRPr lang="en-US" sz="900" b="1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 b="1" dirty="0">
                          <a:effectLst/>
                        </a:rPr>
                        <a:t>Hasil</a:t>
                      </a:r>
                      <a:endParaRPr lang="en-US" sz="900" b="1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>
                    <a:solidFill>
                      <a:schemeClr val="bg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0770828"/>
                  </a:ext>
                </a:extLst>
              </a:tr>
              <a:tr h="1020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Times New Roman" panose="02020603050405020304" pitchFamily="18" charset="0"/>
                          <a:ea typeface="AR PL UMing HK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 dirty="0">
                          <a:effectLst/>
                        </a:rPr>
                        <a:t>Memulai sprint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Submit button: </a:t>
                      </a:r>
                      <a:r>
                        <a:rPr lang="en-US" sz="900" dirty="0" err="1">
                          <a:effectLst/>
                        </a:rPr>
                        <a:t>mulai</a:t>
                      </a:r>
                      <a:r>
                        <a:rPr lang="en-US" sz="900" dirty="0">
                          <a:effectLst/>
                        </a:rPr>
                        <a:t> sprint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User </a:t>
                      </a:r>
                      <a:r>
                        <a:rPr lang="en-US" sz="900" dirty="0" err="1">
                          <a:effectLst/>
                        </a:rPr>
                        <a:t>dapat</a:t>
                      </a:r>
                      <a:r>
                        <a:rPr lang="en-US" sz="900" dirty="0">
                          <a:effectLst/>
                        </a:rPr>
                        <a:t> </a:t>
                      </a:r>
                      <a:r>
                        <a:rPr lang="en-US" sz="900" dirty="0" err="1">
                          <a:effectLst/>
                        </a:rPr>
                        <a:t>mengklik</a:t>
                      </a:r>
                      <a:r>
                        <a:rPr lang="en-US" sz="900" dirty="0">
                          <a:effectLst/>
                        </a:rPr>
                        <a:t> submit button </a:t>
                      </a:r>
                      <a:r>
                        <a:rPr lang="en-US" sz="900" dirty="0" err="1">
                          <a:effectLst/>
                        </a:rPr>
                        <a:t>untuk</a:t>
                      </a:r>
                      <a:r>
                        <a:rPr lang="en-US" sz="900" dirty="0">
                          <a:effectLst/>
                        </a:rPr>
                        <a:t> proses </a:t>
                      </a:r>
                      <a:r>
                        <a:rPr lang="en-US" sz="900" dirty="0" err="1">
                          <a:effectLst/>
                        </a:rPr>
                        <a:t>mulai</a:t>
                      </a:r>
                      <a:r>
                        <a:rPr lang="en-US" sz="900" dirty="0">
                          <a:effectLst/>
                        </a:rPr>
                        <a:t> sprint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9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Berhasil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extLst>
                  <a:ext uri="{0D108BD9-81ED-4DB2-BD59-A6C34878D82A}">
                    <a16:rowId xmlns:a16="http://schemas.microsoft.com/office/drawing/2014/main" val="355084528"/>
                  </a:ext>
                </a:extLst>
              </a:tr>
              <a:tr h="1374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Times New Roman" panose="02020603050405020304" pitchFamily="18" charset="0"/>
                          <a:ea typeface="AR PL UMing HK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 err="1">
                          <a:effectLst/>
                        </a:rPr>
                        <a:t>Mengakhiri</a:t>
                      </a:r>
                      <a:r>
                        <a:rPr lang="en-US" sz="900" dirty="0">
                          <a:effectLst/>
                        </a:rPr>
                        <a:t> </a:t>
                      </a:r>
                      <a:r>
                        <a:rPr lang="id-ID" sz="900" dirty="0">
                          <a:effectLst/>
                        </a:rPr>
                        <a:t>sprint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Submit button: </a:t>
                      </a:r>
                      <a:r>
                        <a:rPr lang="en-US" sz="900" dirty="0" err="1">
                          <a:effectLst/>
                        </a:rPr>
                        <a:t>akhiri</a:t>
                      </a:r>
                      <a:r>
                        <a:rPr lang="en-US" sz="900" dirty="0">
                          <a:effectLst/>
                        </a:rPr>
                        <a:t> sprint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User dapat mengklik submit button untuk proses akhiri sprint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9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Berhasil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extLst>
                  <a:ext uri="{0D108BD9-81ED-4DB2-BD59-A6C34878D82A}">
                    <a16:rowId xmlns:a16="http://schemas.microsoft.com/office/drawing/2014/main" val="1348474340"/>
                  </a:ext>
                </a:extLst>
              </a:tr>
              <a:tr h="102020">
                <a:tc rowSpan="3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Times New Roman" panose="02020603050405020304" pitchFamily="18" charset="0"/>
                          <a:ea typeface="AR PL UMing HK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9660" marR="9660" marT="0" marB="0" anchor="ctr"/>
                </a:tc>
                <a:tc rowSpan="3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>
                          <a:effectLst/>
                        </a:rPr>
                        <a:t>Edit sprint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Halaman edit sprint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User dapat menampilkan form edit sprint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9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Berhasil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extLst>
                  <a:ext uri="{0D108BD9-81ED-4DB2-BD59-A6C34878D82A}">
                    <a16:rowId xmlns:a16="http://schemas.microsoft.com/office/drawing/2014/main" val="4096031319"/>
                  </a:ext>
                </a:extLst>
              </a:tr>
              <a:tr h="10202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 err="1">
                          <a:effectLst/>
                        </a:rPr>
                        <a:t>Pesan</a:t>
                      </a:r>
                      <a:r>
                        <a:rPr lang="en-US" sz="900" dirty="0">
                          <a:effectLst/>
                        </a:rPr>
                        <a:t> form error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User dapat melihat pesan error jika form tidak sesuai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9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Berhasil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extLst>
                  <a:ext uri="{0D108BD9-81ED-4DB2-BD59-A6C34878D82A}">
                    <a16:rowId xmlns:a16="http://schemas.microsoft.com/office/drawing/2014/main" val="2042958356"/>
                  </a:ext>
                </a:extLst>
              </a:tr>
              <a:tr h="666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Submit button: edit sprint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User </a:t>
                      </a:r>
                      <a:r>
                        <a:rPr lang="en-US" sz="900" dirty="0" err="1">
                          <a:effectLst/>
                        </a:rPr>
                        <a:t>dapat</a:t>
                      </a:r>
                      <a:r>
                        <a:rPr lang="en-US" sz="900" dirty="0">
                          <a:effectLst/>
                        </a:rPr>
                        <a:t> </a:t>
                      </a:r>
                      <a:r>
                        <a:rPr lang="en-US" sz="900" dirty="0" err="1">
                          <a:effectLst/>
                        </a:rPr>
                        <a:t>mengklik</a:t>
                      </a:r>
                      <a:r>
                        <a:rPr lang="en-US" sz="900" dirty="0">
                          <a:effectLst/>
                        </a:rPr>
                        <a:t> submit button </a:t>
                      </a:r>
                      <a:r>
                        <a:rPr lang="en-US" sz="900" dirty="0" err="1">
                          <a:effectLst/>
                        </a:rPr>
                        <a:t>untuk</a:t>
                      </a:r>
                      <a:r>
                        <a:rPr lang="en-US" sz="900" dirty="0">
                          <a:effectLst/>
                        </a:rPr>
                        <a:t> proses edit sprint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9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Berhasil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extLst>
                  <a:ext uri="{0D108BD9-81ED-4DB2-BD59-A6C34878D82A}">
                    <a16:rowId xmlns:a16="http://schemas.microsoft.com/office/drawing/2014/main" val="1149310424"/>
                  </a:ext>
                </a:extLst>
              </a:tr>
              <a:tr h="102020">
                <a:tc rowSpan="3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11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 rowSpan="3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>
                          <a:effectLst/>
                        </a:rPr>
                        <a:t>Delete sprint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Pop-up: hapus sprint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User </a:t>
                      </a:r>
                      <a:r>
                        <a:rPr lang="en-US" sz="900" dirty="0" err="1">
                          <a:effectLst/>
                        </a:rPr>
                        <a:t>dapat</a:t>
                      </a:r>
                      <a:r>
                        <a:rPr lang="en-US" sz="900" dirty="0">
                          <a:effectLst/>
                        </a:rPr>
                        <a:t> </a:t>
                      </a:r>
                      <a:r>
                        <a:rPr lang="en-US" sz="900" dirty="0" err="1">
                          <a:effectLst/>
                        </a:rPr>
                        <a:t>melihat</a:t>
                      </a:r>
                      <a:r>
                        <a:rPr lang="en-US" sz="900" dirty="0">
                          <a:effectLst/>
                        </a:rPr>
                        <a:t> pop-up </a:t>
                      </a:r>
                      <a:r>
                        <a:rPr lang="en-US" sz="900" dirty="0" err="1">
                          <a:effectLst/>
                        </a:rPr>
                        <a:t>hapus</a:t>
                      </a:r>
                      <a:r>
                        <a:rPr lang="en-US" sz="900" dirty="0">
                          <a:effectLst/>
                        </a:rPr>
                        <a:t> sprint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9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Berhasil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extLst>
                  <a:ext uri="{0D108BD9-81ED-4DB2-BD59-A6C34878D82A}">
                    <a16:rowId xmlns:a16="http://schemas.microsoft.com/office/drawing/2014/main" val="571463799"/>
                  </a:ext>
                </a:extLst>
              </a:tr>
              <a:tr h="10202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Submit button: hapus sprint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User </a:t>
                      </a:r>
                      <a:r>
                        <a:rPr lang="en-US" sz="900" dirty="0" err="1">
                          <a:effectLst/>
                        </a:rPr>
                        <a:t>dapat</a:t>
                      </a:r>
                      <a:r>
                        <a:rPr lang="en-US" sz="900" dirty="0">
                          <a:effectLst/>
                        </a:rPr>
                        <a:t> </a:t>
                      </a:r>
                      <a:r>
                        <a:rPr lang="en-US" sz="900" dirty="0" err="1">
                          <a:effectLst/>
                        </a:rPr>
                        <a:t>mengklik</a:t>
                      </a:r>
                      <a:r>
                        <a:rPr lang="en-US" sz="900" dirty="0">
                          <a:effectLst/>
                        </a:rPr>
                        <a:t> submit button </a:t>
                      </a:r>
                      <a:r>
                        <a:rPr lang="en-US" sz="900" dirty="0" err="1">
                          <a:effectLst/>
                        </a:rPr>
                        <a:t>untuk</a:t>
                      </a:r>
                      <a:r>
                        <a:rPr lang="en-US" sz="900" dirty="0">
                          <a:effectLst/>
                        </a:rPr>
                        <a:t> proses </a:t>
                      </a:r>
                      <a:r>
                        <a:rPr lang="en-US" sz="900" dirty="0" err="1">
                          <a:effectLst/>
                        </a:rPr>
                        <a:t>hapus</a:t>
                      </a:r>
                      <a:r>
                        <a:rPr lang="en-US" sz="900" dirty="0">
                          <a:effectLst/>
                        </a:rPr>
                        <a:t> sprint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9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Berhasil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extLst>
                  <a:ext uri="{0D108BD9-81ED-4DB2-BD59-A6C34878D82A}">
                    <a16:rowId xmlns:a16="http://schemas.microsoft.com/office/drawing/2014/main" val="1604123758"/>
                  </a:ext>
                </a:extLst>
              </a:tr>
              <a:tr h="10202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Back button: batal hapus sprint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User </a:t>
                      </a:r>
                      <a:r>
                        <a:rPr lang="en-US" sz="900" dirty="0" err="1">
                          <a:effectLst/>
                        </a:rPr>
                        <a:t>dapat</a:t>
                      </a:r>
                      <a:r>
                        <a:rPr lang="en-US" sz="900" dirty="0">
                          <a:effectLst/>
                        </a:rPr>
                        <a:t> </a:t>
                      </a:r>
                      <a:r>
                        <a:rPr lang="en-US" sz="900" dirty="0" err="1">
                          <a:effectLst/>
                        </a:rPr>
                        <a:t>mengklik</a:t>
                      </a:r>
                      <a:r>
                        <a:rPr lang="en-US" sz="900" dirty="0">
                          <a:effectLst/>
                        </a:rPr>
                        <a:t> back button </a:t>
                      </a:r>
                      <a:r>
                        <a:rPr lang="en-US" sz="900" dirty="0" err="1">
                          <a:effectLst/>
                        </a:rPr>
                        <a:t>untuk</a:t>
                      </a:r>
                      <a:r>
                        <a:rPr lang="en-US" sz="900" dirty="0">
                          <a:effectLst/>
                        </a:rPr>
                        <a:t> </a:t>
                      </a:r>
                      <a:r>
                        <a:rPr lang="en-US" sz="900" dirty="0" err="1">
                          <a:effectLst/>
                        </a:rPr>
                        <a:t>membatalkan</a:t>
                      </a:r>
                      <a:r>
                        <a:rPr lang="en-US" sz="900" dirty="0">
                          <a:effectLst/>
                        </a:rPr>
                        <a:t> </a:t>
                      </a:r>
                      <a:r>
                        <a:rPr lang="en-US" sz="900" dirty="0" err="1">
                          <a:effectLst/>
                        </a:rPr>
                        <a:t>hapus</a:t>
                      </a:r>
                      <a:r>
                        <a:rPr lang="en-US" sz="900" dirty="0">
                          <a:effectLst/>
                        </a:rPr>
                        <a:t> sprint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9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Berhasil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extLst>
                  <a:ext uri="{0D108BD9-81ED-4DB2-BD59-A6C34878D82A}">
                    <a16:rowId xmlns:a16="http://schemas.microsoft.com/office/drawing/2014/main" val="2852554750"/>
                  </a:ext>
                </a:extLst>
              </a:tr>
              <a:tr h="66600">
                <a:tc rowSpan="4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12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 rowSpan="4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View </a:t>
                      </a:r>
                      <a:r>
                        <a:rPr lang="en-US" sz="900" dirty="0" err="1">
                          <a:effectLst/>
                        </a:rPr>
                        <a:t>tim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Menu tim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User </a:t>
                      </a:r>
                      <a:r>
                        <a:rPr lang="en-US" sz="900" dirty="0" err="1">
                          <a:effectLst/>
                        </a:rPr>
                        <a:t>dapat</a:t>
                      </a:r>
                      <a:r>
                        <a:rPr lang="en-US" sz="900" dirty="0">
                          <a:effectLst/>
                        </a:rPr>
                        <a:t> </a:t>
                      </a:r>
                      <a:r>
                        <a:rPr lang="en-US" sz="900" dirty="0" err="1">
                          <a:effectLst/>
                        </a:rPr>
                        <a:t>memilih</a:t>
                      </a:r>
                      <a:r>
                        <a:rPr lang="en-US" sz="900" dirty="0">
                          <a:effectLst/>
                        </a:rPr>
                        <a:t> menu </a:t>
                      </a:r>
                      <a:r>
                        <a:rPr lang="en-US" sz="900" dirty="0" err="1">
                          <a:effectLst/>
                        </a:rPr>
                        <a:t>tim</a:t>
                      </a:r>
                      <a:r>
                        <a:rPr lang="en-US" sz="900" dirty="0">
                          <a:effectLst/>
                        </a:rPr>
                        <a:t> pada </a:t>
                      </a:r>
                      <a:r>
                        <a:rPr lang="en-US" sz="900" dirty="0" err="1">
                          <a:effectLst/>
                        </a:rPr>
                        <a:t>halaman</a:t>
                      </a:r>
                      <a:r>
                        <a:rPr lang="en-US" sz="900" dirty="0">
                          <a:effectLst/>
                        </a:rPr>
                        <a:t> dashboard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9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Berhasil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extLst>
                  <a:ext uri="{0D108BD9-81ED-4DB2-BD59-A6C34878D82A}">
                    <a16:rowId xmlns:a16="http://schemas.microsoft.com/office/drawing/2014/main" val="2598569855"/>
                  </a:ext>
                </a:extLst>
              </a:tr>
              <a:tr h="10202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Halaman tim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User </a:t>
                      </a:r>
                      <a:r>
                        <a:rPr lang="en-US" sz="900" dirty="0" err="1">
                          <a:effectLst/>
                        </a:rPr>
                        <a:t>dapat</a:t>
                      </a:r>
                      <a:r>
                        <a:rPr lang="en-US" sz="900" dirty="0">
                          <a:effectLst/>
                        </a:rPr>
                        <a:t> </a:t>
                      </a:r>
                      <a:r>
                        <a:rPr lang="en-US" sz="900" dirty="0" err="1">
                          <a:effectLst/>
                        </a:rPr>
                        <a:t>menampilkan</a:t>
                      </a:r>
                      <a:r>
                        <a:rPr lang="en-US" sz="900" dirty="0">
                          <a:effectLst/>
                        </a:rPr>
                        <a:t> </a:t>
                      </a:r>
                      <a:r>
                        <a:rPr lang="en-US" sz="900" dirty="0" err="1">
                          <a:effectLst/>
                        </a:rPr>
                        <a:t>halaman</a:t>
                      </a:r>
                      <a:r>
                        <a:rPr lang="en-US" sz="900" dirty="0">
                          <a:effectLst/>
                        </a:rPr>
                        <a:t> </a:t>
                      </a:r>
                      <a:r>
                        <a:rPr lang="en-US" sz="900" dirty="0" err="1">
                          <a:effectLst/>
                        </a:rPr>
                        <a:t>tim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9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Berhasil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extLst>
                  <a:ext uri="{0D108BD9-81ED-4DB2-BD59-A6C34878D82A}">
                    <a16:rowId xmlns:a16="http://schemas.microsoft.com/office/drawing/2014/main" val="1961742036"/>
                  </a:ext>
                </a:extLst>
              </a:tr>
              <a:tr h="10202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Halaman detail tim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User </a:t>
                      </a:r>
                      <a:r>
                        <a:rPr lang="en-US" sz="900" dirty="0" err="1">
                          <a:effectLst/>
                        </a:rPr>
                        <a:t>dapat</a:t>
                      </a:r>
                      <a:r>
                        <a:rPr lang="en-US" sz="900" dirty="0">
                          <a:effectLst/>
                        </a:rPr>
                        <a:t> </a:t>
                      </a:r>
                      <a:r>
                        <a:rPr lang="en-US" sz="900" dirty="0" err="1">
                          <a:effectLst/>
                        </a:rPr>
                        <a:t>menampilkan</a:t>
                      </a:r>
                      <a:r>
                        <a:rPr lang="en-US" sz="900" dirty="0">
                          <a:effectLst/>
                        </a:rPr>
                        <a:t> </a:t>
                      </a:r>
                      <a:r>
                        <a:rPr lang="en-US" sz="900" dirty="0" err="1">
                          <a:effectLst/>
                        </a:rPr>
                        <a:t>halaman</a:t>
                      </a:r>
                      <a:r>
                        <a:rPr lang="en-US" sz="900" dirty="0">
                          <a:effectLst/>
                        </a:rPr>
                        <a:t> </a:t>
                      </a:r>
                      <a:r>
                        <a:rPr lang="en-US" sz="900" dirty="0" err="1">
                          <a:effectLst/>
                        </a:rPr>
                        <a:t>tim</a:t>
                      </a:r>
                      <a:r>
                        <a:rPr lang="en-US" sz="900" dirty="0">
                          <a:effectLst/>
                        </a:rPr>
                        <a:t> yang </a:t>
                      </a:r>
                      <a:r>
                        <a:rPr lang="en-US" sz="900" dirty="0" err="1">
                          <a:effectLst/>
                        </a:rPr>
                        <a:t>dipilih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9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Berhasil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extLst>
                  <a:ext uri="{0D108BD9-81ED-4DB2-BD59-A6C34878D82A}">
                    <a16:rowId xmlns:a16="http://schemas.microsoft.com/office/drawing/2014/main" val="976232084"/>
                  </a:ext>
                </a:extLst>
              </a:tr>
              <a:tr h="666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List button: view nilai tim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User </a:t>
                      </a:r>
                      <a:r>
                        <a:rPr lang="en-US" sz="900" dirty="0" err="1">
                          <a:effectLst/>
                        </a:rPr>
                        <a:t>dapat</a:t>
                      </a:r>
                      <a:r>
                        <a:rPr lang="en-US" sz="900" dirty="0">
                          <a:effectLst/>
                        </a:rPr>
                        <a:t> </a:t>
                      </a:r>
                      <a:r>
                        <a:rPr lang="en-US" sz="900" dirty="0" err="1">
                          <a:effectLst/>
                        </a:rPr>
                        <a:t>mengklik</a:t>
                      </a:r>
                      <a:r>
                        <a:rPr lang="en-US" sz="900" dirty="0">
                          <a:effectLst/>
                        </a:rPr>
                        <a:t> list button </a:t>
                      </a:r>
                      <a:r>
                        <a:rPr lang="en-US" sz="900" dirty="0" err="1">
                          <a:effectLst/>
                        </a:rPr>
                        <a:t>untuk</a:t>
                      </a:r>
                      <a:r>
                        <a:rPr lang="en-US" sz="900" dirty="0">
                          <a:effectLst/>
                        </a:rPr>
                        <a:t> </a:t>
                      </a:r>
                      <a:r>
                        <a:rPr lang="en-US" sz="900" dirty="0" err="1">
                          <a:effectLst/>
                        </a:rPr>
                        <a:t>menampilkan</a:t>
                      </a:r>
                      <a:r>
                        <a:rPr lang="en-US" sz="900" dirty="0">
                          <a:effectLst/>
                        </a:rPr>
                        <a:t> </a:t>
                      </a:r>
                      <a:r>
                        <a:rPr lang="en-US" sz="900" dirty="0" err="1">
                          <a:effectLst/>
                        </a:rPr>
                        <a:t>halaman</a:t>
                      </a:r>
                      <a:r>
                        <a:rPr lang="en-US" sz="900" dirty="0">
                          <a:effectLst/>
                        </a:rPr>
                        <a:t> </a:t>
                      </a:r>
                      <a:r>
                        <a:rPr lang="en-US" sz="900" dirty="0" err="1">
                          <a:effectLst/>
                        </a:rPr>
                        <a:t>nilai</a:t>
                      </a:r>
                      <a:r>
                        <a:rPr lang="en-US" sz="900" dirty="0">
                          <a:effectLst/>
                        </a:rPr>
                        <a:t> </a:t>
                      </a:r>
                      <a:r>
                        <a:rPr lang="en-US" sz="900" dirty="0" err="1">
                          <a:effectLst/>
                        </a:rPr>
                        <a:t>tim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9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Gagal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extLst>
                  <a:ext uri="{0D108BD9-81ED-4DB2-BD59-A6C34878D82A}">
                    <a16:rowId xmlns:a16="http://schemas.microsoft.com/office/drawing/2014/main" val="3577141392"/>
                  </a:ext>
                </a:extLst>
              </a:tr>
              <a:tr h="102020">
                <a:tc rowSpan="3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13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 rowSpan="3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View </a:t>
                      </a:r>
                      <a:r>
                        <a:rPr lang="en-US" sz="900" dirty="0" err="1">
                          <a:effectLst/>
                        </a:rPr>
                        <a:t>mahasiswa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Menu mahasiswa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User </a:t>
                      </a:r>
                      <a:r>
                        <a:rPr lang="en-US" sz="900" dirty="0" err="1">
                          <a:effectLst/>
                        </a:rPr>
                        <a:t>dapat</a:t>
                      </a:r>
                      <a:r>
                        <a:rPr lang="en-US" sz="900" dirty="0">
                          <a:effectLst/>
                        </a:rPr>
                        <a:t> </a:t>
                      </a:r>
                      <a:r>
                        <a:rPr lang="en-US" sz="900" dirty="0" err="1">
                          <a:effectLst/>
                        </a:rPr>
                        <a:t>memilih</a:t>
                      </a:r>
                      <a:r>
                        <a:rPr lang="en-US" sz="900" dirty="0">
                          <a:effectLst/>
                        </a:rPr>
                        <a:t> menu </a:t>
                      </a:r>
                      <a:r>
                        <a:rPr lang="en-US" sz="900" dirty="0" err="1">
                          <a:effectLst/>
                        </a:rPr>
                        <a:t>mahasiswa</a:t>
                      </a:r>
                      <a:r>
                        <a:rPr lang="en-US" sz="900" dirty="0">
                          <a:effectLst/>
                        </a:rPr>
                        <a:t> pada </a:t>
                      </a:r>
                      <a:r>
                        <a:rPr lang="en-US" sz="900" dirty="0" err="1">
                          <a:effectLst/>
                        </a:rPr>
                        <a:t>halaman</a:t>
                      </a:r>
                      <a:r>
                        <a:rPr lang="en-US" sz="900" dirty="0">
                          <a:effectLst/>
                        </a:rPr>
                        <a:t> dashboard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9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Berhasil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extLst>
                  <a:ext uri="{0D108BD9-81ED-4DB2-BD59-A6C34878D82A}">
                    <a16:rowId xmlns:a16="http://schemas.microsoft.com/office/drawing/2014/main" val="3852426465"/>
                  </a:ext>
                </a:extLst>
              </a:tr>
              <a:tr h="10202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Halaman mahasiswa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User </a:t>
                      </a:r>
                      <a:r>
                        <a:rPr lang="en-US" sz="900" dirty="0" err="1">
                          <a:effectLst/>
                        </a:rPr>
                        <a:t>dapat</a:t>
                      </a:r>
                      <a:r>
                        <a:rPr lang="en-US" sz="900" dirty="0">
                          <a:effectLst/>
                        </a:rPr>
                        <a:t> </a:t>
                      </a:r>
                      <a:r>
                        <a:rPr lang="en-US" sz="900" dirty="0" err="1">
                          <a:effectLst/>
                        </a:rPr>
                        <a:t>menampilkan</a:t>
                      </a:r>
                      <a:r>
                        <a:rPr lang="en-US" sz="900" dirty="0">
                          <a:effectLst/>
                        </a:rPr>
                        <a:t> </a:t>
                      </a:r>
                      <a:r>
                        <a:rPr lang="en-US" sz="900" dirty="0" err="1">
                          <a:effectLst/>
                        </a:rPr>
                        <a:t>halaman</a:t>
                      </a:r>
                      <a:r>
                        <a:rPr lang="en-US" sz="900" dirty="0">
                          <a:effectLst/>
                        </a:rPr>
                        <a:t> </a:t>
                      </a:r>
                      <a:r>
                        <a:rPr lang="en-US" sz="900" dirty="0" err="1">
                          <a:effectLst/>
                        </a:rPr>
                        <a:t>mahasiswa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9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Berhasil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extLst>
                  <a:ext uri="{0D108BD9-81ED-4DB2-BD59-A6C34878D82A}">
                    <a16:rowId xmlns:a16="http://schemas.microsoft.com/office/drawing/2014/main" val="885017549"/>
                  </a:ext>
                </a:extLst>
              </a:tr>
              <a:tr h="1374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List button: view nilai mahasiswa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User </a:t>
                      </a:r>
                      <a:r>
                        <a:rPr lang="en-US" sz="900" dirty="0" err="1">
                          <a:effectLst/>
                        </a:rPr>
                        <a:t>dapat</a:t>
                      </a:r>
                      <a:r>
                        <a:rPr lang="en-US" sz="900" dirty="0">
                          <a:effectLst/>
                        </a:rPr>
                        <a:t> </a:t>
                      </a:r>
                      <a:r>
                        <a:rPr lang="en-US" sz="900" dirty="0" err="1">
                          <a:effectLst/>
                        </a:rPr>
                        <a:t>mengklik</a:t>
                      </a:r>
                      <a:r>
                        <a:rPr lang="en-US" sz="900" dirty="0">
                          <a:effectLst/>
                        </a:rPr>
                        <a:t> list button </a:t>
                      </a:r>
                      <a:r>
                        <a:rPr lang="en-US" sz="900" dirty="0" err="1">
                          <a:effectLst/>
                        </a:rPr>
                        <a:t>untuk</a:t>
                      </a:r>
                      <a:r>
                        <a:rPr lang="en-US" sz="900" dirty="0">
                          <a:effectLst/>
                        </a:rPr>
                        <a:t> </a:t>
                      </a:r>
                      <a:r>
                        <a:rPr lang="en-US" sz="900" dirty="0" err="1">
                          <a:effectLst/>
                        </a:rPr>
                        <a:t>menampilkan</a:t>
                      </a:r>
                      <a:r>
                        <a:rPr lang="en-US" sz="900" dirty="0">
                          <a:effectLst/>
                        </a:rPr>
                        <a:t> </a:t>
                      </a:r>
                      <a:r>
                        <a:rPr lang="en-US" sz="900" dirty="0" err="1">
                          <a:effectLst/>
                        </a:rPr>
                        <a:t>halaman</a:t>
                      </a:r>
                      <a:r>
                        <a:rPr lang="en-US" sz="900" dirty="0">
                          <a:effectLst/>
                        </a:rPr>
                        <a:t> </a:t>
                      </a:r>
                      <a:r>
                        <a:rPr lang="en-US" sz="900" dirty="0" err="1">
                          <a:effectLst/>
                        </a:rPr>
                        <a:t>nilai</a:t>
                      </a:r>
                      <a:r>
                        <a:rPr lang="en-US" sz="900" dirty="0">
                          <a:effectLst/>
                        </a:rPr>
                        <a:t> </a:t>
                      </a:r>
                      <a:r>
                        <a:rPr lang="en-US" sz="900" dirty="0" err="1">
                          <a:effectLst/>
                        </a:rPr>
                        <a:t>mahasiswa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9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Berhasil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extLst>
                  <a:ext uri="{0D108BD9-81ED-4DB2-BD59-A6C34878D82A}">
                    <a16:rowId xmlns:a16="http://schemas.microsoft.com/office/drawing/2014/main" val="4075490743"/>
                  </a:ext>
                </a:extLst>
              </a:tr>
              <a:tr h="66600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 dirty="0">
                          <a:effectLst/>
                        </a:rPr>
                        <a:t>1</a:t>
                      </a:r>
                      <a:r>
                        <a:rPr lang="en-US" sz="900" dirty="0">
                          <a:effectLst/>
                        </a:rPr>
                        <a:t>4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View nilai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Halaman nilai tim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User </a:t>
                      </a:r>
                      <a:r>
                        <a:rPr lang="en-US" sz="900" dirty="0" err="1">
                          <a:effectLst/>
                        </a:rPr>
                        <a:t>dapat</a:t>
                      </a:r>
                      <a:r>
                        <a:rPr lang="en-US" sz="900" dirty="0">
                          <a:effectLst/>
                        </a:rPr>
                        <a:t> </a:t>
                      </a:r>
                      <a:r>
                        <a:rPr lang="en-US" sz="900" dirty="0" err="1">
                          <a:effectLst/>
                        </a:rPr>
                        <a:t>menampilkan</a:t>
                      </a:r>
                      <a:r>
                        <a:rPr lang="en-US" sz="900" dirty="0">
                          <a:effectLst/>
                        </a:rPr>
                        <a:t> </a:t>
                      </a:r>
                      <a:r>
                        <a:rPr lang="en-US" sz="900" dirty="0" err="1">
                          <a:effectLst/>
                        </a:rPr>
                        <a:t>halaman</a:t>
                      </a:r>
                      <a:r>
                        <a:rPr lang="en-US" sz="900" dirty="0">
                          <a:effectLst/>
                        </a:rPr>
                        <a:t> </a:t>
                      </a:r>
                      <a:r>
                        <a:rPr lang="en-US" sz="900" dirty="0" err="1">
                          <a:effectLst/>
                        </a:rPr>
                        <a:t>nilai</a:t>
                      </a:r>
                      <a:r>
                        <a:rPr lang="en-US" sz="900" dirty="0">
                          <a:effectLst/>
                        </a:rPr>
                        <a:t> </a:t>
                      </a:r>
                      <a:r>
                        <a:rPr lang="en-US" sz="900" dirty="0" err="1">
                          <a:effectLst/>
                        </a:rPr>
                        <a:t>tim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9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Gagal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extLst>
                  <a:ext uri="{0D108BD9-81ED-4DB2-BD59-A6C34878D82A}">
                    <a16:rowId xmlns:a16="http://schemas.microsoft.com/office/drawing/2014/main" val="2906908559"/>
                  </a:ext>
                </a:extLst>
              </a:tr>
              <a:tr h="10202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Halaman nilai mahasiswa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User </a:t>
                      </a:r>
                      <a:r>
                        <a:rPr lang="en-US" sz="900" dirty="0" err="1">
                          <a:effectLst/>
                        </a:rPr>
                        <a:t>dapat</a:t>
                      </a:r>
                      <a:r>
                        <a:rPr lang="en-US" sz="900" dirty="0">
                          <a:effectLst/>
                        </a:rPr>
                        <a:t> </a:t>
                      </a:r>
                      <a:r>
                        <a:rPr lang="en-US" sz="900" dirty="0" err="1">
                          <a:effectLst/>
                        </a:rPr>
                        <a:t>menampilkan</a:t>
                      </a:r>
                      <a:r>
                        <a:rPr lang="en-US" sz="900" dirty="0">
                          <a:effectLst/>
                        </a:rPr>
                        <a:t> </a:t>
                      </a:r>
                      <a:r>
                        <a:rPr lang="en-US" sz="900" dirty="0" err="1">
                          <a:effectLst/>
                        </a:rPr>
                        <a:t>halaman</a:t>
                      </a:r>
                      <a:r>
                        <a:rPr lang="en-US" sz="900" dirty="0">
                          <a:effectLst/>
                        </a:rPr>
                        <a:t> </a:t>
                      </a:r>
                      <a:r>
                        <a:rPr lang="en-US" sz="900" dirty="0" err="1">
                          <a:effectLst/>
                        </a:rPr>
                        <a:t>nilai</a:t>
                      </a:r>
                      <a:r>
                        <a:rPr lang="en-US" sz="900" dirty="0">
                          <a:effectLst/>
                        </a:rPr>
                        <a:t> </a:t>
                      </a:r>
                      <a:r>
                        <a:rPr lang="en-US" sz="900" dirty="0" err="1">
                          <a:effectLst/>
                        </a:rPr>
                        <a:t>mahasiswa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9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Gagal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extLst>
                  <a:ext uri="{0D108BD9-81ED-4DB2-BD59-A6C34878D82A}">
                    <a16:rowId xmlns:a16="http://schemas.microsoft.com/office/drawing/2014/main" val="659021536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057198A9-E4AF-4EFD-8E2E-04624E69BD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14" y="-19050"/>
            <a:ext cx="703510" cy="772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4843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941;p39">
            <a:extLst>
              <a:ext uri="{FF2B5EF4-FFF2-40B4-BE49-F238E27FC236}">
                <a16:creationId xmlns:a16="http://schemas.microsoft.com/office/drawing/2014/main" id="{ABDC6BBC-C1EA-4961-A8F0-8C1860891664}"/>
              </a:ext>
            </a:extLst>
          </p:cNvPr>
          <p:cNvSpPr/>
          <p:nvPr/>
        </p:nvSpPr>
        <p:spPr>
          <a:xfrm rot="5400000">
            <a:off x="2292513" y="-901403"/>
            <a:ext cx="3249718" cy="7834745"/>
          </a:xfrm>
          <a:prstGeom prst="round2SameRect">
            <a:avLst>
              <a:gd name="adj1" fmla="val 47321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" name="Google Shape;950;p39">
            <a:extLst>
              <a:ext uri="{FF2B5EF4-FFF2-40B4-BE49-F238E27FC236}">
                <a16:creationId xmlns:a16="http://schemas.microsoft.com/office/drawing/2014/main" id="{A2B0BA34-FEAD-457E-80F3-C9531EC84468}"/>
              </a:ext>
            </a:extLst>
          </p:cNvPr>
          <p:cNvSpPr txBox="1">
            <a:spLocks/>
          </p:cNvSpPr>
          <p:nvPr/>
        </p:nvSpPr>
        <p:spPr>
          <a:xfrm flipH="1">
            <a:off x="566150" y="1958463"/>
            <a:ext cx="6653131" cy="19293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id-ID" sz="1200" dirty="0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Dari hasil 14 pengujian tercatat sebanyak</a:t>
            </a:r>
            <a:r>
              <a:rPr lang="en-US" sz="1200" dirty="0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:</a:t>
            </a:r>
          </a:p>
          <a:p>
            <a:pPr marL="171450" indent="-171450">
              <a:buFontTx/>
              <a:buChar char="-"/>
            </a:pPr>
            <a:r>
              <a:rPr lang="id-ID" sz="1200" b="1" dirty="0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1</a:t>
            </a:r>
            <a:r>
              <a:rPr lang="en-US" sz="1200" b="1" dirty="0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2</a:t>
            </a:r>
            <a:r>
              <a:rPr lang="id-ID" sz="1200" b="1" dirty="0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 pengujian berhasil</a:t>
            </a:r>
            <a:endParaRPr lang="en-US" sz="1200" b="1" dirty="0">
              <a:solidFill>
                <a:srgbClr val="324788"/>
              </a:solidFill>
              <a:latin typeface="Raleway Light" panose="020B0604020202020204" charset="0"/>
              <a:ea typeface="AR PL UMing HK"/>
              <a:cs typeface="Calibri" panose="020F0502020204030204" pitchFamily="34" charset="0"/>
            </a:endParaRPr>
          </a:p>
          <a:p>
            <a:pPr marL="171450" indent="-171450">
              <a:buFontTx/>
              <a:buChar char="-"/>
            </a:pPr>
            <a:r>
              <a:rPr lang="en-US" sz="1200" b="1" dirty="0">
                <a:solidFill>
                  <a:srgbClr val="324788"/>
                </a:solidFill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2</a:t>
            </a:r>
            <a:r>
              <a:rPr lang="id-ID" sz="1200" b="1" dirty="0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 pengujian tidak atau belum berhasil</a:t>
            </a:r>
            <a:endParaRPr lang="en-US" sz="1200" b="1" dirty="0">
              <a:solidFill>
                <a:srgbClr val="324788"/>
              </a:solidFill>
              <a:latin typeface="Raleway Light" panose="020B0604020202020204" charset="0"/>
              <a:ea typeface="AR PL UMing HK"/>
              <a:cs typeface="Calibri" panose="020F0502020204030204" pitchFamily="34" charset="0"/>
            </a:endParaRPr>
          </a:p>
          <a:p>
            <a:pPr marL="171450" indent="-171450">
              <a:buFontTx/>
              <a:buChar char="-"/>
            </a:pPr>
            <a:endParaRPr lang="en-US" sz="1200" b="1" dirty="0">
              <a:solidFill>
                <a:srgbClr val="324788"/>
              </a:solidFill>
              <a:effectLst/>
              <a:latin typeface="Raleway Light" panose="020B0604020202020204" charset="0"/>
              <a:ea typeface="AR PL UMing HK"/>
              <a:cs typeface="Calibri" panose="020F0502020204030204" pitchFamily="34" charset="0"/>
            </a:endParaRPr>
          </a:p>
          <a:p>
            <a:r>
              <a:rPr lang="en-US" sz="1200" dirty="0">
                <a:solidFill>
                  <a:srgbClr val="324788"/>
                </a:solidFill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I</a:t>
            </a:r>
            <a:r>
              <a:rPr lang="id-ID" sz="1200" dirty="0" err="1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ni</a:t>
            </a:r>
            <a:r>
              <a:rPr lang="id-ID" sz="1200" dirty="0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 menunjukkan fungsi daripada aplikasi adalah </a:t>
            </a:r>
            <a:r>
              <a:rPr lang="en-US" sz="1200" b="1" dirty="0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85.7</a:t>
            </a:r>
            <a:r>
              <a:rPr lang="id-ID" sz="1200" b="1" dirty="0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% dapat berjalan dengan baik</a:t>
            </a:r>
            <a:r>
              <a:rPr lang="id-ID" sz="1200" dirty="0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. Sedangkan </a:t>
            </a:r>
            <a:r>
              <a:rPr lang="en-US" sz="1200" b="1" dirty="0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14.3</a:t>
            </a:r>
            <a:r>
              <a:rPr lang="id-ID" sz="1200" b="1" dirty="0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% belum dapat dikategorikan sesuai dengan fungsi yang </a:t>
            </a:r>
            <a:r>
              <a:rPr lang="id-ID" sz="1200" b="1" dirty="0" err="1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diharapka</a:t>
            </a:r>
            <a:r>
              <a:rPr lang="en-US" sz="1200" b="1" dirty="0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n.</a:t>
            </a:r>
            <a:endParaRPr lang="en-US" sz="1200" dirty="0">
              <a:solidFill>
                <a:srgbClr val="324788"/>
              </a:solidFill>
              <a:effectLst/>
              <a:latin typeface="Raleway Light" panose="020B0604020202020204" charset="0"/>
              <a:ea typeface="AR PL UMing HK"/>
              <a:cs typeface="Calibri" panose="020F0502020204030204" pitchFamily="34" charset="0"/>
            </a:endParaRPr>
          </a:p>
          <a:p>
            <a:endParaRPr lang="en-US" sz="1200" dirty="0">
              <a:solidFill>
                <a:srgbClr val="324788"/>
              </a:solidFill>
              <a:latin typeface="Raleway Light" panose="020B0604020202020204" charset="0"/>
              <a:ea typeface="AR PL UMing HK"/>
              <a:cs typeface="Calibri" panose="020F0502020204030204" pitchFamily="34" charset="0"/>
            </a:endParaRPr>
          </a:p>
          <a:p>
            <a:r>
              <a:rPr lang="id-ID" sz="1200" dirty="0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Pengujian dengan catatan kurang baik ini antara lain pada </a:t>
            </a:r>
            <a:r>
              <a:rPr lang="id-ID" sz="1200" i="1" dirty="0" err="1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user</a:t>
            </a:r>
            <a:r>
              <a:rPr lang="id-ID" sz="1200" i="1" dirty="0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 </a:t>
            </a:r>
            <a:r>
              <a:rPr lang="id-ID" sz="1200" i="1" dirty="0" err="1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story</a:t>
            </a:r>
            <a:r>
              <a:rPr lang="id-ID" sz="1200" dirty="0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 (fitur) memulai </a:t>
            </a:r>
            <a:r>
              <a:rPr lang="id-ID" sz="1200" i="1" dirty="0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sprint</a:t>
            </a:r>
            <a:r>
              <a:rPr lang="id-ID" sz="1200" dirty="0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, mengakhiri </a:t>
            </a:r>
            <a:r>
              <a:rPr lang="id-ID" sz="1200" i="1" dirty="0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sprint</a:t>
            </a:r>
            <a:r>
              <a:rPr lang="id-ID" sz="1200" dirty="0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,</a:t>
            </a:r>
            <a:r>
              <a:rPr lang="id-ID" sz="1200" i="1" dirty="0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 </a:t>
            </a:r>
            <a:r>
              <a:rPr lang="id-ID" sz="1200" i="1" dirty="0" err="1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list</a:t>
            </a:r>
            <a:r>
              <a:rPr lang="id-ID" sz="1200" i="1" dirty="0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 </a:t>
            </a:r>
            <a:r>
              <a:rPr lang="id-ID" sz="1200" i="1" dirty="0" err="1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button</a:t>
            </a:r>
            <a:r>
              <a:rPr lang="id-ID" sz="1200" dirty="0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 nilai tim, melihat nilai tim dan melihat nilai mahasiswa.</a:t>
            </a:r>
            <a:r>
              <a:rPr lang="en-US" sz="1200" dirty="0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 Hal </a:t>
            </a:r>
            <a:r>
              <a:rPr lang="en-US" sz="1200" dirty="0" err="1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ini</a:t>
            </a:r>
            <a:r>
              <a:rPr lang="en-US" sz="1200" dirty="0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disebabkan</a:t>
            </a:r>
            <a:r>
              <a:rPr lang="en-US" sz="1200" dirty="0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 oleh </a:t>
            </a:r>
            <a:r>
              <a:rPr lang="en-US" sz="1200" dirty="0" err="1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tampilan</a:t>
            </a:r>
            <a:r>
              <a:rPr lang="en-US" sz="1200" dirty="0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 yang </a:t>
            </a:r>
            <a:r>
              <a:rPr lang="en-US" sz="1200" dirty="0" err="1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belum</a:t>
            </a:r>
            <a:r>
              <a:rPr lang="en-US" sz="1200" dirty="0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sesuai</a:t>
            </a:r>
            <a:r>
              <a:rPr lang="en-US" sz="1200" dirty="0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dengan</a:t>
            </a:r>
            <a:r>
              <a:rPr lang="en-US" sz="1200" dirty="0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rancangan</a:t>
            </a:r>
            <a:r>
              <a:rPr lang="en-US" sz="1200" dirty="0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 UI dan proses </a:t>
            </a:r>
            <a:r>
              <a:rPr lang="en-US" sz="1200" dirty="0" err="1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integrasi</a:t>
            </a:r>
            <a:r>
              <a:rPr lang="en-US" sz="1200" dirty="0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 ke </a:t>
            </a:r>
            <a:r>
              <a:rPr lang="en-US" sz="1200" dirty="0" err="1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aplikasi</a:t>
            </a:r>
            <a:r>
              <a:rPr lang="en-US" sz="1200" dirty="0">
                <a:solidFill>
                  <a:srgbClr val="324788"/>
                </a:solidFill>
                <a:effectLst/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 web</a:t>
            </a:r>
            <a:r>
              <a:rPr lang="en-US" sz="1200" dirty="0">
                <a:solidFill>
                  <a:srgbClr val="324788"/>
                </a:solidFill>
                <a:latin typeface="Raleway Light" panose="020B0604020202020204" charset="0"/>
                <a:ea typeface="AR PL UMing HK"/>
                <a:cs typeface="Calibri" panose="020F0502020204030204" pitchFamily="34" charset="0"/>
              </a:rPr>
              <a:t>.</a:t>
            </a:r>
            <a:endParaRPr lang="en-ID" sz="1200" i="1" dirty="0">
              <a:solidFill>
                <a:srgbClr val="324788"/>
              </a:solidFill>
              <a:latin typeface="Raleway Light" panose="020B060402020202020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403BB2B-2596-4691-B458-860B12192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14" y="-19050"/>
            <a:ext cx="703510" cy="772754"/>
          </a:xfrm>
          <a:prstGeom prst="rect">
            <a:avLst/>
          </a:prstGeom>
        </p:spPr>
      </p:pic>
      <p:sp>
        <p:nvSpPr>
          <p:cNvPr id="12" name="Google Shape;320;p29">
            <a:extLst>
              <a:ext uri="{FF2B5EF4-FFF2-40B4-BE49-F238E27FC236}">
                <a16:creationId xmlns:a16="http://schemas.microsoft.com/office/drawing/2014/main" id="{3D02FFBA-7776-407D-8428-F1AA0C03D6BC}"/>
              </a:ext>
            </a:extLst>
          </p:cNvPr>
          <p:cNvSpPr txBox="1">
            <a:spLocks/>
          </p:cNvSpPr>
          <p:nvPr/>
        </p:nvSpPr>
        <p:spPr>
          <a:xfrm>
            <a:off x="311700" y="8097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200" b="0" i="0" u="none" strike="noStrike" cap="none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pPr algn="l"/>
            <a:r>
              <a:rPr lang="en-GB" sz="3600" dirty="0">
                <a:solidFill>
                  <a:srgbClr val="96C7FE"/>
                </a:solidFill>
              </a:rPr>
              <a:t>BLACK-BOX TESTING</a:t>
            </a:r>
          </a:p>
        </p:txBody>
      </p:sp>
    </p:spTree>
    <p:extLst>
      <p:ext uri="{BB962C8B-B14F-4D97-AF65-F5344CB8AC3E}">
        <p14:creationId xmlns:p14="http://schemas.microsoft.com/office/powerpoint/2010/main" val="7071416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320;p29">
            <a:extLst>
              <a:ext uri="{FF2B5EF4-FFF2-40B4-BE49-F238E27FC236}">
                <a16:creationId xmlns:a16="http://schemas.microsoft.com/office/drawing/2014/main" id="{CEBDC38C-3B8B-4BAC-ACBE-06D87F06DE21}"/>
              </a:ext>
            </a:extLst>
          </p:cNvPr>
          <p:cNvSpPr txBox="1">
            <a:spLocks/>
          </p:cNvSpPr>
          <p:nvPr/>
        </p:nvSpPr>
        <p:spPr>
          <a:xfrm>
            <a:off x="311700" y="34138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200" b="0" i="0" u="none" strike="noStrike" cap="none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pPr algn="l"/>
            <a:r>
              <a:rPr lang="en-GB" sz="3600" dirty="0">
                <a:solidFill>
                  <a:srgbClr val="96C7FE"/>
                </a:solidFill>
              </a:rPr>
              <a:t>USER ACCEPTANCE TESTING (UAT)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620C099-C48F-4D13-AADF-E0CDCB3D77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4233546"/>
              </p:ext>
            </p:extLst>
          </p:nvPr>
        </p:nvGraphicFramePr>
        <p:xfrm>
          <a:off x="436140" y="1950530"/>
          <a:ext cx="7658991" cy="792320"/>
        </p:xfrm>
        <a:graphic>
          <a:graphicData uri="http://schemas.openxmlformats.org/drawingml/2006/table">
            <a:tbl>
              <a:tblPr firstRow="1" firstCol="1" bandRow="1">
                <a:tableStyleId>{06159BD3-344E-4E92-B66B-2CB23C39393A}</a:tableStyleId>
              </a:tblPr>
              <a:tblGrid>
                <a:gridCol w="1115512">
                  <a:extLst>
                    <a:ext uri="{9D8B030D-6E8A-4147-A177-3AD203B41FA5}">
                      <a16:colId xmlns:a16="http://schemas.microsoft.com/office/drawing/2014/main" val="2039051184"/>
                    </a:ext>
                  </a:extLst>
                </a:gridCol>
                <a:gridCol w="964578">
                  <a:extLst>
                    <a:ext uri="{9D8B030D-6E8A-4147-A177-3AD203B41FA5}">
                      <a16:colId xmlns:a16="http://schemas.microsoft.com/office/drawing/2014/main" val="3766506931"/>
                    </a:ext>
                  </a:extLst>
                </a:gridCol>
                <a:gridCol w="2176941">
                  <a:extLst>
                    <a:ext uri="{9D8B030D-6E8A-4147-A177-3AD203B41FA5}">
                      <a16:colId xmlns:a16="http://schemas.microsoft.com/office/drawing/2014/main" val="1270523902"/>
                    </a:ext>
                  </a:extLst>
                </a:gridCol>
                <a:gridCol w="1230131">
                  <a:extLst>
                    <a:ext uri="{9D8B030D-6E8A-4147-A177-3AD203B41FA5}">
                      <a16:colId xmlns:a16="http://schemas.microsoft.com/office/drawing/2014/main" val="1645687107"/>
                    </a:ext>
                  </a:extLst>
                </a:gridCol>
                <a:gridCol w="1035552">
                  <a:extLst>
                    <a:ext uri="{9D8B030D-6E8A-4147-A177-3AD203B41FA5}">
                      <a16:colId xmlns:a16="http://schemas.microsoft.com/office/drawing/2014/main" val="2889036531"/>
                    </a:ext>
                  </a:extLst>
                </a:gridCol>
                <a:gridCol w="1136277">
                  <a:extLst>
                    <a:ext uri="{9D8B030D-6E8A-4147-A177-3AD203B41FA5}">
                      <a16:colId xmlns:a16="http://schemas.microsoft.com/office/drawing/2014/main" val="1493313475"/>
                    </a:ext>
                  </a:extLst>
                </a:gridCol>
              </a:tblGrid>
              <a:tr h="251489">
                <a:tc gridSpan="6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i="0" dirty="0">
                          <a:solidFill>
                            <a:schemeClr val="bg1"/>
                          </a:solidFill>
                          <a:effectLst/>
                          <a:latin typeface="+mj-lt"/>
                          <a:ea typeface="AR PL UMing HK"/>
                          <a:cs typeface="Calibri" panose="020F0502020204030204" pitchFamily="34" charset="0"/>
                        </a:rPr>
                        <a:t>HASIL PENGUJIAN UAT USER PRODUCT OWNER</a:t>
                      </a:r>
                    </a:p>
                  </a:txBody>
                  <a:tcPr marL="9660" marR="9660" marT="0" marB="0" anchor="ctr">
                    <a:solidFill>
                      <a:schemeClr val="bg1">
                        <a:lumMod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900" b="1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>
                    <a:solidFill>
                      <a:schemeClr val="bg1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900" b="1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>
                    <a:solidFill>
                      <a:schemeClr val="bg1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900" b="1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>
                    <a:solidFill>
                      <a:schemeClr val="bg1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900" b="1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>
                    <a:solidFill>
                      <a:schemeClr val="bg1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900" b="1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>
                    <a:solidFill>
                      <a:schemeClr val="bg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03680"/>
                  </a:ext>
                </a:extLst>
              </a:tr>
              <a:tr h="31180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i="0" dirty="0" err="1">
                          <a:effectLst/>
                          <a:latin typeface="+mj-lt"/>
                          <a:cs typeface="Calibri" panose="020F0502020204030204" pitchFamily="34" charset="0"/>
                        </a:rPr>
                        <a:t>Responden</a:t>
                      </a:r>
                      <a:endParaRPr lang="en-US" sz="900" b="1" i="0" dirty="0">
                        <a:effectLst/>
                        <a:latin typeface="+mj-lt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>
                    <a:solidFill>
                      <a:schemeClr val="bg1">
                        <a:lumMod val="9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i="0" dirty="0">
                          <a:effectLst/>
                          <a:latin typeface="+mj-lt"/>
                          <a:ea typeface="AR PL UMing HK"/>
                          <a:cs typeface="Calibri" panose="020F0502020204030204" pitchFamily="34" charset="0"/>
                        </a:rPr>
                        <a:t>UAT</a:t>
                      </a:r>
                    </a:p>
                  </a:txBody>
                  <a:tcPr marL="9660" marR="9660" marT="0" marB="0" anchor="ctr">
                    <a:solidFill>
                      <a:schemeClr val="bg1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900" b="1" i="0" dirty="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>
                    <a:solidFill>
                      <a:schemeClr val="bg1">
                        <a:lumMod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i="0" dirty="0">
                          <a:effectLst/>
                          <a:latin typeface="+mj-lt"/>
                        </a:rPr>
                        <a:t>Total </a:t>
                      </a:r>
                      <a:r>
                        <a:rPr lang="en-US" sz="900" b="1" i="0" dirty="0" err="1">
                          <a:effectLst/>
                          <a:latin typeface="+mj-lt"/>
                        </a:rPr>
                        <a:t>Berhasil</a:t>
                      </a:r>
                      <a:endParaRPr lang="en-US" sz="900" b="1" i="0" dirty="0">
                        <a:effectLst/>
                        <a:latin typeface="+mj-lt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>
                    <a:solidFill>
                      <a:schemeClr val="bg1">
                        <a:lumMod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i="0" dirty="0">
                          <a:effectLst/>
                          <a:latin typeface="+mj-lt"/>
                        </a:rPr>
                        <a:t>Total </a:t>
                      </a:r>
                      <a:r>
                        <a:rPr lang="en-US" sz="900" b="1" i="0" dirty="0" err="1">
                          <a:effectLst/>
                          <a:latin typeface="+mj-lt"/>
                        </a:rPr>
                        <a:t>Gagal</a:t>
                      </a:r>
                      <a:endParaRPr lang="en-US" sz="900" b="1" i="0" dirty="0">
                        <a:effectLst/>
                        <a:latin typeface="+mj-lt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>
                    <a:solidFill>
                      <a:schemeClr val="bg1">
                        <a:lumMod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1" i="0" dirty="0" err="1">
                          <a:effectLst/>
                          <a:latin typeface="+mj-lt"/>
                        </a:rPr>
                        <a:t>Jumlah</a:t>
                      </a:r>
                      <a:endParaRPr lang="en-US" sz="900" b="1" i="0" dirty="0">
                        <a:effectLst/>
                        <a:latin typeface="+mj-lt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>
                    <a:solidFill>
                      <a:schemeClr val="bg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5534536"/>
                  </a:ext>
                </a:extLst>
              </a:tr>
              <a:tr h="121009"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i="0" dirty="0" err="1">
                          <a:effectLst/>
                          <a:latin typeface="+mj-lt"/>
                          <a:ea typeface="AR PL UMing HK"/>
                          <a:cs typeface="Calibri" panose="020F0502020204030204" pitchFamily="34" charset="0"/>
                        </a:rPr>
                        <a:t>Responden</a:t>
                      </a:r>
                      <a:endParaRPr lang="en-US" sz="900" b="1" i="0" dirty="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i="0" dirty="0" err="1">
                          <a:effectLst/>
                          <a:latin typeface="+mj-lt"/>
                        </a:rPr>
                        <a:t>Butir</a:t>
                      </a:r>
                      <a:r>
                        <a:rPr lang="en-US" sz="900" b="1" i="0" dirty="0">
                          <a:effectLst/>
                          <a:latin typeface="+mj-lt"/>
                        </a:rPr>
                        <a:t> Uji</a:t>
                      </a:r>
                      <a:endParaRPr lang="en-US" sz="900" b="1" i="0" dirty="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 PL UMing HK"/>
                          <a:cs typeface="Calibri" panose="020F0502020204030204" pitchFamily="34" charset="0"/>
                          <a:sym typeface="Arial"/>
                        </a:rPr>
                        <a:t>Total Uji</a:t>
                      </a:r>
                      <a:endParaRPr lang="en-US" sz="900" b="1" i="0" dirty="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>
                    <a:solidFill>
                      <a:schemeClr val="bg1">
                        <a:lumMod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i="0" dirty="0">
                          <a:effectLst/>
                          <a:latin typeface="+mj-lt"/>
                        </a:rPr>
                        <a:t>Total </a:t>
                      </a:r>
                      <a:r>
                        <a:rPr lang="en-US" sz="900" b="1" i="0" dirty="0" err="1">
                          <a:effectLst/>
                          <a:latin typeface="+mj-lt"/>
                        </a:rPr>
                        <a:t>Berhasil</a:t>
                      </a:r>
                      <a:endParaRPr lang="en-US" sz="900" b="1" i="0" dirty="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>
                    <a:solidFill>
                      <a:schemeClr val="bg1">
                        <a:lumMod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i="0" dirty="0">
                          <a:effectLst/>
                          <a:latin typeface="+mj-lt"/>
                        </a:rPr>
                        <a:t>Total </a:t>
                      </a:r>
                      <a:r>
                        <a:rPr lang="en-US" sz="900" b="1" i="0" dirty="0" err="1">
                          <a:effectLst/>
                          <a:latin typeface="+mj-lt"/>
                        </a:rPr>
                        <a:t>Gagal</a:t>
                      </a:r>
                      <a:endParaRPr lang="en-US" sz="900" b="1" i="0" dirty="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>
                    <a:solidFill>
                      <a:schemeClr val="bg1">
                        <a:lumMod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1" i="0" dirty="0" err="1">
                          <a:effectLst/>
                          <a:latin typeface="+mj-lt"/>
                        </a:rPr>
                        <a:t>Jumlah</a:t>
                      </a:r>
                      <a:endParaRPr lang="en-US" sz="900" b="1" i="0" dirty="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>
                    <a:solidFill>
                      <a:schemeClr val="bg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0770828"/>
                  </a:ext>
                </a:extLst>
              </a:tr>
              <a:tr h="1020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i="0" dirty="0">
                          <a:effectLst/>
                          <a:latin typeface="+mj-lt"/>
                        </a:rPr>
                        <a:t>1</a:t>
                      </a:r>
                      <a:endParaRPr lang="en-US" sz="900" i="0" dirty="0">
                        <a:effectLst/>
                        <a:latin typeface="+mj-lt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i="0" dirty="0">
                          <a:effectLst/>
                          <a:latin typeface="+mj-lt"/>
                          <a:cs typeface="Calibri" panose="020F0502020204030204" pitchFamily="34" charset="0"/>
                        </a:rPr>
                        <a:t>13</a:t>
                      </a: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i="0" dirty="0">
                          <a:effectLst/>
                          <a:latin typeface="+mj-lt"/>
                          <a:ea typeface="AR PL UMing HK"/>
                          <a:cs typeface="Calibri" panose="020F0502020204030204" pitchFamily="34" charset="0"/>
                        </a:rPr>
                        <a:t>13</a:t>
                      </a: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i="0" dirty="0">
                          <a:effectLst/>
                          <a:latin typeface="+mj-lt"/>
                          <a:ea typeface="AR PL UMing HK"/>
                          <a:cs typeface="Calibri" panose="020F0502020204030204" pitchFamily="34" charset="0"/>
                        </a:rPr>
                        <a:t>13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i="0" dirty="0">
                          <a:effectLst/>
                          <a:latin typeface="+mj-lt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i="0" dirty="0">
                          <a:effectLst/>
                          <a:latin typeface="+mj-lt"/>
                          <a:ea typeface="AR PL UMing HK"/>
                          <a:cs typeface="Calibri" panose="020F0502020204030204" pitchFamily="34" charset="0"/>
                        </a:rPr>
                        <a:t>100%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5084528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5EB12719-A403-4D79-8B46-4E84C5610E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14" y="-19050"/>
            <a:ext cx="703510" cy="772754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0B94FFC-283A-4B91-A6A2-5EE522BBBB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5460311"/>
              </p:ext>
            </p:extLst>
          </p:nvPr>
        </p:nvGraphicFramePr>
        <p:xfrm>
          <a:off x="436139" y="2981222"/>
          <a:ext cx="7658992" cy="792320"/>
        </p:xfrm>
        <a:graphic>
          <a:graphicData uri="http://schemas.openxmlformats.org/drawingml/2006/table">
            <a:tbl>
              <a:tblPr firstRow="1" firstCol="1" bandRow="1">
                <a:tableStyleId>{06159BD3-344E-4E92-B66B-2CB23C39393A}</a:tableStyleId>
              </a:tblPr>
              <a:tblGrid>
                <a:gridCol w="1115512">
                  <a:extLst>
                    <a:ext uri="{9D8B030D-6E8A-4147-A177-3AD203B41FA5}">
                      <a16:colId xmlns:a16="http://schemas.microsoft.com/office/drawing/2014/main" val="2039051184"/>
                    </a:ext>
                  </a:extLst>
                </a:gridCol>
                <a:gridCol w="964578">
                  <a:extLst>
                    <a:ext uri="{9D8B030D-6E8A-4147-A177-3AD203B41FA5}">
                      <a16:colId xmlns:a16="http://schemas.microsoft.com/office/drawing/2014/main" val="3766506931"/>
                    </a:ext>
                  </a:extLst>
                </a:gridCol>
                <a:gridCol w="2176942">
                  <a:extLst>
                    <a:ext uri="{9D8B030D-6E8A-4147-A177-3AD203B41FA5}">
                      <a16:colId xmlns:a16="http://schemas.microsoft.com/office/drawing/2014/main" val="1270523902"/>
                    </a:ext>
                  </a:extLst>
                </a:gridCol>
                <a:gridCol w="1230131">
                  <a:extLst>
                    <a:ext uri="{9D8B030D-6E8A-4147-A177-3AD203B41FA5}">
                      <a16:colId xmlns:a16="http://schemas.microsoft.com/office/drawing/2014/main" val="1645687107"/>
                    </a:ext>
                  </a:extLst>
                </a:gridCol>
                <a:gridCol w="1028827">
                  <a:extLst>
                    <a:ext uri="{9D8B030D-6E8A-4147-A177-3AD203B41FA5}">
                      <a16:colId xmlns:a16="http://schemas.microsoft.com/office/drawing/2014/main" val="2889036531"/>
                    </a:ext>
                  </a:extLst>
                </a:gridCol>
                <a:gridCol w="1143002">
                  <a:extLst>
                    <a:ext uri="{9D8B030D-6E8A-4147-A177-3AD203B41FA5}">
                      <a16:colId xmlns:a16="http://schemas.microsoft.com/office/drawing/2014/main" val="1493313475"/>
                    </a:ext>
                  </a:extLst>
                </a:gridCol>
              </a:tblGrid>
              <a:tr h="251489">
                <a:tc gridSpan="6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i="0" dirty="0">
                          <a:solidFill>
                            <a:schemeClr val="bg1"/>
                          </a:solidFill>
                          <a:effectLst/>
                          <a:latin typeface="+mj-lt"/>
                          <a:ea typeface="AR PL UMing HK"/>
                          <a:cs typeface="Calibri" panose="020F0502020204030204" pitchFamily="34" charset="0"/>
                        </a:rPr>
                        <a:t>HASIL PENGUJIAN UAT USER DOSEN</a:t>
                      </a:r>
                    </a:p>
                  </a:txBody>
                  <a:tcPr marL="9660" marR="9660" marT="0" marB="0" anchor="ctr">
                    <a:solidFill>
                      <a:schemeClr val="bg1">
                        <a:lumMod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900" b="1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>
                    <a:solidFill>
                      <a:schemeClr val="bg1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900" b="1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>
                    <a:solidFill>
                      <a:schemeClr val="bg1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900" b="1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>
                    <a:solidFill>
                      <a:schemeClr val="bg1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900" b="1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>
                    <a:solidFill>
                      <a:schemeClr val="bg1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900" b="1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>
                    <a:solidFill>
                      <a:schemeClr val="bg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03680"/>
                  </a:ext>
                </a:extLst>
              </a:tr>
              <a:tr h="31180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i="0" dirty="0" err="1">
                          <a:effectLst/>
                          <a:latin typeface="+mj-lt"/>
                          <a:cs typeface="Calibri" panose="020F0502020204030204" pitchFamily="34" charset="0"/>
                        </a:rPr>
                        <a:t>Responden</a:t>
                      </a:r>
                      <a:endParaRPr lang="en-US" sz="900" b="1" i="0" dirty="0">
                        <a:effectLst/>
                        <a:latin typeface="+mj-lt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>
                    <a:solidFill>
                      <a:schemeClr val="bg1">
                        <a:lumMod val="9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i="0" dirty="0">
                          <a:effectLst/>
                          <a:latin typeface="+mj-lt"/>
                          <a:ea typeface="AR PL UMing HK"/>
                          <a:cs typeface="Calibri" panose="020F0502020204030204" pitchFamily="34" charset="0"/>
                        </a:rPr>
                        <a:t>UAT</a:t>
                      </a:r>
                    </a:p>
                  </a:txBody>
                  <a:tcPr marL="9660" marR="9660" marT="0" marB="0" anchor="ctr">
                    <a:solidFill>
                      <a:schemeClr val="bg1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900" b="1" i="0" dirty="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>
                    <a:solidFill>
                      <a:schemeClr val="bg1">
                        <a:lumMod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i="0" dirty="0">
                          <a:effectLst/>
                          <a:latin typeface="+mj-lt"/>
                        </a:rPr>
                        <a:t>Total </a:t>
                      </a:r>
                      <a:r>
                        <a:rPr lang="en-US" sz="900" b="1" i="0" dirty="0" err="1">
                          <a:effectLst/>
                          <a:latin typeface="+mj-lt"/>
                        </a:rPr>
                        <a:t>Berhasil</a:t>
                      </a:r>
                      <a:endParaRPr lang="en-US" sz="900" b="1" i="0" dirty="0">
                        <a:effectLst/>
                        <a:latin typeface="+mj-lt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>
                    <a:solidFill>
                      <a:schemeClr val="bg1">
                        <a:lumMod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i="0" dirty="0">
                          <a:effectLst/>
                          <a:latin typeface="+mj-lt"/>
                        </a:rPr>
                        <a:t>Total </a:t>
                      </a:r>
                      <a:r>
                        <a:rPr lang="en-US" sz="900" b="1" i="0" dirty="0" err="1">
                          <a:effectLst/>
                          <a:latin typeface="+mj-lt"/>
                        </a:rPr>
                        <a:t>Gagal</a:t>
                      </a:r>
                      <a:endParaRPr lang="en-US" sz="900" b="1" i="0" dirty="0">
                        <a:effectLst/>
                        <a:latin typeface="+mj-lt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>
                    <a:solidFill>
                      <a:schemeClr val="bg1">
                        <a:lumMod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1" i="0" dirty="0" err="1">
                          <a:effectLst/>
                          <a:latin typeface="+mj-lt"/>
                        </a:rPr>
                        <a:t>Jumlah</a:t>
                      </a:r>
                      <a:endParaRPr lang="en-US" sz="900" b="1" i="0" dirty="0">
                        <a:effectLst/>
                        <a:latin typeface="+mj-lt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>
                    <a:solidFill>
                      <a:schemeClr val="bg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5534536"/>
                  </a:ext>
                </a:extLst>
              </a:tr>
              <a:tr h="121009"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i="0" dirty="0" err="1">
                          <a:effectLst/>
                          <a:latin typeface="+mj-lt"/>
                          <a:ea typeface="AR PL UMing HK"/>
                          <a:cs typeface="Calibri" panose="020F0502020204030204" pitchFamily="34" charset="0"/>
                        </a:rPr>
                        <a:t>Responden</a:t>
                      </a:r>
                      <a:endParaRPr lang="en-US" sz="900" b="1" i="0" dirty="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i="0" dirty="0" err="1">
                          <a:effectLst/>
                          <a:latin typeface="+mj-lt"/>
                        </a:rPr>
                        <a:t>Butir</a:t>
                      </a:r>
                      <a:r>
                        <a:rPr lang="en-US" sz="900" b="1" i="0" dirty="0">
                          <a:effectLst/>
                          <a:latin typeface="+mj-lt"/>
                        </a:rPr>
                        <a:t> Uji</a:t>
                      </a:r>
                      <a:endParaRPr lang="en-US" sz="900" b="1" i="0" dirty="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 PL UMing HK"/>
                          <a:cs typeface="Calibri" panose="020F0502020204030204" pitchFamily="34" charset="0"/>
                          <a:sym typeface="Arial"/>
                        </a:rPr>
                        <a:t>Total Uji</a:t>
                      </a:r>
                      <a:endParaRPr lang="en-US" sz="900" b="1" i="0" dirty="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>
                    <a:solidFill>
                      <a:schemeClr val="bg1">
                        <a:lumMod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i="0" dirty="0">
                          <a:effectLst/>
                          <a:latin typeface="+mj-lt"/>
                        </a:rPr>
                        <a:t>Total </a:t>
                      </a:r>
                      <a:r>
                        <a:rPr lang="en-US" sz="900" b="1" i="0" dirty="0" err="1">
                          <a:effectLst/>
                          <a:latin typeface="+mj-lt"/>
                        </a:rPr>
                        <a:t>Berhasil</a:t>
                      </a:r>
                      <a:endParaRPr lang="en-US" sz="900" b="1" i="0" dirty="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>
                    <a:solidFill>
                      <a:schemeClr val="bg1">
                        <a:lumMod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i="0" dirty="0">
                          <a:effectLst/>
                          <a:latin typeface="+mj-lt"/>
                        </a:rPr>
                        <a:t>Total </a:t>
                      </a:r>
                      <a:r>
                        <a:rPr lang="en-US" sz="900" b="1" i="0" dirty="0" err="1">
                          <a:effectLst/>
                          <a:latin typeface="+mj-lt"/>
                        </a:rPr>
                        <a:t>Gagal</a:t>
                      </a:r>
                      <a:endParaRPr lang="en-US" sz="900" b="1" i="0" dirty="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>
                    <a:solidFill>
                      <a:schemeClr val="bg1">
                        <a:lumMod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1" i="0" dirty="0" err="1">
                          <a:effectLst/>
                          <a:latin typeface="+mj-lt"/>
                        </a:rPr>
                        <a:t>Jumlah</a:t>
                      </a:r>
                      <a:endParaRPr lang="en-US" sz="900" b="1" i="0" dirty="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>
                    <a:solidFill>
                      <a:schemeClr val="bg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0770828"/>
                  </a:ext>
                </a:extLst>
              </a:tr>
              <a:tr h="1020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i="0" dirty="0">
                          <a:effectLst/>
                          <a:latin typeface="+mj-lt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i="0" dirty="0">
                          <a:effectLst/>
                          <a:latin typeface="+mj-lt"/>
                          <a:cs typeface="Calibri" panose="020F0502020204030204" pitchFamily="34" charset="0"/>
                        </a:rPr>
                        <a:t>25</a:t>
                      </a: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i="0" dirty="0">
                          <a:effectLst/>
                          <a:latin typeface="+mj-lt"/>
                          <a:ea typeface="AR PL UMing HK"/>
                          <a:cs typeface="Calibri" panose="020F0502020204030204" pitchFamily="34" charset="0"/>
                        </a:rPr>
                        <a:t>100</a:t>
                      </a: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i="0" dirty="0">
                          <a:effectLst/>
                          <a:latin typeface="+mj-lt"/>
                          <a:ea typeface="AR PL UMing HK"/>
                          <a:cs typeface="Calibri" panose="020F0502020204030204" pitchFamily="34" charset="0"/>
                        </a:rPr>
                        <a:t>100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i="0" dirty="0">
                          <a:effectLst/>
                          <a:latin typeface="+mj-lt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 PL UMing HK"/>
                          <a:cs typeface="Calibri" panose="020F0502020204030204" pitchFamily="34" charset="0"/>
                          <a:sym typeface="Arial"/>
                        </a:rPr>
                        <a:t>100%</a:t>
                      </a:r>
                      <a:endParaRPr lang="en-US" sz="900" i="0" dirty="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508452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B3A2981-5E44-4197-8935-75088AD8B1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001146"/>
              </p:ext>
            </p:extLst>
          </p:nvPr>
        </p:nvGraphicFramePr>
        <p:xfrm>
          <a:off x="436139" y="4009795"/>
          <a:ext cx="7658992" cy="792320"/>
        </p:xfrm>
        <a:graphic>
          <a:graphicData uri="http://schemas.openxmlformats.org/drawingml/2006/table">
            <a:tbl>
              <a:tblPr firstRow="1" firstCol="1" bandRow="1">
                <a:tableStyleId>{06159BD3-344E-4E92-B66B-2CB23C39393A}</a:tableStyleId>
              </a:tblPr>
              <a:tblGrid>
                <a:gridCol w="1115512">
                  <a:extLst>
                    <a:ext uri="{9D8B030D-6E8A-4147-A177-3AD203B41FA5}">
                      <a16:colId xmlns:a16="http://schemas.microsoft.com/office/drawing/2014/main" val="2039051184"/>
                    </a:ext>
                  </a:extLst>
                </a:gridCol>
                <a:gridCol w="964578">
                  <a:extLst>
                    <a:ext uri="{9D8B030D-6E8A-4147-A177-3AD203B41FA5}">
                      <a16:colId xmlns:a16="http://schemas.microsoft.com/office/drawing/2014/main" val="3766506931"/>
                    </a:ext>
                  </a:extLst>
                </a:gridCol>
                <a:gridCol w="2176942">
                  <a:extLst>
                    <a:ext uri="{9D8B030D-6E8A-4147-A177-3AD203B41FA5}">
                      <a16:colId xmlns:a16="http://schemas.microsoft.com/office/drawing/2014/main" val="1270523902"/>
                    </a:ext>
                  </a:extLst>
                </a:gridCol>
                <a:gridCol w="1230131">
                  <a:extLst>
                    <a:ext uri="{9D8B030D-6E8A-4147-A177-3AD203B41FA5}">
                      <a16:colId xmlns:a16="http://schemas.microsoft.com/office/drawing/2014/main" val="1645687107"/>
                    </a:ext>
                  </a:extLst>
                </a:gridCol>
                <a:gridCol w="1028827">
                  <a:extLst>
                    <a:ext uri="{9D8B030D-6E8A-4147-A177-3AD203B41FA5}">
                      <a16:colId xmlns:a16="http://schemas.microsoft.com/office/drawing/2014/main" val="2889036531"/>
                    </a:ext>
                  </a:extLst>
                </a:gridCol>
                <a:gridCol w="1143002">
                  <a:extLst>
                    <a:ext uri="{9D8B030D-6E8A-4147-A177-3AD203B41FA5}">
                      <a16:colId xmlns:a16="http://schemas.microsoft.com/office/drawing/2014/main" val="1493313475"/>
                    </a:ext>
                  </a:extLst>
                </a:gridCol>
              </a:tblGrid>
              <a:tr h="251489">
                <a:tc gridSpan="6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i="0" dirty="0">
                          <a:solidFill>
                            <a:schemeClr val="bg1"/>
                          </a:solidFill>
                          <a:effectLst/>
                          <a:latin typeface="+mj-lt"/>
                          <a:ea typeface="AR PL UMing HK"/>
                          <a:cs typeface="Calibri" panose="020F0502020204030204" pitchFamily="34" charset="0"/>
                        </a:rPr>
                        <a:t>HASIL PENGUJIAN UAT USER SCRUM MASTER</a:t>
                      </a:r>
                    </a:p>
                  </a:txBody>
                  <a:tcPr marL="9660" marR="9660" marT="0" marB="0" anchor="ctr">
                    <a:solidFill>
                      <a:schemeClr val="bg1">
                        <a:lumMod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900" b="1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>
                    <a:solidFill>
                      <a:schemeClr val="bg1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900" b="1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>
                    <a:solidFill>
                      <a:schemeClr val="bg1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900" b="1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>
                    <a:solidFill>
                      <a:schemeClr val="bg1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900" b="1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>
                    <a:solidFill>
                      <a:schemeClr val="bg1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900" b="1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>
                    <a:solidFill>
                      <a:schemeClr val="bg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03680"/>
                  </a:ext>
                </a:extLst>
              </a:tr>
              <a:tr h="31180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i="0" dirty="0" err="1">
                          <a:effectLst/>
                          <a:latin typeface="+mj-lt"/>
                          <a:cs typeface="Calibri" panose="020F0502020204030204" pitchFamily="34" charset="0"/>
                        </a:rPr>
                        <a:t>Responden</a:t>
                      </a:r>
                      <a:endParaRPr lang="en-US" sz="900" b="1" i="0" dirty="0">
                        <a:effectLst/>
                        <a:latin typeface="+mj-lt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>
                    <a:solidFill>
                      <a:schemeClr val="bg1">
                        <a:lumMod val="9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i="0" dirty="0">
                          <a:effectLst/>
                          <a:latin typeface="+mj-lt"/>
                          <a:ea typeface="AR PL UMing HK"/>
                          <a:cs typeface="Calibri" panose="020F0502020204030204" pitchFamily="34" charset="0"/>
                        </a:rPr>
                        <a:t>UAT</a:t>
                      </a:r>
                    </a:p>
                  </a:txBody>
                  <a:tcPr marL="9660" marR="9660" marT="0" marB="0" anchor="ctr">
                    <a:solidFill>
                      <a:schemeClr val="bg1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900" b="1" i="0" dirty="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>
                    <a:solidFill>
                      <a:schemeClr val="bg1">
                        <a:lumMod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i="0" dirty="0">
                          <a:effectLst/>
                          <a:latin typeface="+mj-lt"/>
                        </a:rPr>
                        <a:t>Total </a:t>
                      </a:r>
                      <a:r>
                        <a:rPr lang="en-US" sz="900" b="1" i="0" dirty="0" err="1">
                          <a:effectLst/>
                          <a:latin typeface="+mj-lt"/>
                        </a:rPr>
                        <a:t>Berhasil</a:t>
                      </a:r>
                      <a:endParaRPr lang="en-US" sz="900" b="1" i="0" dirty="0">
                        <a:effectLst/>
                        <a:latin typeface="+mj-lt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>
                    <a:solidFill>
                      <a:schemeClr val="bg1">
                        <a:lumMod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i="0" dirty="0">
                          <a:effectLst/>
                          <a:latin typeface="+mj-lt"/>
                        </a:rPr>
                        <a:t>Total </a:t>
                      </a:r>
                      <a:r>
                        <a:rPr lang="en-US" sz="900" b="1" i="0" dirty="0" err="1">
                          <a:effectLst/>
                          <a:latin typeface="+mj-lt"/>
                        </a:rPr>
                        <a:t>Gagal</a:t>
                      </a:r>
                      <a:endParaRPr lang="en-US" sz="900" b="1" i="0" dirty="0">
                        <a:effectLst/>
                        <a:latin typeface="+mj-lt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>
                    <a:solidFill>
                      <a:schemeClr val="bg1">
                        <a:lumMod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1" i="0" dirty="0" err="1">
                          <a:effectLst/>
                          <a:latin typeface="+mj-lt"/>
                        </a:rPr>
                        <a:t>Jumlah</a:t>
                      </a:r>
                      <a:endParaRPr lang="en-US" sz="900" b="1" i="0" dirty="0">
                        <a:effectLst/>
                        <a:latin typeface="+mj-lt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>
                    <a:solidFill>
                      <a:schemeClr val="bg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5534536"/>
                  </a:ext>
                </a:extLst>
              </a:tr>
              <a:tr h="121009"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i="0" dirty="0" err="1">
                          <a:effectLst/>
                          <a:latin typeface="+mj-lt"/>
                          <a:ea typeface="AR PL UMing HK"/>
                          <a:cs typeface="Calibri" panose="020F0502020204030204" pitchFamily="34" charset="0"/>
                        </a:rPr>
                        <a:t>Responden</a:t>
                      </a:r>
                      <a:endParaRPr lang="en-US" sz="900" b="1" i="0" dirty="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i="0" dirty="0" err="1">
                          <a:effectLst/>
                          <a:latin typeface="+mj-lt"/>
                        </a:rPr>
                        <a:t>Butir</a:t>
                      </a:r>
                      <a:r>
                        <a:rPr lang="en-US" sz="900" b="1" i="0" dirty="0">
                          <a:effectLst/>
                          <a:latin typeface="+mj-lt"/>
                        </a:rPr>
                        <a:t> Uji</a:t>
                      </a:r>
                      <a:endParaRPr lang="en-US" sz="900" b="1" i="0" dirty="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 PL UMing HK"/>
                          <a:cs typeface="Calibri" panose="020F0502020204030204" pitchFamily="34" charset="0"/>
                          <a:sym typeface="Arial"/>
                        </a:rPr>
                        <a:t>Total Uji</a:t>
                      </a:r>
                      <a:endParaRPr lang="en-US" sz="900" b="1" i="0" dirty="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 anchor="ctr">
                    <a:solidFill>
                      <a:schemeClr val="bg1">
                        <a:lumMod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i="0" dirty="0">
                          <a:effectLst/>
                          <a:latin typeface="+mj-lt"/>
                        </a:rPr>
                        <a:t>Total </a:t>
                      </a:r>
                      <a:r>
                        <a:rPr lang="en-US" sz="900" b="1" i="0" dirty="0" err="1">
                          <a:effectLst/>
                          <a:latin typeface="+mj-lt"/>
                        </a:rPr>
                        <a:t>Berhasil</a:t>
                      </a:r>
                      <a:endParaRPr lang="en-US" sz="900" b="1" i="0" dirty="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>
                    <a:solidFill>
                      <a:schemeClr val="bg1">
                        <a:lumMod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i="0" dirty="0">
                          <a:effectLst/>
                          <a:latin typeface="+mj-lt"/>
                        </a:rPr>
                        <a:t>Total </a:t>
                      </a:r>
                      <a:r>
                        <a:rPr lang="en-US" sz="900" b="1" i="0" dirty="0" err="1">
                          <a:effectLst/>
                          <a:latin typeface="+mj-lt"/>
                        </a:rPr>
                        <a:t>Gagal</a:t>
                      </a:r>
                      <a:endParaRPr lang="en-US" sz="900" b="1" i="0" dirty="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>
                    <a:solidFill>
                      <a:schemeClr val="bg1">
                        <a:lumMod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900" b="1" i="0" dirty="0" err="1">
                          <a:effectLst/>
                          <a:latin typeface="+mj-lt"/>
                        </a:rPr>
                        <a:t>Jumlah</a:t>
                      </a:r>
                      <a:endParaRPr lang="en-US" sz="900" b="1" i="0" dirty="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9660" marR="9660" marT="0" marB="0">
                    <a:solidFill>
                      <a:schemeClr val="bg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0770828"/>
                  </a:ext>
                </a:extLst>
              </a:tr>
              <a:tr h="1020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i="0" dirty="0">
                          <a:effectLst/>
                          <a:latin typeface="+mj-lt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i="0" dirty="0">
                          <a:effectLst/>
                          <a:latin typeface="+mj-lt"/>
                          <a:cs typeface="Calibri" panose="020F0502020204030204" pitchFamily="34" charset="0"/>
                        </a:rPr>
                        <a:t>34</a:t>
                      </a: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i="0" dirty="0">
                          <a:effectLst/>
                          <a:latin typeface="+mj-lt"/>
                          <a:ea typeface="AR PL UMing HK"/>
                          <a:cs typeface="Calibri" panose="020F0502020204030204" pitchFamily="34" charset="0"/>
                        </a:rPr>
                        <a:t>102</a:t>
                      </a: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i="0" dirty="0">
                          <a:effectLst/>
                          <a:latin typeface="+mj-lt"/>
                          <a:ea typeface="AR PL UMing HK"/>
                          <a:cs typeface="Calibri" panose="020F0502020204030204" pitchFamily="34" charset="0"/>
                        </a:rPr>
                        <a:t>95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i="0" dirty="0">
                          <a:effectLst/>
                          <a:latin typeface="+mj-lt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marL="9660" marR="966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i="0" dirty="0">
                          <a:effectLst/>
                          <a:latin typeface="+mj-lt"/>
                          <a:ea typeface="AR PL UMing HK"/>
                          <a:cs typeface="Calibri" panose="020F0502020204030204" pitchFamily="34" charset="0"/>
                        </a:rPr>
                        <a:t>95%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508452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29502F0-B390-470C-B970-E8BBE7A8BA03}"/>
              </a:ext>
            </a:extLst>
          </p:cNvPr>
          <p:cNvSpPr txBox="1"/>
          <p:nvPr/>
        </p:nvSpPr>
        <p:spPr>
          <a:xfrm>
            <a:off x="-514349" y="1099041"/>
            <a:ext cx="5025838" cy="6131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indent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effectLst/>
                <a:latin typeface="Times New Roman" panose="02020603050405020304" pitchFamily="18" charset="0"/>
                <a:ea typeface="AR PL UMing HK"/>
                <a:cs typeface="Calibri" panose="020F0502020204030204" pitchFamily="34" charset="0"/>
              </a:rPr>
              <a:t>Total Uji</a:t>
            </a:r>
            <a:r>
              <a:rPr lang="en-US" sz="1200" dirty="0">
                <a:effectLst/>
                <a:latin typeface="Times New Roman" panose="02020603050405020304" pitchFamily="18" charset="0"/>
                <a:ea typeface="AR PL UMing HK"/>
                <a:cs typeface="Calibri" panose="020F0502020204030204" pitchFamily="34" charset="0"/>
              </a:rPr>
              <a:t>	=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AR PL UMing HK"/>
                <a:cs typeface="Calibri" panose="020F0502020204030204" pitchFamily="34" charset="0"/>
              </a:rPr>
              <a:t>Responden</a:t>
            </a:r>
            <a:r>
              <a:rPr lang="en-US" sz="1200" dirty="0">
                <a:effectLst/>
                <a:latin typeface="Times New Roman" panose="02020603050405020304" pitchFamily="18" charset="0"/>
                <a:ea typeface="AR PL UMing HK"/>
                <a:cs typeface="Calibri" panose="020F0502020204030204" pitchFamily="34" charset="0"/>
              </a:rPr>
              <a:t> x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AR PL UMing HK"/>
                <a:cs typeface="Calibri" panose="020F0502020204030204" pitchFamily="34" charset="0"/>
              </a:rPr>
              <a:t>Butir</a:t>
            </a:r>
            <a:r>
              <a:rPr lang="en-US" sz="1200" dirty="0">
                <a:effectLst/>
                <a:latin typeface="Times New Roman" panose="02020603050405020304" pitchFamily="18" charset="0"/>
                <a:ea typeface="AR PL UMing HK"/>
                <a:cs typeface="Calibri" panose="020F0502020204030204" pitchFamily="34" charset="0"/>
              </a:rPr>
              <a:t> Uji</a:t>
            </a:r>
          </a:p>
          <a:p>
            <a:pPr marL="457200" marR="0" indent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 err="1">
                <a:effectLst/>
                <a:latin typeface="Times New Roman" panose="02020603050405020304" pitchFamily="18" charset="0"/>
                <a:ea typeface="AR PL UMing HK"/>
                <a:cs typeface="Calibri" panose="020F0502020204030204" pitchFamily="34" charset="0"/>
              </a:rPr>
              <a:t>Jumlah</a:t>
            </a:r>
            <a:r>
              <a:rPr lang="en-US" sz="1200" dirty="0">
                <a:effectLst/>
                <a:latin typeface="Times New Roman" panose="02020603050405020304" pitchFamily="18" charset="0"/>
                <a:ea typeface="AR PL UMing HK"/>
                <a:cs typeface="Calibri" panose="020F0502020204030204" pitchFamily="34" charset="0"/>
              </a:rPr>
              <a:t>	= Total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AR PL UMing HK"/>
                <a:cs typeface="Calibri" panose="020F0502020204030204" pitchFamily="34" charset="0"/>
              </a:rPr>
              <a:t>Berhasil</a:t>
            </a:r>
            <a:r>
              <a:rPr lang="en-US" sz="1200" dirty="0">
                <a:effectLst/>
                <a:latin typeface="Times New Roman" panose="02020603050405020304" pitchFamily="18" charset="0"/>
                <a:ea typeface="AR PL UMing HK"/>
                <a:cs typeface="Calibri" panose="020F0502020204030204" pitchFamily="34" charset="0"/>
              </a:rPr>
              <a:t> / Total Uji * 100</a:t>
            </a:r>
          </a:p>
        </p:txBody>
      </p:sp>
    </p:spTree>
    <p:extLst>
      <p:ext uri="{BB962C8B-B14F-4D97-AF65-F5344CB8AC3E}">
        <p14:creationId xmlns:p14="http://schemas.microsoft.com/office/powerpoint/2010/main" val="3389233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320;p29">
            <a:extLst>
              <a:ext uri="{FF2B5EF4-FFF2-40B4-BE49-F238E27FC236}">
                <a16:creationId xmlns:a16="http://schemas.microsoft.com/office/drawing/2014/main" id="{CEBDC38C-3B8B-4BAC-ACBE-06D87F06DE21}"/>
              </a:ext>
            </a:extLst>
          </p:cNvPr>
          <p:cNvSpPr txBox="1">
            <a:spLocks/>
          </p:cNvSpPr>
          <p:nvPr/>
        </p:nvSpPr>
        <p:spPr>
          <a:xfrm>
            <a:off x="311700" y="34138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200" b="0" i="0" u="none" strike="noStrike" cap="none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pPr algn="l"/>
            <a:r>
              <a:rPr lang="en-GB" sz="3600" dirty="0">
                <a:solidFill>
                  <a:srgbClr val="96C7FE"/>
                </a:solidFill>
              </a:rPr>
              <a:t>KUESIONER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428EDF-307E-44F2-B784-3536877109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14" y="-19050"/>
            <a:ext cx="703510" cy="772754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5232B18-203A-4127-9671-8D272CFADC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0807138"/>
              </p:ext>
            </p:extLst>
          </p:nvPr>
        </p:nvGraphicFramePr>
        <p:xfrm>
          <a:off x="745749" y="2985472"/>
          <a:ext cx="3327489" cy="1130048"/>
        </p:xfrm>
        <a:graphic>
          <a:graphicData uri="http://schemas.openxmlformats.org/drawingml/2006/table">
            <a:tbl>
              <a:tblPr firstRow="1" firstCol="1" bandRow="1">
                <a:tableStyleId>{06159BD3-344E-4E92-B66B-2CB23C39393A}</a:tableStyleId>
              </a:tblPr>
              <a:tblGrid>
                <a:gridCol w="2757062">
                  <a:extLst>
                    <a:ext uri="{9D8B030D-6E8A-4147-A177-3AD203B41FA5}">
                      <a16:colId xmlns:a16="http://schemas.microsoft.com/office/drawing/2014/main" val="225403140"/>
                    </a:ext>
                  </a:extLst>
                </a:gridCol>
                <a:gridCol w="570427">
                  <a:extLst>
                    <a:ext uri="{9D8B030D-6E8A-4147-A177-3AD203B41FA5}">
                      <a16:colId xmlns:a16="http://schemas.microsoft.com/office/drawing/2014/main" val="409187323"/>
                    </a:ext>
                  </a:extLst>
                </a:gridCol>
              </a:tblGrid>
              <a:tr h="245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err="1">
                          <a:effectLst/>
                        </a:rPr>
                        <a:t>Jawaban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err="1">
                          <a:effectLst/>
                        </a:rPr>
                        <a:t>Bobot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61578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Sangat setuju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697119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Setuju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871031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Tidak setuju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2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747673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Sangat tidak setuju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7541325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E6EC140-9848-4639-B9AC-580EB0013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3866341"/>
              </p:ext>
            </p:extLst>
          </p:nvPr>
        </p:nvGraphicFramePr>
        <p:xfrm>
          <a:off x="1660525" y="1119251"/>
          <a:ext cx="5822950" cy="1452499"/>
        </p:xfrm>
        <a:graphic>
          <a:graphicData uri="http://schemas.openxmlformats.org/drawingml/2006/table">
            <a:tbl>
              <a:tblPr firstRow="1" firstCol="1" bandRow="1">
                <a:tableStyleId>{06159BD3-344E-4E92-B66B-2CB23C39393A}</a:tableStyleId>
              </a:tblPr>
              <a:tblGrid>
                <a:gridCol w="1494249">
                  <a:extLst>
                    <a:ext uri="{9D8B030D-6E8A-4147-A177-3AD203B41FA5}">
                      <a16:colId xmlns:a16="http://schemas.microsoft.com/office/drawing/2014/main" val="225403140"/>
                    </a:ext>
                  </a:extLst>
                </a:gridCol>
                <a:gridCol w="4328701">
                  <a:extLst>
                    <a:ext uri="{9D8B030D-6E8A-4147-A177-3AD203B41FA5}">
                      <a16:colId xmlns:a16="http://schemas.microsoft.com/office/drawing/2014/main" val="409187323"/>
                    </a:ext>
                  </a:extLst>
                </a:gridCol>
              </a:tblGrid>
              <a:tr h="245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effectLst/>
                        </a:rPr>
                        <a:t>No.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err="1">
                          <a:effectLst/>
                        </a:rPr>
                        <a:t>Pertanyaan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61578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AR PL UMing HK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i="0">
                          <a:effectLst/>
                          <a:latin typeface="+mj-lt"/>
                          <a:ea typeface="AR PL UMing HK"/>
                          <a:cs typeface="Times New Roman" panose="02020603050405020304" pitchFamily="18" charset="0"/>
                        </a:rPr>
                        <a:t>Apakah tampilan aplikasi ini user-friendly?</a:t>
                      </a:r>
                      <a:endParaRPr lang="en-US" sz="1200" i="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697119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AR PL UMing HK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i="0" dirty="0" err="1">
                          <a:effectLst/>
                          <a:latin typeface="+mj-lt"/>
                          <a:ea typeface="AR PL UMing HK"/>
                          <a:cs typeface="Times New Roman" panose="02020603050405020304" pitchFamily="18" charset="0"/>
                        </a:rPr>
                        <a:t>Apakah</a:t>
                      </a:r>
                      <a:r>
                        <a:rPr lang="en-US" sz="1100" i="0" dirty="0">
                          <a:effectLst/>
                          <a:latin typeface="+mj-lt"/>
                          <a:ea typeface="AR PL UMing HK"/>
                          <a:cs typeface="Times New Roman" panose="02020603050405020304" pitchFamily="18" charset="0"/>
                        </a:rPr>
                        <a:t> menu-menu </a:t>
                      </a:r>
                      <a:r>
                        <a:rPr lang="en-US" sz="1100" i="0" dirty="0" err="1">
                          <a:effectLst/>
                          <a:latin typeface="+mj-lt"/>
                          <a:ea typeface="AR PL UMing HK"/>
                          <a:cs typeface="Times New Roman" panose="02020603050405020304" pitchFamily="18" charset="0"/>
                        </a:rPr>
                        <a:t>aplikasi</a:t>
                      </a:r>
                      <a:r>
                        <a:rPr lang="en-US" sz="1100" i="0" dirty="0">
                          <a:effectLst/>
                          <a:latin typeface="+mj-lt"/>
                          <a:ea typeface="AR PL UMing H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i="0" dirty="0" err="1">
                          <a:effectLst/>
                          <a:latin typeface="+mj-lt"/>
                          <a:ea typeface="AR PL UMing HK"/>
                          <a:cs typeface="Times New Roman" panose="02020603050405020304" pitchFamily="18" charset="0"/>
                        </a:rPr>
                        <a:t>ini</a:t>
                      </a:r>
                      <a:r>
                        <a:rPr lang="en-US" sz="1100" i="0" dirty="0">
                          <a:effectLst/>
                          <a:latin typeface="+mj-lt"/>
                          <a:ea typeface="AR PL UMing H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i="0" dirty="0" err="1">
                          <a:effectLst/>
                          <a:latin typeface="+mj-lt"/>
                          <a:ea typeface="AR PL UMing HK"/>
                          <a:cs typeface="Times New Roman" panose="02020603050405020304" pitchFamily="18" charset="0"/>
                        </a:rPr>
                        <a:t>mudah</a:t>
                      </a:r>
                      <a:r>
                        <a:rPr lang="en-US" sz="1100" i="0" dirty="0">
                          <a:effectLst/>
                          <a:latin typeface="+mj-lt"/>
                          <a:ea typeface="AR PL UMing H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i="0" dirty="0" err="1">
                          <a:effectLst/>
                          <a:latin typeface="+mj-lt"/>
                          <a:ea typeface="AR PL UMing HK"/>
                          <a:cs typeface="Times New Roman" panose="02020603050405020304" pitchFamily="18" charset="0"/>
                        </a:rPr>
                        <a:t>dipahami</a:t>
                      </a:r>
                      <a:r>
                        <a:rPr lang="en-US" sz="1100" i="0" dirty="0">
                          <a:effectLst/>
                          <a:latin typeface="+mj-lt"/>
                          <a:ea typeface="AR PL UMing HK"/>
                          <a:cs typeface="Times New Roman" panose="02020603050405020304" pitchFamily="18" charset="0"/>
                        </a:rPr>
                        <a:t>?</a:t>
                      </a:r>
                      <a:endParaRPr lang="en-US" sz="1200" i="0" dirty="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871031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AR PL UMing HK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i="0">
                          <a:effectLst/>
                          <a:latin typeface="+mj-lt"/>
                          <a:ea typeface="AR PL UMing HK"/>
                          <a:cs typeface="Times New Roman" panose="02020603050405020304" pitchFamily="18" charset="0"/>
                        </a:rPr>
                        <a:t>Apakah fitur pada aplikasi berfungsi dengan baik?</a:t>
                      </a:r>
                      <a:endParaRPr lang="en-US" sz="1200" i="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747673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AR PL UMing HK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i="0">
                          <a:effectLst/>
                          <a:latin typeface="+mj-lt"/>
                          <a:ea typeface="AR PL UMing HK"/>
                          <a:cs typeface="Times New Roman" panose="02020603050405020304" pitchFamily="18" charset="0"/>
                        </a:rPr>
                        <a:t>Apakah fitur pada aplikasi membantu dalam program link-match?</a:t>
                      </a:r>
                      <a:endParaRPr lang="en-US" sz="1200" i="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754132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AR PL UMing HK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i="0" dirty="0" err="1">
                          <a:effectLst/>
                          <a:latin typeface="+mj-lt"/>
                          <a:ea typeface="AR PL UMing HK"/>
                          <a:cs typeface="Times New Roman" panose="02020603050405020304" pitchFamily="18" charset="0"/>
                        </a:rPr>
                        <a:t>Apakah</a:t>
                      </a:r>
                      <a:r>
                        <a:rPr lang="en-US" sz="1100" i="0" dirty="0">
                          <a:effectLst/>
                          <a:latin typeface="+mj-lt"/>
                          <a:ea typeface="AR PL UMing H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i="0" dirty="0" err="1">
                          <a:effectLst/>
                          <a:latin typeface="+mj-lt"/>
                          <a:ea typeface="AR PL UMing HK"/>
                          <a:cs typeface="Times New Roman" panose="02020603050405020304" pitchFamily="18" charset="0"/>
                        </a:rPr>
                        <a:t>aplikasi</a:t>
                      </a:r>
                      <a:r>
                        <a:rPr lang="en-US" sz="1100" i="0" dirty="0">
                          <a:effectLst/>
                          <a:latin typeface="+mj-lt"/>
                          <a:ea typeface="AR PL UMing H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i="0" dirty="0" err="1">
                          <a:effectLst/>
                          <a:latin typeface="+mj-lt"/>
                          <a:ea typeface="AR PL UMing HK"/>
                          <a:cs typeface="Times New Roman" panose="02020603050405020304" pitchFamily="18" charset="0"/>
                        </a:rPr>
                        <a:t>ini</a:t>
                      </a:r>
                      <a:r>
                        <a:rPr lang="en-US" sz="1100" i="0" dirty="0">
                          <a:effectLst/>
                          <a:latin typeface="+mj-lt"/>
                          <a:ea typeface="AR PL UMing H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i="0" dirty="0" err="1">
                          <a:effectLst/>
                          <a:latin typeface="+mj-lt"/>
                          <a:ea typeface="AR PL UMing HK"/>
                          <a:cs typeface="Times New Roman" panose="02020603050405020304" pitchFamily="18" charset="0"/>
                        </a:rPr>
                        <a:t>sudah</a:t>
                      </a:r>
                      <a:r>
                        <a:rPr lang="en-US" sz="1100" i="0" dirty="0">
                          <a:effectLst/>
                          <a:latin typeface="+mj-lt"/>
                          <a:ea typeface="AR PL UMing H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i="0" dirty="0" err="1">
                          <a:effectLst/>
                          <a:latin typeface="+mj-lt"/>
                          <a:ea typeface="AR PL UMing HK"/>
                          <a:cs typeface="Times New Roman" panose="02020603050405020304" pitchFamily="18" charset="0"/>
                        </a:rPr>
                        <a:t>cukup</a:t>
                      </a:r>
                      <a:r>
                        <a:rPr lang="en-US" sz="1100" i="0" dirty="0">
                          <a:effectLst/>
                          <a:latin typeface="+mj-lt"/>
                          <a:ea typeface="AR PL UMing HK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i="0" dirty="0" err="1">
                          <a:effectLst/>
                          <a:latin typeface="+mj-lt"/>
                          <a:ea typeface="AR PL UMing HK"/>
                          <a:cs typeface="Times New Roman" panose="02020603050405020304" pitchFamily="18" charset="0"/>
                        </a:rPr>
                        <a:t>baik</a:t>
                      </a:r>
                      <a:r>
                        <a:rPr lang="en-US" sz="1100" i="0" dirty="0">
                          <a:effectLst/>
                          <a:latin typeface="+mj-lt"/>
                          <a:ea typeface="AR PL UMing HK"/>
                          <a:cs typeface="Times New Roman" panose="02020603050405020304" pitchFamily="18" charset="0"/>
                        </a:rPr>
                        <a:t>?</a:t>
                      </a:r>
                      <a:endParaRPr lang="en-US" sz="1200" i="0" dirty="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9003184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141EB74-B41C-478B-8A1D-5246EABB3F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1490265"/>
              </p:ext>
            </p:extLst>
          </p:nvPr>
        </p:nvGraphicFramePr>
        <p:xfrm>
          <a:off x="4753975" y="2985472"/>
          <a:ext cx="3596239" cy="1130048"/>
        </p:xfrm>
        <a:graphic>
          <a:graphicData uri="http://schemas.openxmlformats.org/drawingml/2006/table">
            <a:tbl>
              <a:tblPr firstRow="1" firstCol="1" bandRow="1">
                <a:tableStyleId>{06159BD3-344E-4E92-B66B-2CB23C39393A}</a:tableStyleId>
              </a:tblPr>
              <a:tblGrid>
                <a:gridCol w="2682719">
                  <a:extLst>
                    <a:ext uri="{9D8B030D-6E8A-4147-A177-3AD203B41FA5}">
                      <a16:colId xmlns:a16="http://schemas.microsoft.com/office/drawing/2014/main" val="225403140"/>
                    </a:ext>
                  </a:extLst>
                </a:gridCol>
                <a:gridCol w="913520">
                  <a:extLst>
                    <a:ext uri="{9D8B030D-6E8A-4147-A177-3AD203B41FA5}">
                      <a16:colId xmlns:a16="http://schemas.microsoft.com/office/drawing/2014/main" val="409187323"/>
                    </a:ext>
                  </a:extLst>
                </a:gridCol>
              </a:tblGrid>
              <a:tr h="2453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err="1">
                          <a:effectLst/>
                        </a:rPr>
                        <a:t>Indeks</a:t>
                      </a:r>
                      <a:r>
                        <a:rPr lang="en-US" sz="1100" b="1" dirty="0">
                          <a:effectLst/>
                        </a:rPr>
                        <a:t> </a:t>
                      </a:r>
                      <a:r>
                        <a:rPr lang="en-US" sz="1100" b="1" dirty="0" err="1">
                          <a:effectLst/>
                        </a:rPr>
                        <a:t>Persentase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err="1">
                          <a:effectLst/>
                        </a:rPr>
                        <a:t>Penilaian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61578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0% - 24,99%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>
                          <a:effectLst/>
                          <a:latin typeface="+mj-lt"/>
                          <a:ea typeface="AR PL UMing HK"/>
                          <a:cs typeface="Calibri" panose="020F0502020204030204" pitchFamily="34" charset="0"/>
                        </a:rPr>
                        <a:t>Tidak</a:t>
                      </a:r>
                      <a:r>
                        <a:rPr lang="en-US" sz="1100" dirty="0">
                          <a:effectLst/>
                          <a:latin typeface="+mj-lt"/>
                          <a:ea typeface="AR PL UMing HK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100" dirty="0" err="1">
                          <a:effectLst/>
                          <a:latin typeface="+mj-lt"/>
                          <a:ea typeface="AR PL UMing HK"/>
                          <a:cs typeface="Calibri" panose="020F0502020204030204" pitchFamily="34" charset="0"/>
                        </a:rPr>
                        <a:t>Baik</a:t>
                      </a:r>
                      <a:endParaRPr lang="en-US" sz="1100" dirty="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697119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25% - 49,99%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+mj-lt"/>
                        </a:rPr>
                        <a:t>Kurang </a:t>
                      </a:r>
                      <a:r>
                        <a:rPr lang="en-US" sz="1100" dirty="0" err="1">
                          <a:effectLst/>
                          <a:latin typeface="+mj-lt"/>
                        </a:rPr>
                        <a:t>Baik</a:t>
                      </a:r>
                      <a:endParaRPr lang="en-US" sz="1100" dirty="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871031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50% - 74,99 %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>
                          <a:effectLst/>
                          <a:latin typeface="+mj-lt"/>
                          <a:ea typeface="AR PL UMing HK"/>
                          <a:cs typeface="Calibri" panose="020F0502020204030204" pitchFamily="34" charset="0"/>
                        </a:rPr>
                        <a:t>Baik</a:t>
                      </a:r>
                      <a:endParaRPr lang="en-US" sz="1100" dirty="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747673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75% - 100%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>
                          <a:effectLst/>
                          <a:latin typeface="+mj-lt"/>
                        </a:rPr>
                        <a:t>Sangat</a:t>
                      </a:r>
                      <a:r>
                        <a:rPr lang="en-US" sz="1100" dirty="0">
                          <a:effectLst/>
                          <a:latin typeface="+mj-lt"/>
                        </a:rPr>
                        <a:t> </a:t>
                      </a:r>
                      <a:r>
                        <a:rPr lang="en-US" sz="1100" dirty="0" err="1">
                          <a:effectLst/>
                          <a:latin typeface="+mj-lt"/>
                        </a:rPr>
                        <a:t>Baik</a:t>
                      </a:r>
                      <a:endParaRPr lang="en-US" sz="1100" dirty="0">
                        <a:effectLst/>
                        <a:latin typeface="+mj-lt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754132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54939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1403BB2B-2596-4691-B458-860B12192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14" y="-19050"/>
            <a:ext cx="703510" cy="772754"/>
          </a:xfrm>
          <a:prstGeom prst="rect">
            <a:avLst/>
          </a:prstGeom>
        </p:spPr>
      </p:pic>
      <p:sp>
        <p:nvSpPr>
          <p:cNvPr id="12" name="Google Shape;320;p29">
            <a:extLst>
              <a:ext uri="{FF2B5EF4-FFF2-40B4-BE49-F238E27FC236}">
                <a16:creationId xmlns:a16="http://schemas.microsoft.com/office/drawing/2014/main" id="{3D02FFBA-7776-407D-8428-F1AA0C03D6BC}"/>
              </a:ext>
            </a:extLst>
          </p:cNvPr>
          <p:cNvSpPr txBox="1">
            <a:spLocks/>
          </p:cNvSpPr>
          <p:nvPr/>
        </p:nvSpPr>
        <p:spPr>
          <a:xfrm>
            <a:off x="311700" y="2088681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200" b="0" i="0" u="none" strike="noStrike" cap="none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pPr algn="l"/>
            <a:r>
              <a:rPr lang="en-GB" sz="3600" dirty="0">
                <a:solidFill>
                  <a:srgbClr val="96C7FE"/>
                </a:solidFill>
              </a:rPr>
              <a:t>KUESIONER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B2296F2-94B2-4354-AD5B-70FD67336A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3618963"/>
              </p:ext>
            </p:extLst>
          </p:nvPr>
        </p:nvGraphicFramePr>
        <p:xfrm>
          <a:off x="3068569" y="393492"/>
          <a:ext cx="4982125" cy="4535777"/>
        </p:xfrm>
        <a:graphic>
          <a:graphicData uri="http://schemas.openxmlformats.org/drawingml/2006/table">
            <a:tbl>
              <a:tblPr firstRow="1" firstCol="1" bandRow="1">
                <a:tableStyleId>{06159BD3-344E-4E92-B66B-2CB23C39393A}</a:tableStyleId>
              </a:tblPr>
              <a:tblGrid>
                <a:gridCol w="1465828">
                  <a:extLst>
                    <a:ext uri="{9D8B030D-6E8A-4147-A177-3AD203B41FA5}">
                      <a16:colId xmlns:a16="http://schemas.microsoft.com/office/drawing/2014/main" val="2357889184"/>
                    </a:ext>
                  </a:extLst>
                </a:gridCol>
                <a:gridCol w="1420725">
                  <a:extLst>
                    <a:ext uri="{9D8B030D-6E8A-4147-A177-3AD203B41FA5}">
                      <a16:colId xmlns:a16="http://schemas.microsoft.com/office/drawing/2014/main" val="3523877463"/>
                    </a:ext>
                  </a:extLst>
                </a:gridCol>
                <a:gridCol w="591970">
                  <a:extLst>
                    <a:ext uri="{9D8B030D-6E8A-4147-A177-3AD203B41FA5}">
                      <a16:colId xmlns:a16="http://schemas.microsoft.com/office/drawing/2014/main" val="1103321015"/>
                    </a:ext>
                  </a:extLst>
                </a:gridCol>
                <a:gridCol w="591970">
                  <a:extLst>
                    <a:ext uri="{9D8B030D-6E8A-4147-A177-3AD203B41FA5}">
                      <a16:colId xmlns:a16="http://schemas.microsoft.com/office/drawing/2014/main" val="3226244558"/>
                    </a:ext>
                  </a:extLst>
                </a:gridCol>
                <a:gridCol w="911632">
                  <a:extLst>
                    <a:ext uri="{9D8B030D-6E8A-4147-A177-3AD203B41FA5}">
                      <a16:colId xmlns:a16="http://schemas.microsoft.com/office/drawing/2014/main" val="2238708961"/>
                    </a:ext>
                  </a:extLst>
                </a:gridCol>
              </a:tblGrid>
              <a:tr h="317798"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 b="1" dirty="0">
                          <a:effectLst/>
                        </a:rPr>
                        <a:t>SKALA LIKERT</a:t>
                      </a:r>
                      <a:endParaRPr lang="en-US" sz="1000" b="1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7967" marR="37967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 b="1" dirty="0">
                          <a:effectLst/>
                        </a:rPr>
                        <a:t>JUMLAH</a:t>
                      </a:r>
                      <a:endParaRPr lang="en-US" sz="1000" b="1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7967" marR="379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 b="1" dirty="0">
                          <a:effectLst/>
                        </a:rPr>
                        <a:t>PERSENTASE</a:t>
                      </a:r>
                      <a:endParaRPr lang="en-US" sz="1000" b="1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7967" marR="37967" marT="0" marB="0" anchor="ctr"/>
                </a:tc>
                <a:extLst>
                  <a:ext uri="{0D108BD9-81ED-4DB2-BD59-A6C34878D82A}">
                    <a16:rowId xmlns:a16="http://schemas.microsoft.com/office/drawing/2014/main" val="45602988"/>
                  </a:ext>
                </a:extLst>
              </a:tr>
              <a:tr h="187204">
                <a:tc rowSpan="4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 dirty="0">
                          <a:effectLst/>
                        </a:rPr>
                        <a:t>NO. 1 </a:t>
                      </a:r>
                      <a:endParaRPr lang="en-US" sz="1000" dirty="0">
                        <a:effectLst/>
                      </a:endParaRP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 dirty="0">
                          <a:effectLst/>
                        </a:rPr>
                        <a:t>Apakah tampilan aplikasi ini </a:t>
                      </a:r>
                      <a:r>
                        <a:rPr lang="id-ID" sz="900" dirty="0" err="1">
                          <a:effectLst/>
                        </a:rPr>
                        <a:t>user-friendly</a:t>
                      </a:r>
                      <a:r>
                        <a:rPr lang="id-ID" sz="900" dirty="0">
                          <a:effectLst/>
                        </a:rPr>
                        <a:t>?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7967" marR="379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>
                          <a:effectLst/>
                        </a:rPr>
                        <a:t>Sangat Setuju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7967" marR="379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>
                          <a:effectLst/>
                        </a:rPr>
                        <a:t>4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7967" marR="379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7967" marR="37967" marT="0" marB="0" anchor="ctr"/>
                </a:tc>
                <a:tc rowSpan="4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>
                          <a:effectLst/>
                        </a:rPr>
                        <a:t>71,87%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7967" marR="37967" marT="0" marB="0" anchor="ctr"/>
                </a:tc>
                <a:extLst>
                  <a:ext uri="{0D108BD9-81ED-4DB2-BD59-A6C34878D82A}">
                    <a16:rowId xmlns:a16="http://schemas.microsoft.com/office/drawing/2014/main" val="2143083125"/>
                  </a:ext>
                </a:extLst>
              </a:tr>
              <a:tr h="18720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>
                          <a:effectLst/>
                        </a:rPr>
                        <a:t>Setuju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7967" marR="379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>
                          <a:effectLst/>
                        </a:rPr>
                        <a:t>3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7967" marR="379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>
                          <a:effectLst/>
                        </a:rPr>
                        <a:t>7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7967" marR="37967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7246893"/>
                  </a:ext>
                </a:extLst>
              </a:tr>
              <a:tr h="18720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>
                          <a:effectLst/>
                        </a:rPr>
                        <a:t>Tidak Setuju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7967" marR="379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>
                          <a:effectLst/>
                        </a:rPr>
                        <a:t>2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7967" marR="379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>
                          <a:effectLst/>
                        </a:rPr>
                        <a:t>1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7967" marR="37967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2017215"/>
                  </a:ext>
                </a:extLst>
              </a:tr>
              <a:tr h="2634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 dirty="0">
                          <a:effectLst/>
                        </a:rPr>
                        <a:t>Sangat Tidak Setuju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7967" marR="379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>
                          <a:effectLst/>
                        </a:rPr>
                        <a:t>1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7967" marR="379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7967" marR="37967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530152"/>
                  </a:ext>
                </a:extLst>
              </a:tr>
              <a:tr h="187204">
                <a:tc rowSpan="4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 dirty="0">
                          <a:effectLst/>
                        </a:rPr>
                        <a:t>NO. 2</a:t>
                      </a:r>
                      <a:endParaRPr lang="en-US" sz="1000" dirty="0">
                        <a:effectLst/>
                      </a:endParaRP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 dirty="0">
                          <a:effectLst/>
                        </a:rPr>
                        <a:t>Apakah menu-menu aplikasi ini mudah dipahami?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7967" marR="379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 dirty="0">
                          <a:effectLst/>
                        </a:rPr>
                        <a:t>Sangat Setuju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7967" marR="379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>
                          <a:effectLst/>
                        </a:rPr>
                        <a:t>4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7967" marR="379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>
                          <a:effectLst/>
                        </a:rPr>
                        <a:t>2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7967" marR="37967" marT="0" marB="0" anchor="ctr"/>
                </a:tc>
                <a:tc rowSpan="4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>
                          <a:effectLst/>
                        </a:rPr>
                        <a:t>81,25%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7967" marR="37967" marT="0" marB="0" anchor="ctr"/>
                </a:tc>
                <a:extLst>
                  <a:ext uri="{0D108BD9-81ED-4DB2-BD59-A6C34878D82A}">
                    <a16:rowId xmlns:a16="http://schemas.microsoft.com/office/drawing/2014/main" val="343798877"/>
                  </a:ext>
                </a:extLst>
              </a:tr>
              <a:tr h="18720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 dirty="0">
                          <a:effectLst/>
                        </a:rPr>
                        <a:t>Setuju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7967" marR="379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>
                          <a:effectLst/>
                        </a:rPr>
                        <a:t>3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7967" marR="379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>
                          <a:effectLst/>
                        </a:rPr>
                        <a:t>6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7967" marR="37967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2193041"/>
                  </a:ext>
                </a:extLst>
              </a:tr>
              <a:tr h="18720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>
                          <a:effectLst/>
                        </a:rPr>
                        <a:t>Tidak Setuju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7967" marR="379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>
                          <a:effectLst/>
                        </a:rPr>
                        <a:t>2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7967" marR="379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7967" marR="37967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9085325"/>
                  </a:ext>
                </a:extLst>
              </a:tr>
              <a:tr h="2634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 dirty="0">
                          <a:effectLst/>
                        </a:rPr>
                        <a:t>Sangat Tidak Setuju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7967" marR="379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>
                          <a:effectLst/>
                        </a:rPr>
                        <a:t>1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7967" marR="379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7967" marR="37967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0523678"/>
                  </a:ext>
                </a:extLst>
              </a:tr>
              <a:tr h="187204">
                <a:tc rowSpan="4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 dirty="0">
                          <a:effectLst/>
                        </a:rPr>
                        <a:t>NO. 3</a:t>
                      </a:r>
                      <a:endParaRPr lang="en-US" sz="1000" dirty="0">
                        <a:effectLst/>
                      </a:endParaRP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 dirty="0">
                          <a:effectLst/>
                        </a:rPr>
                        <a:t>Apakah fitur pada aplikasi berfungsi dengan baik?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7967" marR="379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 dirty="0">
                          <a:effectLst/>
                        </a:rPr>
                        <a:t>Sangat Setuju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7967" marR="379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>
                          <a:effectLst/>
                        </a:rPr>
                        <a:t>4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7967" marR="379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>
                          <a:effectLst/>
                        </a:rPr>
                        <a:t>3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7967" marR="37967" marT="0" marB="0" anchor="ctr"/>
                </a:tc>
                <a:tc rowSpan="4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>
                          <a:effectLst/>
                        </a:rPr>
                        <a:t>81,25%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7967" marR="37967" marT="0" marB="0" anchor="ctr"/>
                </a:tc>
                <a:extLst>
                  <a:ext uri="{0D108BD9-81ED-4DB2-BD59-A6C34878D82A}">
                    <a16:rowId xmlns:a16="http://schemas.microsoft.com/office/drawing/2014/main" val="2488739906"/>
                  </a:ext>
                </a:extLst>
              </a:tr>
              <a:tr h="18720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 dirty="0">
                          <a:effectLst/>
                        </a:rPr>
                        <a:t>Setuju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7967" marR="379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>
                          <a:effectLst/>
                        </a:rPr>
                        <a:t>3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7967" marR="379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>
                          <a:effectLst/>
                        </a:rPr>
                        <a:t>4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7967" marR="37967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541227"/>
                  </a:ext>
                </a:extLst>
              </a:tr>
              <a:tr h="18720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 dirty="0">
                          <a:effectLst/>
                        </a:rPr>
                        <a:t>Tidak Setuju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7967" marR="379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>
                          <a:effectLst/>
                        </a:rPr>
                        <a:t>2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7967" marR="379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>
                          <a:effectLst/>
                        </a:rPr>
                        <a:t>1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7967" marR="37967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0300203"/>
                  </a:ext>
                </a:extLst>
              </a:tr>
              <a:tr h="26341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 dirty="0">
                          <a:effectLst/>
                        </a:rPr>
                        <a:t>Sangat Tidak Setuju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7967" marR="379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 dirty="0">
                          <a:effectLst/>
                        </a:rPr>
                        <a:t>1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7967" marR="379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7967" marR="37967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538976"/>
                  </a:ext>
                </a:extLst>
              </a:tr>
              <a:tr h="187204">
                <a:tc rowSpan="4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 dirty="0">
                          <a:effectLst/>
                        </a:rPr>
                        <a:t>NO. 4 </a:t>
                      </a:r>
                      <a:endParaRPr lang="en-US" sz="1000" dirty="0">
                        <a:effectLst/>
                      </a:endParaRP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 dirty="0">
                          <a:effectLst/>
                        </a:rPr>
                        <a:t>Apakah fitur pada aplikasi membantu dalam program </a:t>
                      </a:r>
                      <a:r>
                        <a:rPr lang="id-ID" sz="900" dirty="0" err="1">
                          <a:effectLst/>
                        </a:rPr>
                        <a:t>link-match</a:t>
                      </a:r>
                      <a:r>
                        <a:rPr lang="id-ID" sz="900" dirty="0">
                          <a:effectLst/>
                        </a:rPr>
                        <a:t>?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7967" marR="379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>
                          <a:effectLst/>
                        </a:rPr>
                        <a:t>Sangat Setuju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7967" marR="379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 dirty="0">
                          <a:effectLst/>
                        </a:rPr>
                        <a:t>4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7967" marR="379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>
                          <a:effectLst/>
                        </a:rPr>
                        <a:t>1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7967" marR="37967" marT="0" marB="0" anchor="ctr"/>
                </a:tc>
                <a:tc rowSpan="4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>
                          <a:effectLst/>
                        </a:rPr>
                        <a:t>78,12%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7967" marR="37967" marT="0" marB="0" anchor="ctr"/>
                </a:tc>
                <a:extLst>
                  <a:ext uri="{0D108BD9-81ED-4DB2-BD59-A6C34878D82A}">
                    <a16:rowId xmlns:a16="http://schemas.microsoft.com/office/drawing/2014/main" val="442978585"/>
                  </a:ext>
                </a:extLst>
              </a:tr>
              <a:tr h="18720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>
                          <a:effectLst/>
                        </a:rPr>
                        <a:t>Setuju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7967" marR="379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 dirty="0">
                          <a:effectLst/>
                        </a:rPr>
                        <a:t>3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7967" marR="379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>
                          <a:effectLst/>
                        </a:rPr>
                        <a:t>7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7967" marR="37967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2276780"/>
                  </a:ext>
                </a:extLst>
              </a:tr>
              <a:tr h="18720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>
                          <a:effectLst/>
                        </a:rPr>
                        <a:t>Tidak Setuju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7967" marR="379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 dirty="0">
                          <a:effectLst/>
                        </a:rPr>
                        <a:t>2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7967" marR="379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 dirty="0">
                          <a:effectLst/>
                        </a:rPr>
                        <a:t>0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7967" marR="37967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1295432"/>
                  </a:ext>
                </a:extLst>
              </a:tr>
              <a:tr h="43248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>
                          <a:effectLst/>
                        </a:rPr>
                        <a:t>Sangat Tidak Setuju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7967" marR="379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>
                          <a:effectLst/>
                        </a:rPr>
                        <a:t>1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7967" marR="379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 dirty="0">
                          <a:effectLst/>
                        </a:rPr>
                        <a:t>0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7967" marR="37967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4031431"/>
                  </a:ext>
                </a:extLst>
              </a:tr>
              <a:tr h="187204">
                <a:tc rowSpan="4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 dirty="0">
                          <a:effectLst/>
                        </a:rPr>
                        <a:t>NO. 5 </a:t>
                      </a:r>
                      <a:endParaRPr lang="en-US" sz="1000" dirty="0">
                        <a:effectLst/>
                      </a:endParaRPr>
                    </a:p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 dirty="0">
                          <a:effectLst/>
                        </a:rPr>
                        <a:t>Apakah aplikasi ini sudah cukup baik?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7967" marR="379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>
                          <a:effectLst/>
                        </a:rPr>
                        <a:t>Sangat Setuju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7967" marR="379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>
                          <a:effectLst/>
                        </a:rPr>
                        <a:t>4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7967" marR="379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 dirty="0">
                          <a:effectLst/>
                        </a:rPr>
                        <a:t>1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7967" marR="37967" marT="0" marB="0" anchor="ctr"/>
                </a:tc>
                <a:tc rowSpan="4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 dirty="0">
                          <a:effectLst/>
                        </a:rPr>
                        <a:t>75%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7967" marR="37967" marT="0" marB="0" anchor="ctr"/>
                </a:tc>
                <a:extLst>
                  <a:ext uri="{0D108BD9-81ED-4DB2-BD59-A6C34878D82A}">
                    <a16:rowId xmlns:a16="http://schemas.microsoft.com/office/drawing/2014/main" val="1132356145"/>
                  </a:ext>
                </a:extLst>
              </a:tr>
              <a:tr h="18720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>
                          <a:effectLst/>
                        </a:rPr>
                        <a:t>Setuju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7967" marR="379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>
                          <a:effectLst/>
                        </a:rPr>
                        <a:t>3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7967" marR="379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 dirty="0">
                          <a:effectLst/>
                        </a:rPr>
                        <a:t>6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7967" marR="37967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8140308"/>
                  </a:ext>
                </a:extLst>
              </a:tr>
              <a:tr h="18720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>
                          <a:effectLst/>
                        </a:rPr>
                        <a:t>Tidak Setuju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7967" marR="379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>
                          <a:effectLst/>
                        </a:rPr>
                        <a:t>2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7967" marR="379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 dirty="0">
                          <a:effectLst/>
                        </a:rPr>
                        <a:t>1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7967" marR="37967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2700348"/>
                  </a:ext>
                </a:extLst>
              </a:tr>
              <a:tr h="18720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>
                          <a:effectLst/>
                        </a:rPr>
                        <a:t>Sangat Tidak Setuju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7967" marR="379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>
                          <a:effectLst/>
                        </a:rPr>
                        <a:t>1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7967" marR="3796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d-ID" sz="900" dirty="0">
                          <a:effectLst/>
                        </a:rPr>
                        <a:t>0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AR PL UMing HK"/>
                        <a:cs typeface="Calibri" panose="020F0502020204030204" pitchFamily="34" charset="0"/>
                      </a:endParaRPr>
                    </a:p>
                  </a:txBody>
                  <a:tcPr marL="37967" marR="37967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09006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40737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36"/>
          <p:cNvSpPr/>
          <p:nvPr/>
        </p:nvSpPr>
        <p:spPr>
          <a:xfrm>
            <a:off x="865550" y="-1134700"/>
            <a:ext cx="7413000" cy="7413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4" name="Google Shape;734;p36"/>
          <p:cNvSpPr txBox="1">
            <a:spLocks noGrp="1"/>
          </p:cNvSpPr>
          <p:nvPr>
            <p:ph type="ctrTitle"/>
          </p:nvPr>
        </p:nvSpPr>
        <p:spPr>
          <a:xfrm flipH="1">
            <a:off x="1631950" y="2035939"/>
            <a:ext cx="5018232" cy="97390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IMPLEMENTASI</a:t>
            </a:r>
            <a:br>
              <a:rPr lang="en-GB" dirty="0"/>
            </a:br>
            <a:r>
              <a:rPr lang="en-GB" dirty="0"/>
              <a:t>(DEMO APLIKASI)</a:t>
            </a:r>
            <a:endParaRPr dirty="0"/>
          </a:p>
        </p:txBody>
      </p:sp>
      <p:sp>
        <p:nvSpPr>
          <p:cNvPr id="736" name="Google Shape;736;p36"/>
          <p:cNvSpPr txBox="1">
            <a:spLocks noGrp="1"/>
          </p:cNvSpPr>
          <p:nvPr>
            <p:ph type="title" idx="2"/>
          </p:nvPr>
        </p:nvSpPr>
        <p:spPr>
          <a:xfrm flipH="1">
            <a:off x="1631950" y="793375"/>
            <a:ext cx="22407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lt1"/>
                </a:solidFill>
              </a:rPr>
              <a:t>08</a:t>
            </a:r>
            <a:endParaRPr dirty="0">
              <a:solidFill>
                <a:schemeClr val="lt1"/>
              </a:solidFill>
            </a:endParaRPr>
          </a:p>
        </p:txBody>
      </p:sp>
      <p:grpSp>
        <p:nvGrpSpPr>
          <p:cNvPr id="18" name="Google Shape;3736;p55">
            <a:extLst>
              <a:ext uri="{FF2B5EF4-FFF2-40B4-BE49-F238E27FC236}">
                <a16:creationId xmlns:a16="http://schemas.microsoft.com/office/drawing/2014/main" id="{33EF976E-3162-489C-B623-79B5751152B3}"/>
              </a:ext>
            </a:extLst>
          </p:cNvPr>
          <p:cNvGrpSpPr/>
          <p:nvPr/>
        </p:nvGrpSpPr>
        <p:grpSpPr>
          <a:xfrm>
            <a:off x="4572000" y="2489239"/>
            <a:ext cx="4146978" cy="2111666"/>
            <a:chOff x="5326575" y="2413400"/>
            <a:chExt cx="875875" cy="539475"/>
          </a:xfrm>
        </p:grpSpPr>
        <p:sp>
          <p:nvSpPr>
            <p:cNvPr id="19" name="Google Shape;3737;p55">
              <a:extLst>
                <a:ext uri="{FF2B5EF4-FFF2-40B4-BE49-F238E27FC236}">
                  <a16:creationId xmlns:a16="http://schemas.microsoft.com/office/drawing/2014/main" id="{FCA0D435-85FA-4154-9A93-D78CB235D9D4}"/>
                </a:ext>
              </a:extLst>
            </p:cNvPr>
            <p:cNvSpPr/>
            <p:nvPr/>
          </p:nvSpPr>
          <p:spPr>
            <a:xfrm>
              <a:off x="5326575" y="2413400"/>
              <a:ext cx="875875" cy="503125"/>
            </a:xfrm>
            <a:custGeom>
              <a:avLst/>
              <a:gdLst/>
              <a:ahLst/>
              <a:cxnLst/>
              <a:rect l="l" t="t" r="r" b="b"/>
              <a:pathLst>
                <a:path w="35035" h="20125" extrusionOk="0">
                  <a:moveTo>
                    <a:pt x="24270" y="0"/>
                  </a:moveTo>
                  <a:cubicBezTo>
                    <a:pt x="24037" y="0"/>
                    <a:pt x="23805" y="51"/>
                    <a:pt x="23627" y="154"/>
                  </a:cubicBezTo>
                  <a:lnTo>
                    <a:pt x="355" y="13590"/>
                  </a:lnTo>
                  <a:cubicBezTo>
                    <a:pt x="0" y="13795"/>
                    <a:pt x="0" y="14127"/>
                    <a:pt x="355" y="14332"/>
                  </a:cubicBezTo>
                  <a:lnTo>
                    <a:pt x="10123" y="19972"/>
                  </a:lnTo>
                  <a:cubicBezTo>
                    <a:pt x="10300" y="20073"/>
                    <a:pt x="10533" y="20124"/>
                    <a:pt x="10765" y="20124"/>
                  </a:cubicBezTo>
                  <a:cubicBezTo>
                    <a:pt x="10998" y="20124"/>
                    <a:pt x="11230" y="20073"/>
                    <a:pt x="11408" y="19972"/>
                  </a:cubicBezTo>
                  <a:lnTo>
                    <a:pt x="34680" y="6535"/>
                  </a:lnTo>
                  <a:cubicBezTo>
                    <a:pt x="35035" y="6329"/>
                    <a:pt x="35035" y="5998"/>
                    <a:pt x="34680" y="5793"/>
                  </a:cubicBezTo>
                  <a:lnTo>
                    <a:pt x="24913" y="154"/>
                  </a:lnTo>
                  <a:cubicBezTo>
                    <a:pt x="24735" y="51"/>
                    <a:pt x="24503" y="0"/>
                    <a:pt x="24270" y="0"/>
                  </a:cubicBezTo>
                  <a:close/>
                </a:path>
              </a:pathLst>
            </a:custGeom>
            <a:solidFill>
              <a:srgbClr val="AACA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738;p55">
              <a:extLst>
                <a:ext uri="{FF2B5EF4-FFF2-40B4-BE49-F238E27FC236}">
                  <a16:creationId xmlns:a16="http://schemas.microsoft.com/office/drawing/2014/main" id="{1DF31162-7F55-42D7-ABB9-8BF3180358DB}"/>
                </a:ext>
              </a:extLst>
            </p:cNvPr>
            <p:cNvSpPr/>
            <p:nvPr/>
          </p:nvSpPr>
          <p:spPr>
            <a:xfrm>
              <a:off x="6015225" y="2493575"/>
              <a:ext cx="60800" cy="33625"/>
            </a:xfrm>
            <a:custGeom>
              <a:avLst/>
              <a:gdLst/>
              <a:ahLst/>
              <a:cxnLst/>
              <a:rect l="l" t="t" r="r" b="b"/>
              <a:pathLst>
                <a:path w="2432" h="1345" extrusionOk="0">
                  <a:moveTo>
                    <a:pt x="250" y="0"/>
                  </a:moveTo>
                  <a:cubicBezTo>
                    <a:pt x="191" y="0"/>
                    <a:pt x="136" y="11"/>
                    <a:pt x="96" y="35"/>
                  </a:cubicBezTo>
                  <a:cubicBezTo>
                    <a:pt x="0" y="90"/>
                    <a:pt x="20" y="189"/>
                    <a:pt x="138" y="258"/>
                  </a:cubicBezTo>
                  <a:lnTo>
                    <a:pt x="1950" y="1286"/>
                  </a:lnTo>
                  <a:cubicBezTo>
                    <a:pt x="2018" y="1325"/>
                    <a:pt x="2103" y="1345"/>
                    <a:pt x="2182" y="1345"/>
                  </a:cubicBezTo>
                  <a:cubicBezTo>
                    <a:pt x="2241" y="1345"/>
                    <a:pt x="2297" y="1333"/>
                    <a:pt x="2337" y="1310"/>
                  </a:cubicBezTo>
                  <a:cubicBezTo>
                    <a:pt x="2432" y="1255"/>
                    <a:pt x="2412" y="1154"/>
                    <a:pt x="2295" y="1087"/>
                  </a:cubicBezTo>
                  <a:lnTo>
                    <a:pt x="482" y="59"/>
                  </a:lnTo>
                  <a:cubicBezTo>
                    <a:pt x="414" y="20"/>
                    <a:pt x="329" y="0"/>
                    <a:pt x="250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739;p55">
              <a:extLst>
                <a:ext uri="{FF2B5EF4-FFF2-40B4-BE49-F238E27FC236}">
                  <a16:creationId xmlns:a16="http://schemas.microsoft.com/office/drawing/2014/main" id="{FBC77528-C5E2-4A17-BED8-41846D80FB51}"/>
                </a:ext>
              </a:extLst>
            </p:cNvPr>
            <p:cNvSpPr/>
            <p:nvPr/>
          </p:nvSpPr>
          <p:spPr>
            <a:xfrm>
              <a:off x="6042500" y="2488400"/>
              <a:ext cx="17450" cy="9175"/>
            </a:xfrm>
            <a:custGeom>
              <a:avLst/>
              <a:gdLst/>
              <a:ahLst/>
              <a:cxnLst/>
              <a:rect l="l" t="t" r="r" b="b"/>
              <a:pathLst>
                <a:path w="698" h="367" extrusionOk="0">
                  <a:moveTo>
                    <a:pt x="349" y="0"/>
                  </a:moveTo>
                  <a:cubicBezTo>
                    <a:pt x="268" y="0"/>
                    <a:pt x="186" y="18"/>
                    <a:pt x="124" y="54"/>
                  </a:cubicBezTo>
                  <a:cubicBezTo>
                    <a:pt x="0" y="125"/>
                    <a:pt x="0" y="241"/>
                    <a:pt x="124" y="313"/>
                  </a:cubicBezTo>
                  <a:cubicBezTo>
                    <a:pt x="186" y="349"/>
                    <a:pt x="268" y="366"/>
                    <a:pt x="349" y="366"/>
                  </a:cubicBezTo>
                  <a:cubicBezTo>
                    <a:pt x="430" y="366"/>
                    <a:pt x="511" y="349"/>
                    <a:pt x="573" y="313"/>
                  </a:cubicBezTo>
                  <a:cubicBezTo>
                    <a:pt x="697" y="241"/>
                    <a:pt x="697" y="125"/>
                    <a:pt x="573" y="54"/>
                  </a:cubicBezTo>
                  <a:cubicBezTo>
                    <a:pt x="511" y="18"/>
                    <a:pt x="430" y="0"/>
                    <a:pt x="349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740;p55">
              <a:extLst>
                <a:ext uri="{FF2B5EF4-FFF2-40B4-BE49-F238E27FC236}">
                  <a16:creationId xmlns:a16="http://schemas.microsoft.com/office/drawing/2014/main" id="{DD276475-BB63-402C-89DC-7170FAE3370E}"/>
                </a:ext>
              </a:extLst>
            </p:cNvPr>
            <p:cNvSpPr/>
            <p:nvPr/>
          </p:nvSpPr>
          <p:spPr>
            <a:xfrm>
              <a:off x="5998125" y="2483225"/>
              <a:ext cx="13550" cy="7150"/>
            </a:xfrm>
            <a:custGeom>
              <a:avLst/>
              <a:gdLst/>
              <a:ahLst/>
              <a:cxnLst/>
              <a:rect l="l" t="t" r="r" b="b"/>
              <a:pathLst>
                <a:path w="542" h="286" extrusionOk="0">
                  <a:moveTo>
                    <a:pt x="271" y="0"/>
                  </a:moveTo>
                  <a:cubicBezTo>
                    <a:pt x="208" y="0"/>
                    <a:pt x="145" y="14"/>
                    <a:pt x="97" y="42"/>
                  </a:cubicBezTo>
                  <a:cubicBezTo>
                    <a:pt x="0" y="98"/>
                    <a:pt x="0" y="188"/>
                    <a:pt x="97" y="244"/>
                  </a:cubicBezTo>
                  <a:cubicBezTo>
                    <a:pt x="145" y="271"/>
                    <a:pt x="208" y="285"/>
                    <a:pt x="271" y="285"/>
                  </a:cubicBezTo>
                  <a:cubicBezTo>
                    <a:pt x="335" y="285"/>
                    <a:pt x="398" y="271"/>
                    <a:pt x="445" y="244"/>
                  </a:cubicBezTo>
                  <a:cubicBezTo>
                    <a:pt x="542" y="188"/>
                    <a:pt x="542" y="98"/>
                    <a:pt x="445" y="42"/>
                  </a:cubicBezTo>
                  <a:cubicBezTo>
                    <a:pt x="397" y="14"/>
                    <a:pt x="334" y="0"/>
                    <a:pt x="271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741;p55">
              <a:extLst>
                <a:ext uri="{FF2B5EF4-FFF2-40B4-BE49-F238E27FC236}">
                  <a16:creationId xmlns:a16="http://schemas.microsoft.com/office/drawing/2014/main" id="{A23E90CB-8011-46C0-B076-617CD3C107BF}"/>
                </a:ext>
              </a:extLst>
            </p:cNvPr>
            <p:cNvSpPr/>
            <p:nvPr/>
          </p:nvSpPr>
          <p:spPr>
            <a:xfrm>
              <a:off x="5386950" y="2454225"/>
              <a:ext cx="744000" cy="427850"/>
            </a:xfrm>
            <a:custGeom>
              <a:avLst/>
              <a:gdLst/>
              <a:ahLst/>
              <a:cxnLst/>
              <a:rect l="l" t="t" r="r" b="b"/>
              <a:pathLst>
                <a:path w="29760" h="17114" extrusionOk="0">
                  <a:moveTo>
                    <a:pt x="19903" y="1"/>
                  </a:moveTo>
                  <a:cubicBezTo>
                    <a:pt x="19748" y="1"/>
                    <a:pt x="19593" y="35"/>
                    <a:pt x="19475" y="103"/>
                  </a:cubicBezTo>
                  <a:lnTo>
                    <a:pt x="237" y="11211"/>
                  </a:lnTo>
                  <a:cubicBezTo>
                    <a:pt x="1" y="11347"/>
                    <a:pt x="1" y="11568"/>
                    <a:pt x="237" y="11706"/>
                  </a:cubicBezTo>
                  <a:lnTo>
                    <a:pt x="9428" y="17010"/>
                  </a:lnTo>
                  <a:cubicBezTo>
                    <a:pt x="9547" y="17079"/>
                    <a:pt x="9702" y="17113"/>
                    <a:pt x="9857" y="17113"/>
                  </a:cubicBezTo>
                  <a:cubicBezTo>
                    <a:pt x="10012" y="17113"/>
                    <a:pt x="10167" y="17079"/>
                    <a:pt x="10285" y="17010"/>
                  </a:cubicBezTo>
                  <a:lnTo>
                    <a:pt x="29523" y="5904"/>
                  </a:lnTo>
                  <a:cubicBezTo>
                    <a:pt x="29760" y="5768"/>
                    <a:pt x="29760" y="5546"/>
                    <a:pt x="29523" y="5410"/>
                  </a:cubicBezTo>
                  <a:lnTo>
                    <a:pt x="20333" y="103"/>
                  </a:lnTo>
                  <a:cubicBezTo>
                    <a:pt x="20214" y="35"/>
                    <a:pt x="20058" y="1"/>
                    <a:pt x="19903" y="1"/>
                  </a:cubicBezTo>
                  <a:close/>
                </a:path>
              </a:pathLst>
            </a:custGeom>
            <a:solidFill>
              <a:srgbClr val="031F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742;p55">
              <a:extLst>
                <a:ext uri="{FF2B5EF4-FFF2-40B4-BE49-F238E27FC236}">
                  <a16:creationId xmlns:a16="http://schemas.microsoft.com/office/drawing/2014/main" id="{FF40C00C-A72A-476F-A17A-0AB37125D8A1}"/>
                </a:ext>
              </a:extLst>
            </p:cNvPr>
            <p:cNvSpPr/>
            <p:nvPr/>
          </p:nvSpPr>
          <p:spPr>
            <a:xfrm>
              <a:off x="5387025" y="2454225"/>
              <a:ext cx="743725" cy="291425"/>
            </a:xfrm>
            <a:custGeom>
              <a:avLst/>
              <a:gdLst/>
              <a:ahLst/>
              <a:cxnLst/>
              <a:rect l="l" t="t" r="r" b="b"/>
              <a:pathLst>
                <a:path w="29749" h="11657" extrusionOk="0">
                  <a:moveTo>
                    <a:pt x="19901" y="0"/>
                  </a:moveTo>
                  <a:cubicBezTo>
                    <a:pt x="19746" y="0"/>
                    <a:pt x="19591" y="35"/>
                    <a:pt x="19473" y="103"/>
                  </a:cubicBezTo>
                  <a:lnTo>
                    <a:pt x="234" y="11210"/>
                  </a:lnTo>
                  <a:cubicBezTo>
                    <a:pt x="23" y="11332"/>
                    <a:pt x="0" y="11521"/>
                    <a:pt x="168" y="11656"/>
                  </a:cubicBezTo>
                  <a:cubicBezTo>
                    <a:pt x="197" y="11625"/>
                    <a:pt x="231" y="11600"/>
                    <a:pt x="268" y="11579"/>
                  </a:cubicBezTo>
                  <a:lnTo>
                    <a:pt x="19507" y="472"/>
                  </a:lnTo>
                  <a:cubicBezTo>
                    <a:pt x="19624" y="404"/>
                    <a:pt x="19780" y="370"/>
                    <a:pt x="19935" y="370"/>
                  </a:cubicBezTo>
                  <a:cubicBezTo>
                    <a:pt x="20090" y="370"/>
                    <a:pt x="20246" y="404"/>
                    <a:pt x="20363" y="472"/>
                  </a:cubicBezTo>
                  <a:lnTo>
                    <a:pt x="29553" y="5779"/>
                  </a:lnTo>
                  <a:cubicBezTo>
                    <a:pt x="29578" y="5792"/>
                    <a:pt x="29600" y="5808"/>
                    <a:pt x="29620" y="5826"/>
                  </a:cubicBezTo>
                  <a:lnTo>
                    <a:pt x="29623" y="5825"/>
                  </a:lnTo>
                  <a:cubicBezTo>
                    <a:pt x="29748" y="5692"/>
                    <a:pt x="29715" y="5523"/>
                    <a:pt x="29520" y="5410"/>
                  </a:cubicBezTo>
                  <a:lnTo>
                    <a:pt x="20330" y="103"/>
                  </a:lnTo>
                  <a:cubicBezTo>
                    <a:pt x="20210" y="34"/>
                    <a:pt x="20056" y="0"/>
                    <a:pt x="19901" y="0"/>
                  </a:cubicBezTo>
                  <a:close/>
                </a:path>
              </a:pathLst>
            </a:custGeom>
            <a:solidFill>
              <a:srgbClr val="3451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743;p55">
              <a:extLst>
                <a:ext uri="{FF2B5EF4-FFF2-40B4-BE49-F238E27FC236}">
                  <a16:creationId xmlns:a16="http://schemas.microsoft.com/office/drawing/2014/main" id="{18F4A833-24BD-414F-8059-4F1DFF7E724E}"/>
                </a:ext>
              </a:extLst>
            </p:cNvPr>
            <p:cNvSpPr/>
            <p:nvPr/>
          </p:nvSpPr>
          <p:spPr>
            <a:xfrm>
              <a:off x="5328750" y="2567500"/>
              <a:ext cx="871600" cy="385375"/>
            </a:xfrm>
            <a:custGeom>
              <a:avLst/>
              <a:gdLst/>
              <a:ahLst/>
              <a:cxnLst/>
              <a:rect l="l" t="t" r="r" b="b"/>
              <a:pathLst>
                <a:path w="34864" h="15415" extrusionOk="0">
                  <a:moveTo>
                    <a:pt x="34861" y="0"/>
                  </a:moveTo>
                  <a:lnTo>
                    <a:pt x="34856" y="3"/>
                  </a:lnTo>
                  <a:cubicBezTo>
                    <a:pt x="34855" y="134"/>
                    <a:pt x="34769" y="267"/>
                    <a:pt x="34593" y="368"/>
                  </a:cubicBezTo>
                  <a:lnTo>
                    <a:pt x="11320" y="13806"/>
                  </a:lnTo>
                  <a:cubicBezTo>
                    <a:pt x="11143" y="13908"/>
                    <a:pt x="10910" y="13958"/>
                    <a:pt x="10676" y="13960"/>
                  </a:cubicBezTo>
                  <a:cubicBezTo>
                    <a:pt x="10674" y="13960"/>
                    <a:pt x="10671" y="13960"/>
                    <a:pt x="10669" y="13960"/>
                  </a:cubicBezTo>
                  <a:cubicBezTo>
                    <a:pt x="10438" y="13960"/>
                    <a:pt x="10211" y="13907"/>
                    <a:pt x="10034" y="13808"/>
                  </a:cubicBezTo>
                  <a:lnTo>
                    <a:pt x="778" y="8465"/>
                  </a:lnTo>
                  <a:lnTo>
                    <a:pt x="628" y="8378"/>
                  </a:lnTo>
                  <a:lnTo>
                    <a:pt x="267" y="8168"/>
                  </a:lnTo>
                  <a:cubicBezTo>
                    <a:pt x="103" y="8071"/>
                    <a:pt x="15" y="7948"/>
                    <a:pt x="3" y="7824"/>
                  </a:cubicBezTo>
                  <a:lnTo>
                    <a:pt x="0" y="9250"/>
                  </a:lnTo>
                  <a:cubicBezTo>
                    <a:pt x="3" y="9383"/>
                    <a:pt x="92" y="9518"/>
                    <a:pt x="267" y="9619"/>
                  </a:cubicBezTo>
                  <a:lnTo>
                    <a:pt x="10033" y="15260"/>
                  </a:lnTo>
                  <a:cubicBezTo>
                    <a:pt x="10211" y="15360"/>
                    <a:pt x="10445" y="15414"/>
                    <a:pt x="10676" y="15415"/>
                  </a:cubicBezTo>
                  <a:cubicBezTo>
                    <a:pt x="10908" y="15415"/>
                    <a:pt x="11143" y="15362"/>
                    <a:pt x="11320" y="15260"/>
                  </a:cubicBezTo>
                  <a:lnTo>
                    <a:pt x="34593" y="1823"/>
                  </a:lnTo>
                  <a:cubicBezTo>
                    <a:pt x="34775" y="1717"/>
                    <a:pt x="34863" y="1578"/>
                    <a:pt x="34857" y="1440"/>
                  </a:cubicBezTo>
                  <a:lnTo>
                    <a:pt x="34857" y="1424"/>
                  </a:lnTo>
                  <a:lnTo>
                    <a:pt x="34861" y="0"/>
                  </a:lnTo>
                  <a:close/>
                </a:path>
              </a:pathLst>
            </a:custGeom>
            <a:solidFill>
              <a:srgbClr val="7FA8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744;p55">
              <a:extLst>
                <a:ext uri="{FF2B5EF4-FFF2-40B4-BE49-F238E27FC236}">
                  <a16:creationId xmlns:a16="http://schemas.microsoft.com/office/drawing/2014/main" id="{4D82E0E3-8EA3-43F9-B9AF-40C7E0928024}"/>
                </a:ext>
              </a:extLst>
            </p:cNvPr>
            <p:cNvSpPr/>
            <p:nvPr/>
          </p:nvSpPr>
          <p:spPr>
            <a:xfrm>
              <a:off x="5595650" y="2567500"/>
              <a:ext cx="604700" cy="385350"/>
            </a:xfrm>
            <a:custGeom>
              <a:avLst/>
              <a:gdLst/>
              <a:ahLst/>
              <a:cxnLst/>
              <a:rect l="l" t="t" r="r" b="b"/>
              <a:pathLst>
                <a:path w="24188" h="15414" extrusionOk="0">
                  <a:moveTo>
                    <a:pt x="24185" y="0"/>
                  </a:moveTo>
                  <a:lnTo>
                    <a:pt x="24180" y="3"/>
                  </a:lnTo>
                  <a:cubicBezTo>
                    <a:pt x="24179" y="134"/>
                    <a:pt x="24093" y="267"/>
                    <a:pt x="23917" y="368"/>
                  </a:cubicBezTo>
                  <a:lnTo>
                    <a:pt x="644" y="13806"/>
                  </a:lnTo>
                  <a:cubicBezTo>
                    <a:pt x="467" y="13908"/>
                    <a:pt x="234" y="13958"/>
                    <a:pt x="0" y="13960"/>
                  </a:cubicBezTo>
                  <a:lnTo>
                    <a:pt x="0" y="15414"/>
                  </a:lnTo>
                  <a:cubicBezTo>
                    <a:pt x="234" y="15414"/>
                    <a:pt x="467" y="15362"/>
                    <a:pt x="644" y="15260"/>
                  </a:cubicBezTo>
                  <a:lnTo>
                    <a:pt x="23917" y="1823"/>
                  </a:lnTo>
                  <a:cubicBezTo>
                    <a:pt x="24099" y="1717"/>
                    <a:pt x="24187" y="1578"/>
                    <a:pt x="24181" y="1440"/>
                  </a:cubicBezTo>
                  <a:lnTo>
                    <a:pt x="24181" y="1424"/>
                  </a:lnTo>
                  <a:lnTo>
                    <a:pt x="24185" y="0"/>
                  </a:lnTo>
                  <a:close/>
                </a:path>
              </a:pathLst>
            </a:custGeom>
            <a:solidFill>
              <a:srgbClr val="6F89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745;p55">
              <a:extLst>
                <a:ext uri="{FF2B5EF4-FFF2-40B4-BE49-F238E27FC236}">
                  <a16:creationId xmlns:a16="http://schemas.microsoft.com/office/drawing/2014/main" id="{D04C72B4-6EC2-4F5E-8675-D6A65824E1F8}"/>
                </a:ext>
              </a:extLst>
            </p:cNvPr>
            <p:cNvSpPr/>
            <p:nvPr/>
          </p:nvSpPr>
          <p:spPr>
            <a:xfrm>
              <a:off x="5457975" y="2811925"/>
              <a:ext cx="45150" cy="26025"/>
            </a:xfrm>
            <a:custGeom>
              <a:avLst/>
              <a:gdLst/>
              <a:ahLst/>
              <a:cxnLst/>
              <a:rect l="l" t="t" r="r" b="b"/>
              <a:pathLst>
                <a:path w="1806" h="1041" fill="none" extrusionOk="0">
                  <a:moveTo>
                    <a:pt x="321" y="856"/>
                  </a:moveTo>
                  <a:cubicBezTo>
                    <a:pt x="642" y="1041"/>
                    <a:pt x="1162" y="1041"/>
                    <a:pt x="1483" y="856"/>
                  </a:cubicBezTo>
                  <a:cubicBezTo>
                    <a:pt x="1804" y="671"/>
                    <a:pt x="1805" y="371"/>
                    <a:pt x="1483" y="185"/>
                  </a:cubicBezTo>
                  <a:cubicBezTo>
                    <a:pt x="1162" y="0"/>
                    <a:pt x="642" y="0"/>
                    <a:pt x="321" y="185"/>
                  </a:cubicBezTo>
                  <a:cubicBezTo>
                    <a:pt x="0" y="370"/>
                    <a:pt x="0" y="671"/>
                    <a:pt x="321" y="856"/>
                  </a:cubicBezTo>
                  <a:close/>
                </a:path>
              </a:pathLst>
            </a:custGeom>
            <a:noFill/>
            <a:ln w="175" cap="flat" cmpd="sng">
              <a:solidFill>
                <a:srgbClr val="3C5670"/>
              </a:solidFill>
              <a:prstDash val="solid"/>
              <a:miter lim="12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746;p55">
              <a:extLst>
                <a:ext uri="{FF2B5EF4-FFF2-40B4-BE49-F238E27FC236}">
                  <a16:creationId xmlns:a16="http://schemas.microsoft.com/office/drawing/2014/main" id="{457EE3EC-1D50-40BC-8DFC-23EC3C72C966}"/>
                </a:ext>
              </a:extLst>
            </p:cNvPr>
            <p:cNvSpPr/>
            <p:nvPr/>
          </p:nvSpPr>
          <p:spPr>
            <a:xfrm>
              <a:off x="5475400" y="2874925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2" y="0"/>
                  </a:moveTo>
                  <a:cubicBezTo>
                    <a:pt x="18" y="0"/>
                    <a:pt x="1" y="20"/>
                    <a:pt x="1" y="53"/>
                  </a:cubicBezTo>
                  <a:cubicBezTo>
                    <a:pt x="4" y="105"/>
                    <a:pt x="31" y="152"/>
                    <a:pt x="74" y="181"/>
                  </a:cubicBezTo>
                  <a:cubicBezTo>
                    <a:pt x="86" y="187"/>
                    <a:pt x="97" y="190"/>
                    <a:pt x="107" y="190"/>
                  </a:cubicBezTo>
                  <a:cubicBezTo>
                    <a:pt x="131" y="190"/>
                    <a:pt x="148" y="171"/>
                    <a:pt x="148" y="137"/>
                  </a:cubicBezTo>
                  <a:cubicBezTo>
                    <a:pt x="146" y="85"/>
                    <a:pt x="118" y="38"/>
                    <a:pt x="74" y="11"/>
                  </a:cubicBezTo>
                  <a:cubicBezTo>
                    <a:pt x="63" y="4"/>
                    <a:pt x="52" y="0"/>
                    <a:pt x="42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747;p55">
              <a:extLst>
                <a:ext uri="{FF2B5EF4-FFF2-40B4-BE49-F238E27FC236}">
                  <a16:creationId xmlns:a16="http://schemas.microsoft.com/office/drawing/2014/main" id="{58F01C24-CF8B-41EF-B8F2-3F002FABF9FC}"/>
                </a:ext>
              </a:extLst>
            </p:cNvPr>
            <p:cNvSpPr/>
            <p:nvPr/>
          </p:nvSpPr>
          <p:spPr>
            <a:xfrm>
              <a:off x="5484525" y="2880175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0" y="0"/>
                  </a:moveTo>
                  <a:cubicBezTo>
                    <a:pt x="16" y="0"/>
                    <a:pt x="0" y="20"/>
                    <a:pt x="0" y="53"/>
                  </a:cubicBezTo>
                  <a:cubicBezTo>
                    <a:pt x="3" y="105"/>
                    <a:pt x="30" y="152"/>
                    <a:pt x="74" y="181"/>
                  </a:cubicBezTo>
                  <a:cubicBezTo>
                    <a:pt x="85" y="187"/>
                    <a:pt x="96" y="190"/>
                    <a:pt x="106" y="190"/>
                  </a:cubicBezTo>
                  <a:cubicBezTo>
                    <a:pt x="130" y="190"/>
                    <a:pt x="147" y="171"/>
                    <a:pt x="147" y="137"/>
                  </a:cubicBezTo>
                  <a:cubicBezTo>
                    <a:pt x="144" y="85"/>
                    <a:pt x="117" y="38"/>
                    <a:pt x="74" y="11"/>
                  </a:cubicBezTo>
                  <a:cubicBezTo>
                    <a:pt x="62" y="4"/>
                    <a:pt x="50" y="0"/>
                    <a:pt x="40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748;p55">
              <a:extLst>
                <a:ext uri="{FF2B5EF4-FFF2-40B4-BE49-F238E27FC236}">
                  <a16:creationId xmlns:a16="http://schemas.microsoft.com/office/drawing/2014/main" id="{AB4E40E2-561A-4101-8BEB-0DE9D9DBC96F}"/>
                </a:ext>
              </a:extLst>
            </p:cNvPr>
            <p:cNvSpPr/>
            <p:nvPr/>
          </p:nvSpPr>
          <p:spPr>
            <a:xfrm>
              <a:off x="5493600" y="2885425"/>
              <a:ext cx="3700" cy="4750"/>
            </a:xfrm>
            <a:custGeom>
              <a:avLst/>
              <a:gdLst/>
              <a:ahLst/>
              <a:cxnLst/>
              <a:rect l="l" t="t" r="r" b="b"/>
              <a:pathLst>
                <a:path w="148" h="190" extrusionOk="0">
                  <a:moveTo>
                    <a:pt x="41" y="0"/>
                  </a:moveTo>
                  <a:cubicBezTo>
                    <a:pt x="17" y="0"/>
                    <a:pt x="0" y="20"/>
                    <a:pt x="0" y="53"/>
                  </a:cubicBezTo>
                  <a:cubicBezTo>
                    <a:pt x="3" y="105"/>
                    <a:pt x="31" y="152"/>
                    <a:pt x="74" y="180"/>
                  </a:cubicBezTo>
                  <a:cubicBezTo>
                    <a:pt x="86" y="187"/>
                    <a:pt x="97" y="190"/>
                    <a:pt x="107" y="190"/>
                  </a:cubicBezTo>
                  <a:cubicBezTo>
                    <a:pt x="131" y="190"/>
                    <a:pt x="148" y="171"/>
                    <a:pt x="148" y="137"/>
                  </a:cubicBezTo>
                  <a:cubicBezTo>
                    <a:pt x="144" y="85"/>
                    <a:pt x="117" y="38"/>
                    <a:pt x="74" y="11"/>
                  </a:cubicBezTo>
                  <a:cubicBezTo>
                    <a:pt x="62" y="4"/>
                    <a:pt x="51" y="0"/>
                    <a:pt x="41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749;p55">
              <a:extLst>
                <a:ext uri="{FF2B5EF4-FFF2-40B4-BE49-F238E27FC236}">
                  <a16:creationId xmlns:a16="http://schemas.microsoft.com/office/drawing/2014/main" id="{EF7F2F33-8323-443D-9C31-853CEE79EB5D}"/>
                </a:ext>
              </a:extLst>
            </p:cNvPr>
            <p:cNvSpPr/>
            <p:nvPr/>
          </p:nvSpPr>
          <p:spPr>
            <a:xfrm>
              <a:off x="5502675" y="2890650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2" y="1"/>
                  </a:moveTo>
                  <a:cubicBezTo>
                    <a:pt x="17" y="1"/>
                    <a:pt x="1" y="20"/>
                    <a:pt x="1" y="54"/>
                  </a:cubicBezTo>
                  <a:cubicBezTo>
                    <a:pt x="3" y="104"/>
                    <a:pt x="31" y="153"/>
                    <a:pt x="74" y="180"/>
                  </a:cubicBezTo>
                  <a:cubicBezTo>
                    <a:pt x="86" y="188"/>
                    <a:pt x="98" y="191"/>
                    <a:pt x="107" y="191"/>
                  </a:cubicBezTo>
                  <a:cubicBezTo>
                    <a:pt x="132" y="191"/>
                    <a:pt x="148" y="171"/>
                    <a:pt x="148" y="138"/>
                  </a:cubicBezTo>
                  <a:cubicBezTo>
                    <a:pt x="145" y="86"/>
                    <a:pt x="118" y="39"/>
                    <a:pt x="74" y="10"/>
                  </a:cubicBezTo>
                  <a:cubicBezTo>
                    <a:pt x="62" y="4"/>
                    <a:pt x="51" y="1"/>
                    <a:pt x="42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750;p55">
              <a:extLst>
                <a:ext uri="{FF2B5EF4-FFF2-40B4-BE49-F238E27FC236}">
                  <a16:creationId xmlns:a16="http://schemas.microsoft.com/office/drawing/2014/main" id="{EA8B6F79-1D01-41C0-B86B-BC3DEE3CB491}"/>
                </a:ext>
              </a:extLst>
            </p:cNvPr>
            <p:cNvSpPr/>
            <p:nvPr/>
          </p:nvSpPr>
          <p:spPr>
            <a:xfrm>
              <a:off x="5511750" y="2895900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2" y="1"/>
                  </a:moveTo>
                  <a:cubicBezTo>
                    <a:pt x="17" y="1"/>
                    <a:pt x="1" y="20"/>
                    <a:pt x="1" y="53"/>
                  </a:cubicBezTo>
                  <a:cubicBezTo>
                    <a:pt x="3" y="104"/>
                    <a:pt x="31" y="153"/>
                    <a:pt x="74" y="180"/>
                  </a:cubicBezTo>
                  <a:cubicBezTo>
                    <a:pt x="86" y="187"/>
                    <a:pt x="98" y="191"/>
                    <a:pt x="108" y="191"/>
                  </a:cubicBezTo>
                  <a:cubicBezTo>
                    <a:pt x="132" y="191"/>
                    <a:pt x="148" y="171"/>
                    <a:pt x="148" y="138"/>
                  </a:cubicBezTo>
                  <a:cubicBezTo>
                    <a:pt x="146" y="86"/>
                    <a:pt x="118" y="39"/>
                    <a:pt x="74" y="10"/>
                  </a:cubicBezTo>
                  <a:cubicBezTo>
                    <a:pt x="63" y="4"/>
                    <a:pt x="52" y="1"/>
                    <a:pt x="42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751;p55">
              <a:extLst>
                <a:ext uri="{FF2B5EF4-FFF2-40B4-BE49-F238E27FC236}">
                  <a16:creationId xmlns:a16="http://schemas.microsoft.com/office/drawing/2014/main" id="{E3DECC65-781F-4A7D-9DB5-D1BE938C014D}"/>
                </a:ext>
              </a:extLst>
            </p:cNvPr>
            <p:cNvSpPr/>
            <p:nvPr/>
          </p:nvSpPr>
          <p:spPr>
            <a:xfrm>
              <a:off x="5520825" y="2901150"/>
              <a:ext cx="3725" cy="4775"/>
            </a:xfrm>
            <a:custGeom>
              <a:avLst/>
              <a:gdLst/>
              <a:ahLst/>
              <a:cxnLst/>
              <a:rect l="l" t="t" r="r" b="b"/>
              <a:pathLst>
                <a:path w="149" h="191" extrusionOk="0">
                  <a:moveTo>
                    <a:pt x="41" y="0"/>
                  </a:moveTo>
                  <a:cubicBezTo>
                    <a:pt x="17" y="0"/>
                    <a:pt x="1" y="19"/>
                    <a:pt x="1" y="52"/>
                  </a:cubicBezTo>
                  <a:cubicBezTo>
                    <a:pt x="5" y="104"/>
                    <a:pt x="31" y="151"/>
                    <a:pt x="75" y="180"/>
                  </a:cubicBezTo>
                  <a:cubicBezTo>
                    <a:pt x="87" y="187"/>
                    <a:pt x="98" y="191"/>
                    <a:pt x="108" y="191"/>
                  </a:cubicBezTo>
                  <a:cubicBezTo>
                    <a:pt x="132" y="191"/>
                    <a:pt x="148" y="171"/>
                    <a:pt x="148" y="138"/>
                  </a:cubicBezTo>
                  <a:cubicBezTo>
                    <a:pt x="146" y="86"/>
                    <a:pt x="118" y="39"/>
                    <a:pt x="75" y="10"/>
                  </a:cubicBezTo>
                  <a:cubicBezTo>
                    <a:pt x="63" y="4"/>
                    <a:pt x="51" y="0"/>
                    <a:pt x="41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752;p55">
              <a:extLst>
                <a:ext uri="{FF2B5EF4-FFF2-40B4-BE49-F238E27FC236}">
                  <a16:creationId xmlns:a16="http://schemas.microsoft.com/office/drawing/2014/main" id="{3AFAE2E0-9C78-455D-B24A-8C2A64E2DB39}"/>
                </a:ext>
              </a:extLst>
            </p:cNvPr>
            <p:cNvSpPr/>
            <p:nvPr/>
          </p:nvSpPr>
          <p:spPr>
            <a:xfrm>
              <a:off x="5529925" y="2906400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1" y="1"/>
                  </a:moveTo>
                  <a:cubicBezTo>
                    <a:pt x="17" y="1"/>
                    <a:pt x="0" y="20"/>
                    <a:pt x="0" y="52"/>
                  </a:cubicBezTo>
                  <a:cubicBezTo>
                    <a:pt x="4" y="104"/>
                    <a:pt x="30" y="151"/>
                    <a:pt x="74" y="180"/>
                  </a:cubicBezTo>
                  <a:cubicBezTo>
                    <a:pt x="86" y="187"/>
                    <a:pt x="97" y="190"/>
                    <a:pt x="107" y="190"/>
                  </a:cubicBezTo>
                  <a:cubicBezTo>
                    <a:pt x="131" y="190"/>
                    <a:pt x="147" y="171"/>
                    <a:pt x="147" y="138"/>
                  </a:cubicBezTo>
                  <a:cubicBezTo>
                    <a:pt x="145" y="86"/>
                    <a:pt x="117" y="38"/>
                    <a:pt x="74" y="10"/>
                  </a:cubicBezTo>
                  <a:cubicBezTo>
                    <a:pt x="62" y="4"/>
                    <a:pt x="51" y="1"/>
                    <a:pt x="41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753;p55">
              <a:extLst>
                <a:ext uri="{FF2B5EF4-FFF2-40B4-BE49-F238E27FC236}">
                  <a16:creationId xmlns:a16="http://schemas.microsoft.com/office/drawing/2014/main" id="{E559152E-06A6-4663-B1BC-449222CE0B7F}"/>
                </a:ext>
              </a:extLst>
            </p:cNvPr>
            <p:cNvSpPr/>
            <p:nvPr/>
          </p:nvSpPr>
          <p:spPr>
            <a:xfrm>
              <a:off x="5539025" y="2911625"/>
              <a:ext cx="3700" cy="4800"/>
            </a:xfrm>
            <a:custGeom>
              <a:avLst/>
              <a:gdLst/>
              <a:ahLst/>
              <a:cxnLst/>
              <a:rect l="l" t="t" r="r" b="b"/>
              <a:pathLst>
                <a:path w="148" h="192" extrusionOk="0">
                  <a:moveTo>
                    <a:pt x="41" y="1"/>
                  </a:moveTo>
                  <a:cubicBezTo>
                    <a:pt x="17" y="1"/>
                    <a:pt x="1" y="20"/>
                    <a:pt x="1" y="53"/>
                  </a:cubicBezTo>
                  <a:cubicBezTo>
                    <a:pt x="3" y="105"/>
                    <a:pt x="31" y="154"/>
                    <a:pt x="74" y="181"/>
                  </a:cubicBezTo>
                  <a:cubicBezTo>
                    <a:pt x="86" y="188"/>
                    <a:pt x="97" y="192"/>
                    <a:pt x="107" y="192"/>
                  </a:cubicBezTo>
                  <a:cubicBezTo>
                    <a:pt x="131" y="192"/>
                    <a:pt x="148" y="172"/>
                    <a:pt x="148" y="139"/>
                  </a:cubicBezTo>
                  <a:cubicBezTo>
                    <a:pt x="145" y="87"/>
                    <a:pt x="118" y="40"/>
                    <a:pt x="74" y="11"/>
                  </a:cubicBezTo>
                  <a:cubicBezTo>
                    <a:pt x="62" y="4"/>
                    <a:pt x="51" y="1"/>
                    <a:pt x="41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754;p55">
              <a:extLst>
                <a:ext uri="{FF2B5EF4-FFF2-40B4-BE49-F238E27FC236}">
                  <a16:creationId xmlns:a16="http://schemas.microsoft.com/office/drawing/2014/main" id="{7C4D4564-1853-427A-A81B-574A6998F3DD}"/>
                </a:ext>
              </a:extLst>
            </p:cNvPr>
            <p:cNvSpPr/>
            <p:nvPr/>
          </p:nvSpPr>
          <p:spPr>
            <a:xfrm>
              <a:off x="5475200" y="2865450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1" y="0"/>
                  </a:moveTo>
                  <a:cubicBezTo>
                    <a:pt x="17" y="0"/>
                    <a:pt x="0" y="20"/>
                    <a:pt x="0" y="53"/>
                  </a:cubicBezTo>
                  <a:cubicBezTo>
                    <a:pt x="3" y="105"/>
                    <a:pt x="31" y="152"/>
                    <a:pt x="74" y="181"/>
                  </a:cubicBezTo>
                  <a:cubicBezTo>
                    <a:pt x="85" y="187"/>
                    <a:pt x="96" y="191"/>
                    <a:pt x="106" y="191"/>
                  </a:cubicBezTo>
                  <a:cubicBezTo>
                    <a:pt x="130" y="191"/>
                    <a:pt x="148" y="171"/>
                    <a:pt x="148" y="138"/>
                  </a:cubicBezTo>
                  <a:cubicBezTo>
                    <a:pt x="144" y="86"/>
                    <a:pt x="117" y="39"/>
                    <a:pt x="74" y="11"/>
                  </a:cubicBezTo>
                  <a:cubicBezTo>
                    <a:pt x="62" y="4"/>
                    <a:pt x="51" y="0"/>
                    <a:pt x="41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55;p55">
              <a:extLst>
                <a:ext uri="{FF2B5EF4-FFF2-40B4-BE49-F238E27FC236}">
                  <a16:creationId xmlns:a16="http://schemas.microsoft.com/office/drawing/2014/main" id="{E771168B-8FDC-45CD-BD61-3CBF9AEE6C53}"/>
                </a:ext>
              </a:extLst>
            </p:cNvPr>
            <p:cNvSpPr/>
            <p:nvPr/>
          </p:nvSpPr>
          <p:spPr>
            <a:xfrm>
              <a:off x="5484275" y="2870700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1" y="0"/>
                  </a:moveTo>
                  <a:cubicBezTo>
                    <a:pt x="17" y="0"/>
                    <a:pt x="1" y="20"/>
                    <a:pt x="1" y="53"/>
                  </a:cubicBezTo>
                  <a:cubicBezTo>
                    <a:pt x="3" y="105"/>
                    <a:pt x="31" y="152"/>
                    <a:pt x="74" y="181"/>
                  </a:cubicBezTo>
                  <a:cubicBezTo>
                    <a:pt x="86" y="187"/>
                    <a:pt x="96" y="191"/>
                    <a:pt x="106" y="191"/>
                  </a:cubicBezTo>
                  <a:cubicBezTo>
                    <a:pt x="130" y="191"/>
                    <a:pt x="148" y="171"/>
                    <a:pt x="148" y="137"/>
                  </a:cubicBezTo>
                  <a:cubicBezTo>
                    <a:pt x="144" y="86"/>
                    <a:pt x="118" y="39"/>
                    <a:pt x="74" y="11"/>
                  </a:cubicBezTo>
                  <a:cubicBezTo>
                    <a:pt x="62" y="4"/>
                    <a:pt x="51" y="0"/>
                    <a:pt x="41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756;p55">
              <a:extLst>
                <a:ext uri="{FF2B5EF4-FFF2-40B4-BE49-F238E27FC236}">
                  <a16:creationId xmlns:a16="http://schemas.microsoft.com/office/drawing/2014/main" id="{2503D505-0129-44A3-9DC4-37CBD48E6623}"/>
                </a:ext>
              </a:extLst>
            </p:cNvPr>
            <p:cNvSpPr/>
            <p:nvPr/>
          </p:nvSpPr>
          <p:spPr>
            <a:xfrm>
              <a:off x="5493350" y="2875925"/>
              <a:ext cx="3700" cy="4800"/>
            </a:xfrm>
            <a:custGeom>
              <a:avLst/>
              <a:gdLst/>
              <a:ahLst/>
              <a:cxnLst/>
              <a:rect l="l" t="t" r="r" b="b"/>
              <a:pathLst>
                <a:path w="148" h="192" extrusionOk="0">
                  <a:moveTo>
                    <a:pt x="42" y="1"/>
                  </a:moveTo>
                  <a:cubicBezTo>
                    <a:pt x="17" y="1"/>
                    <a:pt x="1" y="20"/>
                    <a:pt x="1" y="54"/>
                  </a:cubicBezTo>
                  <a:cubicBezTo>
                    <a:pt x="3" y="106"/>
                    <a:pt x="31" y="153"/>
                    <a:pt x="74" y="181"/>
                  </a:cubicBezTo>
                  <a:cubicBezTo>
                    <a:pt x="86" y="188"/>
                    <a:pt x="98" y="191"/>
                    <a:pt x="108" y="191"/>
                  </a:cubicBezTo>
                  <a:cubicBezTo>
                    <a:pt x="132" y="191"/>
                    <a:pt x="148" y="172"/>
                    <a:pt x="148" y="138"/>
                  </a:cubicBezTo>
                  <a:cubicBezTo>
                    <a:pt x="146" y="87"/>
                    <a:pt x="118" y="39"/>
                    <a:pt x="74" y="11"/>
                  </a:cubicBezTo>
                  <a:cubicBezTo>
                    <a:pt x="63" y="4"/>
                    <a:pt x="52" y="1"/>
                    <a:pt x="42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757;p55">
              <a:extLst>
                <a:ext uri="{FF2B5EF4-FFF2-40B4-BE49-F238E27FC236}">
                  <a16:creationId xmlns:a16="http://schemas.microsoft.com/office/drawing/2014/main" id="{D7071FB1-3810-4F37-8B1F-6E142B8212F2}"/>
                </a:ext>
              </a:extLst>
            </p:cNvPr>
            <p:cNvSpPr/>
            <p:nvPr/>
          </p:nvSpPr>
          <p:spPr>
            <a:xfrm>
              <a:off x="5502475" y="2881175"/>
              <a:ext cx="3700" cy="4800"/>
            </a:xfrm>
            <a:custGeom>
              <a:avLst/>
              <a:gdLst/>
              <a:ahLst/>
              <a:cxnLst/>
              <a:rect l="l" t="t" r="r" b="b"/>
              <a:pathLst>
                <a:path w="148" h="192" extrusionOk="0">
                  <a:moveTo>
                    <a:pt x="41" y="1"/>
                  </a:moveTo>
                  <a:cubicBezTo>
                    <a:pt x="16" y="1"/>
                    <a:pt x="0" y="20"/>
                    <a:pt x="0" y="54"/>
                  </a:cubicBezTo>
                  <a:cubicBezTo>
                    <a:pt x="3" y="105"/>
                    <a:pt x="30" y="153"/>
                    <a:pt x="74" y="181"/>
                  </a:cubicBezTo>
                  <a:cubicBezTo>
                    <a:pt x="85" y="188"/>
                    <a:pt x="97" y="191"/>
                    <a:pt x="107" y="191"/>
                  </a:cubicBezTo>
                  <a:cubicBezTo>
                    <a:pt x="130" y="191"/>
                    <a:pt x="147" y="172"/>
                    <a:pt x="147" y="138"/>
                  </a:cubicBezTo>
                  <a:cubicBezTo>
                    <a:pt x="144" y="86"/>
                    <a:pt x="117" y="39"/>
                    <a:pt x="74" y="10"/>
                  </a:cubicBezTo>
                  <a:cubicBezTo>
                    <a:pt x="62" y="4"/>
                    <a:pt x="51" y="1"/>
                    <a:pt x="41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758;p55">
              <a:extLst>
                <a:ext uri="{FF2B5EF4-FFF2-40B4-BE49-F238E27FC236}">
                  <a16:creationId xmlns:a16="http://schemas.microsoft.com/office/drawing/2014/main" id="{8BE00420-A163-4E63-A535-F2AF46FD00B7}"/>
                </a:ext>
              </a:extLst>
            </p:cNvPr>
            <p:cNvSpPr/>
            <p:nvPr/>
          </p:nvSpPr>
          <p:spPr>
            <a:xfrm>
              <a:off x="5511525" y="2886425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1" y="1"/>
                  </a:moveTo>
                  <a:cubicBezTo>
                    <a:pt x="17" y="1"/>
                    <a:pt x="0" y="19"/>
                    <a:pt x="0" y="53"/>
                  </a:cubicBezTo>
                  <a:cubicBezTo>
                    <a:pt x="4" y="105"/>
                    <a:pt x="30" y="153"/>
                    <a:pt x="74" y="181"/>
                  </a:cubicBezTo>
                  <a:cubicBezTo>
                    <a:pt x="86" y="188"/>
                    <a:pt x="97" y="191"/>
                    <a:pt x="107" y="191"/>
                  </a:cubicBezTo>
                  <a:cubicBezTo>
                    <a:pt x="131" y="191"/>
                    <a:pt x="147" y="172"/>
                    <a:pt x="147" y="138"/>
                  </a:cubicBezTo>
                  <a:cubicBezTo>
                    <a:pt x="145" y="86"/>
                    <a:pt x="117" y="39"/>
                    <a:pt x="74" y="10"/>
                  </a:cubicBezTo>
                  <a:cubicBezTo>
                    <a:pt x="62" y="4"/>
                    <a:pt x="51" y="1"/>
                    <a:pt x="41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759;p55">
              <a:extLst>
                <a:ext uri="{FF2B5EF4-FFF2-40B4-BE49-F238E27FC236}">
                  <a16:creationId xmlns:a16="http://schemas.microsoft.com/office/drawing/2014/main" id="{68E7FF3F-B952-4CF0-BB93-D8DE08481A8E}"/>
                </a:ext>
              </a:extLst>
            </p:cNvPr>
            <p:cNvSpPr/>
            <p:nvPr/>
          </p:nvSpPr>
          <p:spPr>
            <a:xfrm>
              <a:off x="5520600" y="2891675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1" y="0"/>
                  </a:moveTo>
                  <a:cubicBezTo>
                    <a:pt x="17" y="0"/>
                    <a:pt x="0" y="19"/>
                    <a:pt x="0" y="53"/>
                  </a:cubicBezTo>
                  <a:cubicBezTo>
                    <a:pt x="4" y="104"/>
                    <a:pt x="30" y="152"/>
                    <a:pt x="74" y="180"/>
                  </a:cubicBezTo>
                  <a:cubicBezTo>
                    <a:pt x="86" y="187"/>
                    <a:pt x="97" y="190"/>
                    <a:pt x="106" y="190"/>
                  </a:cubicBezTo>
                  <a:cubicBezTo>
                    <a:pt x="131" y="190"/>
                    <a:pt x="148" y="171"/>
                    <a:pt x="148" y="137"/>
                  </a:cubicBezTo>
                  <a:cubicBezTo>
                    <a:pt x="145" y="85"/>
                    <a:pt x="117" y="38"/>
                    <a:pt x="74" y="10"/>
                  </a:cubicBezTo>
                  <a:cubicBezTo>
                    <a:pt x="62" y="4"/>
                    <a:pt x="51" y="0"/>
                    <a:pt x="41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760;p55">
              <a:extLst>
                <a:ext uri="{FF2B5EF4-FFF2-40B4-BE49-F238E27FC236}">
                  <a16:creationId xmlns:a16="http://schemas.microsoft.com/office/drawing/2014/main" id="{D9C7D109-0DF5-477C-8F91-7EBF18F69E5C}"/>
                </a:ext>
              </a:extLst>
            </p:cNvPr>
            <p:cNvSpPr/>
            <p:nvPr/>
          </p:nvSpPr>
          <p:spPr>
            <a:xfrm>
              <a:off x="5529700" y="2896925"/>
              <a:ext cx="3675" cy="4775"/>
            </a:xfrm>
            <a:custGeom>
              <a:avLst/>
              <a:gdLst/>
              <a:ahLst/>
              <a:cxnLst/>
              <a:rect l="l" t="t" r="r" b="b"/>
              <a:pathLst>
                <a:path w="147" h="191" extrusionOk="0">
                  <a:moveTo>
                    <a:pt x="41" y="0"/>
                  </a:moveTo>
                  <a:cubicBezTo>
                    <a:pt x="17" y="0"/>
                    <a:pt x="1" y="19"/>
                    <a:pt x="1" y="53"/>
                  </a:cubicBezTo>
                  <a:cubicBezTo>
                    <a:pt x="3" y="104"/>
                    <a:pt x="31" y="151"/>
                    <a:pt x="73" y="180"/>
                  </a:cubicBezTo>
                  <a:cubicBezTo>
                    <a:pt x="85" y="187"/>
                    <a:pt x="96" y="190"/>
                    <a:pt x="106" y="190"/>
                  </a:cubicBezTo>
                  <a:cubicBezTo>
                    <a:pt x="130" y="190"/>
                    <a:pt x="147" y="172"/>
                    <a:pt x="147" y="138"/>
                  </a:cubicBezTo>
                  <a:cubicBezTo>
                    <a:pt x="144" y="86"/>
                    <a:pt x="118" y="38"/>
                    <a:pt x="73" y="10"/>
                  </a:cubicBezTo>
                  <a:cubicBezTo>
                    <a:pt x="61" y="4"/>
                    <a:pt x="50" y="0"/>
                    <a:pt x="41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761;p55">
              <a:extLst>
                <a:ext uri="{FF2B5EF4-FFF2-40B4-BE49-F238E27FC236}">
                  <a16:creationId xmlns:a16="http://schemas.microsoft.com/office/drawing/2014/main" id="{A2C61718-9648-47A1-9C00-336803646A42}"/>
                </a:ext>
              </a:extLst>
            </p:cNvPr>
            <p:cNvSpPr/>
            <p:nvPr/>
          </p:nvSpPr>
          <p:spPr>
            <a:xfrm>
              <a:off x="5538775" y="2902150"/>
              <a:ext cx="3725" cy="4800"/>
            </a:xfrm>
            <a:custGeom>
              <a:avLst/>
              <a:gdLst/>
              <a:ahLst/>
              <a:cxnLst/>
              <a:rect l="l" t="t" r="r" b="b"/>
              <a:pathLst>
                <a:path w="149" h="192" extrusionOk="0">
                  <a:moveTo>
                    <a:pt x="41" y="1"/>
                  </a:moveTo>
                  <a:cubicBezTo>
                    <a:pt x="17" y="1"/>
                    <a:pt x="1" y="20"/>
                    <a:pt x="1" y="53"/>
                  </a:cubicBezTo>
                  <a:cubicBezTo>
                    <a:pt x="3" y="105"/>
                    <a:pt x="31" y="152"/>
                    <a:pt x="75" y="181"/>
                  </a:cubicBezTo>
                  <a:cubicBezTo>
                    <a:pt x="86" y="188"/>
                    <a:pt x="97" y="191"/>
                    <a:pt x="107" y="191"/>
                  </a:cubicBezTo>
                  <a:cubicBezTo>
                    <a:pt x="131" y="191"/>
                    <a:pt x="148" y="172"/>
                    <a:pt x="148" y="139"/>
                  </a:cubicBezTo>
                  <a:cubicBezTo>
                    <a:pt x="144" y="87"/>
                    <a:pt x="118" y="39"/>
                    <a:pt x="75" y="11"/>
                  </a:cubicBezTo>
                  <a:cubicBezTo>
                    <a:pt x="62" y="4"/>
                    <a:pt x="51" y="1"/>
                    <a:pt x="41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762;p55">
              <a:extLst>
                <a:ext uri="{FF2B5EF4-FFF2-40B4-BE49-F238E27FC236}">
                  <a16:creationId xmlns:a16="http://schemas.microsoft.com/office/drawing/2014/main" id="{ADC60CF9-BF38-49FD-8391-19B592BA89BD}"/>
                </a:ext>
              </a:extLst>
            </p:cNvPr>
            <p:cNvSpPr/>
            <p:nvPr/>
          </p:nvSpPr>
          <p:spPr>
            <a:xfrm>
              <a:off x="5363475" y="2810175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2" y="0"/>
                  </a:moveTo>
                  <a:cubicBezTo>
                    <a:pt x="17" y="0"/>
                    <a:pt x="0" y="20"/>
                    <a:pt x="0" y="52"/>
                  </a:cubicBezTo>
                  <a:cubicBezTo>
                    <a:pt x="4" y="104"/>
                    <a:pt x="30" y="152"/>
                    <a:pt x="74" y="180"/>
                  </a:cubicBezTo>
                  <a:cubicBezTo>
                    <a:pt x="86" y="187"/>
                    <a:pt x="97" y="191"/>
                    <a:pt x="107" y="191"/>
                  </a:cubicBezTo>
                  <a:cubicBezTo>
                    <a:pt x="131" y="191"/>
                    <a:pt x="147" y="171"/>
                    <a:pt x="147" y="138"/>
                  </a:cubicBezTo>
                  <a:cubicBezTo>
                    <a:pt x="145" y="86"/>
                    <a:pt x="117" y="39"/>
                    <a:pt x="74" y="10"/>
                  </a:cubicBezTo>
                  <a:cubicBezTo>
                    <a:pt x="62" y="4"/>
                    <a:pt x="51" y="0"/>
                    <a:pt x="42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763;p55">
              <a:extLst>
                <a:ext uri="{FF2B5EF4-FFF2-40B4-BE49-F238E27FC236}">
                  <a16:creationId xmlns:a16="http://schemas.microsoft.com/office/drawing/2014/main" id="{B6E11A93-198B-40B2-931A-ABE3740C2C62}"/>
                </a:ext>
              </a:extLst>
            </p:cNvPr>
            <p:cNvSpPr/>
            <p:nvPr/>
          </p:nvSpPr>
          <p:spPr>
            <a:xfrm>
              <a:off x="5372550" y="2815425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1" y="0"/>
                  </a:moveTo>
                  <a:cubicBezTo>
                    <a:pt x="17" y="0"/>
                    <a:pt x="0" y="19"/>
                    <a:pt x="0" y="52"/>
                  </a:cubicBezTo>
                  <a:cubicBezTo>
                    <a:pt x="4" y="104"/>
                    <a:pt x="30" y="151"/>
                    <a:pt x="74" y="180"/>
                  </a:cubicBezTo>
                  <a:cubicBezTo>
                    <a:pt x="86" y="187"/>
                    <a:pt x="97" y="191"/>
                    <a:pt x="107" y="191"/>
                  </a:cubicBezTo>
                  <a:cubicBezTo>
                    <a:pt x="131" y="191"/>
                    <a:pt x="147" y="171"/>
                    <a:pt x="147" y="138"/>
                  </a:cubicBezTo>
                  <a:cubicBezTo>
                    <a:pt x="145" y="86"/>
                    <a:pt x="117" y="39"/>
                    <a:pt x="74" y="10"/>
                  </a:cubicBezTo>
                  <a:cubicBezTo>
                    <a:pt x="62" y="3"/>
                    <a:pt x="51" y="0"/>
                    <a:pt x="41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3764;p55">
              <a:extLst>
                <a:ext uri="{FF2B5EF4-FFF2-40B4-BE49-F238E27FC236}">
                  <a16:creationId xmlns:a16="http://schemas.microsoft.com/office/drawing/2014/main" id="{874B0680-8E71-4F25-B30F-6947555EC800}"/>
                </a:ext>
              </a:extLst>
            </p:cNvPr>
            <p:cNvSpPr/>
            <p:nvPr/>
          </p:nvSpPr>
          <p:spPr>
            <a:xfrm>
              <a:off x="5381650" y="2820675"/>
              <a:ext cx="3675" cy="4750"/>
            </a:xfrm>
            <a:custGeom>
              <a:avLst/>
              <a:gdLst/>
              <a:ahLst/>
              <a:cxnLst/>
              <a:rect l="l" t="t" r="r" b="b"/>
              <a:pathLst>
                <a:path w="147" h="190" extrusionOk="0">
                  <a:moveTo>
                    <a:pt x="41" y="0"/>
                  </a:moveTo>
                  <a:cubicBezTo>
                    <a:pt x="17" y="0"/>
                    <a:pt x="1" y="19"/>
                    <a:pt x="1" y="52"/>
                  </a:cubicBezTo>
                  <a:cubicBezTo>
                    <a:pt x="3" y="104"/>
                    <a:pt x="30" y="151"/>
                    <a:pt x="74" y="180"/>
                  </a:cubicBezTo>
                  <a:cubicBezTo>
                    <a:pt x="86" y="187"/>
                    <a:pt x="97" y="190"/>
                    <a:pt x="107" y="190"/>
                  </a:cubicBezTo>
                  <a:cubicBezTo>
                    <a:pt x="130" y="190"/>
                    <a:pt x="147" y="171"/>
                    <a:pt x="147" y="138"/>
                  </a:cubicBezTo>
                  <a:cubicBezTo>
                    <a:pt x="144" y="86"/>
                    <a:pt x="116" y="38"/>
                    <a:pt x="74" y="10"/>
                  </a:cubicBezTo>
                  <a:cubicBezTo>
                    <a:pt x="62" y="3"/>
                    <a:pt x="51" y="0"/>
                    <a:pt x="41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3765;p55">
              <a:extLst>
                <a:ext uri="{FF2B5EF4-FFF2-40B4-BE49-F238E27FC236}">
                  <a16:creationId xmlns:a16="http://schemas.microsoft.com/office/drawing/2014/main" id="{C232A56D-C1AB-4D5D-ACA6-E286899B8F2C}"/>
                </a:ext>
              </a:extLst>
            </p:cNvPr>
            <p:cNvSpPr/>
            <p:nvPr/>
          </p:nvSpPr>
          <p:spPr>
            <a:xfrm>
              <a:off x="5390725" y="2825900"/>
              <a:ext cx="3725" cy="4775"/>
            </a:xfrm>
            <a:custGeom>
              <a:avLst/>
              <a:gdLst/>
              <a:ahLst/>
              <a:cxnLst/>
              <a:rect l="l" t="t" r="r" b="b"/>
              <a:pathLst>
                <a:path w="149" h="191" extrusionOk="0">
                  <a:moveTo>
                    <a:pt x="41" y="1"/>
                  </a:moveTo>
                  <a:cubicBezTo>
                    <a:pt x="17" y="1"/>
                    <a:pt x="1" y="20"/>
                    <a:pt x="1" y="53"/>
                  </a:cubicBezTo>
                  <a:cubicBezTo>
                    <a:pt x="3" y="105"/>
                    <a:pt x="31" y="152"/>
                    <a:pt x="74" y="181"/>
                  </a:cubicBezTo>
                  <a:cubicBezTo>
                    <a:pt x="86" y="188"/>
                    <a:pt x="97" y="191"/>
                    <a:pt x="107" y="191"/>
                  </a:cubicBezTo>
                  <a:cubicBezTo>
                    <a:pt x="131" y="191"/>
                    <a:pt x="148" y="172"/>
                    <a:pt x="148" y="139"/>
                  </a:cubicBezTo>
                  <a:cubicBezTo>
                    <a:pt x="144" y="87"/>
                    <a:pt x="118" y="39"/>
                    <a:pt x="74" y="11"/>
                  </a:cubicBezTo>
                  <a:cubicBezTo>
                    <a:pt x="62" y="4"/>
                    <a:pt x="51" y="1"/>
                    <a:pt x="41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3766;p55">
              <a:extLst>
                <a:ext uri="{FF2B5EF4-FFF2-40B4-BE49-F238E27FC236}">
                  <a16:creationId xmlns:a16="http://schemas.microsoft.com/office/drawing/2014/main" id="{8C17C356-EC06-4194-B863-99F24D56D118}"/>
                </a:ext>
              </a:extLst>
            </p:cNvPr>
            <p:cNvSpPr/>
            <p:nvPr/>
          </p:nvSpPr>
          <p:spPr>
            <a:xfrm>
              <a:off x="5399825" y="2831150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1" y="0"/>
                  </a:moveTo>
                  <a:cubicBezTo>
                    <a:pt x="17" y="0"/>
                    <a:pt x="0" y="20"/>
                    <a:pt x="0" y="53"/>
                  </a:cubicBezTo>
                  <a:cubicBezTo>
                    <a:pt x="2" y="105"/>
                    <a:pt x="30" y="152"/>
                    <a:pt x="74" y="181"/>
                  </a:cubicBezTo>
                  <a:cubicBezTo>
                    <a:pt x="85" y="188"/>
                    <a:pt x="96" y="191"/>
                    <a:pt x="106" y="191"/>
                  </a:cubicBezTo>
                  <a:cubicBezTo>
                    <a:pt x="131" y="191"/>
                    <a:pt x="147" y="171"/>
                    <a:pt x="147" y="138"/>
                  </a:cubicBezTo>
                  <a:cubicBezTo>
                    <a:pt x="144" y="86"/>
                    <a:pt x="117" y="39"/>
                    <a:pt x="74" y="11"/>
                  </a:cubicBezTo>
                  <a:cubicBezTo>
                    <a:pt x="62" y="4"/>
                    <a:pt x="51" y="0"/>
                    <a:pt x="41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3767;p55">
              <a:extLst>
                <a:ext uri="{FF2B5EF4-FFF2-40B4-BE49-F238E27FC236}">
                  <a16:creationId xmlns:a16="http://schemas.microsoft.com/office/drawing/2014/main" id="{BE829107-B9A6-443D-A026-1BEF76FFE358}"/>
                </a:ext>
              </a:extLst>
            </p:cNvPr>
            <p:cNvSpPr/>
            <p:nvPr/>
          </p:nvSpPr>
          <p:spPr>
            <a:xfrm>
              <a:off x="5408900" y="2836400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0" y="0"/>
                  </a:moveTo>
                  <a:cubicBezTo>
                    <a:pt x="16" y="0"/>
                    <a:pt x="0" y="20"/>
                    <a:pt x="0" y="53"/>
                  </a:cubicBezTo>
                  <a:cubicBezTo>
                    <a:pt x="3" y="105"/>
                    <a:pt x="30" y="152"/>
                    <a:pt x="74" y="181"/>
                  </a:cubicBezTo>
                  <a:cubicBezTo>
                    <a:pt x="86" y="188"/>
                    <a:pt x="97" y="191"/>
                    <a:pt x="106" y="191"/>
                  </a:cubicBezTo>
                  <a:cubicBezTo>
                    <a:pt x="131" y="191"/>
                    <a:pt x="147" y="171"/>
                    <a:pt x="147" y="138"/>
                  </a:cubicBezTo>
                  <a:cubicBezTo>
                    <a:pt x="145" y="86"/>
                    <a:pt x="117" y="39"/>
                    <a:pt x="74" y="11"/>
                  </a:cubicBezTo>
                  <a:cubicBezTo>
                    <a:pt x="62" y="4"/>
                    <a:pt x="50" y="0"/>
                    <a:pt x="40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3768;p55">
              <a:extLst>
                <a:ext uri="{FF2B5EF4-FFF2-40B4-BE49-F238E27FC236}">
                  <a16:creationId xmlns:a16="http://schemas.microsoft.com/office/drawing/2014/main" id="{6E65CC78-F35B-42F5-89E7-047C5236B30F}"/>
                </a:ext>
              </a:extLst>
            </p:cNvPr>
            <p:cNvSpPr/>
            <p:nvPr/>
          </p:nvSpPr>
          <p:spPr>
            <a:xfrm>
              <a:off x="5418000" y="2841650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0" y="0"/>
                  </a:moveTo>
                  <a:cubicBezTo>
                    <a:pt x="16" y="0"/>
                    <a:pt x="1" y="20"/>
                    <a:pt x="1" y="53"/>
                  </a:cubicBezTo>
                  <a:cubicBezTo>
                    <a:pt x="3" y="105"/>
                    <a:pt x="31" y="152"/>
                    <a:pt x="74" y="180"/>
                  </a:cubicBezTo>
                  <a:cubicBezTo>
                    <a:pt x="86" y="187"/>
                    <a:pt x="97" y="190"/>
                    <a:pt x="107" y="190"/>
                  </a:cubicBezTo>
                  <a:cubicBezTo>
                    <a:pt x="131" y="190"/>
                    <a:pt x="148" y="171"/>
                    <a:pt x="148" y="137"/>
                  </a:cubicBezTo>
                  <a:cubicBezTo>
                    <a:pt x="144" y="86"/>
                    <a:pt x="118" y="39"/>
                    <a:pt x="74" y="11"/>
                  </a:cubicBezTo>
                  <a:cubicBezTo>
                    <a:pt x="62" y="4"/>
                    <a:pt x="50" y="0"/>
                    <a:pt x="40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3769;p55">
              <a:extLst>
                <a:ext uri="{FF2B5EF4-FFF2-40B4-BE49-F238E27FC236}">
                  <a16:creationId xmlns:a16="http://schemas.microsoft.com/office/drawing/2014/main" id="{BCFBDF97-45A0-4602-8EF3-A1E9DC9965CC}"/>
                </a:ext>
              </a:extLst>
            </p:cNvPr>
            <p:cNvSpPr/>
            <p:nvPr/>
          </p:nvSpPr>
          <p:spPr>
            <a:xfrm>
              <a:off x="5427050" y="2846875"/>
              <a:ext cx="3700" cy="4800"/>
            </a:xfrm>
            <a:custGeom>
              <a:avLst/>
              <a:gdLst/>
              <a:ahLst/>
              <a:cxnLst/>
              <a:rect l="l" t="t" r="r" b="b"/>
              <a:pathLst>
                <a:path w="148" h="192" extrusionOk="0">
                  <a:moveTo>
                    <a:pt x="42" y="1"/>
                  </a:moveTo>
                  <a:cubicBezTo>
                    <a:pt x="18" y="1"/>
                    <a:pt x="1" y="20"/>
                    <a:pt x="1" y="54"/>
                  </a:cubicBezTo>
                  <a:cubicBezTo>
                    <a:pt x="4" y="105"/>
                    <a:pt x="31" y="153"/>
                    <a:pt x="74" y="181"/>
                  </a:cubicBezTo>
                  <a:cubicBezTo>
                    <a:pt x="86" y="188"/>
                    <a:pt x="98" y="191"/>
                    <a:pt x="108" y="191"/>
                  </a:cubicBezTo>
                  <a:cubicBezTo>
                    <a:pt x="132" y="191"/>
                    <a:pt x="148" y="172"/>
                    <a:pt x="148" y="138"/>
                  </a:cubicBezTo>
                  <a:cubicBezTo>
                    <a:pt x="145" y="87"/>
                    <a:pt x="118" y="39"/>
                    <a:pt x="74" y="11"/>
                  </a:cubicBezTo>
                  <a:cubicBezTo>
                    <a:pt x="63" y="4"/>
                    <a:pt x="52" y="1"/>
                    <a:pt x="42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3770;p55">
              <a:extLst>
                <a:ext uri="{FF2B5EF4-FFF2-40B4-BE49-F238E27FC236}">
                  <a16:creationId xmlns:a16="http://schemas.microsoft.com/office/drawing/2014/main" id="{8FD6D193-8752-4825-B98B-A827216BEB59}"/>
                </a:ext>
              </a:extLst>
            </p:cNvPr>
            <p:cNvSpPr/>
            <p:nvPr/>
          </p:nvSpPr>
          <p:spPr>
            <a:xfrm>
              <a:off x="5363225" y="2800700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2" y="1"/>
                  </a:moveTo>
                  <a:cubicBezTo>
                    <a:pt x="18" y="1"/>
                    <a:pt x="0" y="20"/>
                    <a:pt x="0" y="52"/>
                  </a:cubicBezTo>
                  <a:cubicBezTo>
                    <a:pt x="4" y="104"/>
                    <a:pt x="31" y="153"/>
                    <a:pt x="74" y="180"/>
                  </a:cubicBezTo>
                  <a:cubicBezTo>
                    <a:pt x="86" y="187"/>
                    <a:pt x="97" y="191"/>
                    <a:pt x="107" y="191"/>
                  </a:cubicBezTo>
                  <a:cubicBezTo>
                    <a:pt x="131" y="191"/>
                    <a:pt x="148" y="171"/>
                    <a:pt x="148" y="138"/>
                  </a:cubicBezTo>
                  <a:cubicBezTo>
                    <a:pt x="145" y="86"/>
                    <a:pt x="117" y="39"/>
                    <a:pt x="74" y="10"/>
                  </a:cubicBezTo>
                  <a:cubicBezTo>
                    <a:pt x="63" y="4"/>
                    <a:pt x="52" y="1"/>
                    <a:pt x="42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3771;p55">
              <a:extLst>
                <a:ext uri="{FF2B5EF4-FFF2-40B4-BE49-F238E27FC236}">
                  <a16:creationId xmlns:a16="http://schemas.microsoft.com/office/drawing/2014/main" id="{6130CD00-47D5-4CF3-8518-C7C1E221DA89}"/>
                </a:ext>
              </a:extLst>
            </p:cNvPr>
            <p:cNvSpPr/>
            <p:nvPr/>
          </p:nvSpPr>
          <p:spPr>
            <a:xfrm>
              <a:off x="5372325" y="2805950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1" y="0"/>
                  </a:moveTo>
                  <a:cubicBezTo>
                    <a:pt x="17" y="0"/>
                    <a:pt x="1" y="19"/>
                    <a:pt x="1" y="52"/>
                  </a:cubicBezTo>
                  <a:cubicBezTo>
                    <a:pt x="3" y="104"/>
                    <a:pt x="31" y="153"/>
                    <a:pt x="74" y="180"/>
                  </a:cubicBezTo>
                  <a:cubicBezTo>
                    <a:pt x="86" y="187"/>
                    <a:pt x="97" y="191"/>
                    <a:pt x="107" y="191"/>
                  </a:cubicBezTo>
                  <a:cubicBezTo>
                    <a:pt x="131" y="191"/>
                    <a:pt x="148" y="171"/>
                    <a:pt x="148" y="138"/>
                  </a:cubicBezTo>
                  <a:cubicBezTo>
                    <a:pt x="144" y="86"/>
                    <a:pt x="118" y="39"/>
                    <a:pt x="74" y="10"/>
                  </a:cubicBezTo>
                  <a:cubicBezTo>
                    <a:pt x="62" y="3"/>
                    <a:pt x="51" y="0"/>
                    <a:pt x="41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3772;p55">
              <a:extLst>
                <a:ext uri="{FF2B5EF4-FFF2-40B4-BE49-F238E27FC236}">
                  <a16:creationId xmlns:a16="http://schemas.microsoft.com/office/drawing/2014/main" id="{B2BA14AC-4524-4BFF-B4BD-6CE3464F711A}"/>
                </a:ext>
              </a:extLst>
            </p:cNvPr>
            <p:cNvSpPr/>
            <p:nvPr/>
          </p:nvSpPr>
          <p:spPr>
            <a:xfrm>
              <a:off x="5381400" y="2811200"/>
              <a:ext cx="3725" cy="4775"/>
            </a:xfrm>
            <a:custGeom>
              <a:avLst/>
              <a:gdLst/>
              <a:ahLst/>
              <a:cxnLst/>
              <a:rect l="l" t="t" r="r" b="b"/>
              <a:pathLst>
                <a:path w="149" h="191" extrusionOk="0">
                  <a:moveTo>
                    <a:pt x="41" y="0"/>
                  </a:moveTo>
                  <a:cubicBezTo>
                    <a:pt x="17" y="0"/>
                    <a:pt x="1" y="19"/>
                    <a:pt x="1" y="52"/>
                  </a:cubicBezTo>
                  <a:cubicBezTo>
                    <a:pt x="3" y="104"/>
                    <a:pt x="31" y="151"/>
                    <a:pt x="75" y="180"/>
                  </a:cubicBezTo>
                  <a:cubicBezTo>
                    <a:pt x="87" y="187"/>
                    <a:pt x="98" y="190"/>
                    <a:pt x="108" y="190"/>
                  </a:cubicBezTo>
                  <a:cubicBezTo>
                    <a:pt x="132" y="190"/>
                    <a:pt x="148" y="171"/>
                    <a:pt x="148" y="138"/>
                  </a:cubicBezTo>
                  <a:cubicBezTo>
                    <a:pt x="146" y="86"/>
                    <a:pt x="118" y="38"/>
                    <a:pt x="75" y="10"/>
                  </a:cubicBezTo>
                  <a:cubicBezTo>
                    <a:pt x="63" y="3"/>
                    <a:pt x="51" y="0"/>
                    <a:pt x="41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3773;p55">
              <a:extLst>
                <a:ext uri="{FF2B5EF4-FFF2-40B4-BE49-F238E27FC236}">
                  <a16:creationId xmlns:a16="http://schemas.microsoft.com/office/drawing/2014/main" id="{04EF508F-B88A-459D-BBB7-B819B759DA37}"/>
                </a:ext>
              </a:extLst>
            </p:cNvPr>
            <p:cNvSpPr/>
            <p:nvPr/>
          </p:nvSpPr>
          <p:spPr>
            <a:xfrm>
              <a:off x="5390500" y="2816425"/>
              <a:ext cx="3700" cy="4800"/>
            </a:xfrm>
            <a:custGeom>
              <a:avLst/>
              <a:gdLst/>
              <a:ahLst/>
              <a:cxnLst/>
              <a:rect l="l" t="t" r="r" b="b"/>
              <a:pathLst>
                <a:path w="148" h="192" extrusionOk="0">
                  <a:moveTo>
                    <a:pt x="40" y="1"/>
                  </a:moveTo>
                  <a:cubicBezTo>
                    <a:pt x="16" y="1"/>
                    <a:pt x="0" y="20"/>
                    <a:pt x="0" y="53"/>
                  </a:cubicBezTo>
                  <a:cubicBezTo>
                    <a:pt x="3" y="105"/>
                    <a:pt x="30" y="152"/>
                    <a:pt x="74" y="181"/>
                  </a:cubicBezTo>
                  <a:cubicBezTo>
                    <a:pt x="86" y="188"/>
                    <a:pt x="97" y="191"/>
                    <a:pt x="107" y="191"/>
                  </a:cubicBezTo>
                  <a:cubicBezTo>
                    <a:pt x="131" y="191"/>
                    <a:pt x="147" y="172"/>
                    <a:pt x="147" y="139"/>
                  </a:cubicBezTo>
                  <a:cubicBezTo>
                    <a:pt x="145" y="87"/>
                    <a:pt x="117" y="39"/>
                    <a:pt x="74" y="11"/>
                  </a:cubicBezTo>
                  <a:cubicBezTo>
                    <a:pt x="62" y="4"/>
                    <a:pt x="50" y="1"/>
                    <a:pt x="40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3774;p55">
              <a:extLst>
                <a:ext uri="{FF2B5EF4-FFF2-40B4-BE49-F238E27FC236}">
                  <a16:creationId xmlns:a16="http://schemas.microsoft.com/office/drawing/2014/main" id="{8D8727C8-2EED-48A9-BD31-2E1CE1F5E249}"/>
                </a:ext>
              </a:extLst>
            </p:cNvPr>
            <p:cNvSpPr/>
            <p:nvPr/>
          </p:nvSpPr>
          <p:spPr>
            <a:xfrm>
              <a:off x="5399575" y="2821675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1" y="1"/>
                  </a:moveTo>
                  <a:cubicBezTo>
                    <a:pt x="17" y="1"/>
                    <a:pt x="0" y="20"/>
                    <a:pt x="0" y="53"/>
                  </a:cubicBezTo>
                  <a:cubicBezTo>
                    <a:pt x="3" y="105"/>
                    <a:pt x="31" y="152"/>
                    <a:pt x="74" y="181"/>
                  </a:cubicBezTo>
                  <a:cubicBezTo>
                    <a:pt x="86" y="188"/>
                    <a:pt x="97" y="191"/>
                    <a:pt x="106" y="191"/>
                  </a:cubicBezTo>
                  <a:cubicBezTo>
                    <a:pt x="131" y="191"/>
                    <a:pt x="148" y="171"/>
                    <a:pt x="148" y="138"/>
                  </a:cubicBezTo>
                  <a:cubicBezTo>
                    <a:pt x="145" y="86"/>
                    <a:pt x="117" y="39"/>
                    <a:pt x="74" y="11"/>
                  </a:cubicBezTo>
                  <a:cubicBezTo>
                    <a:pt x="62" y="4"/>
                    <a:pt x="51" y="1"/>
                    <a:pt x="41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3775;p55">
              <a:extLst>
                <a:ext uri="{FF2B5EF4-FFF2-40B4-BE49-F238E27FC236}">
                  <a16:creationId xmlns:a16="http://schemas.microsoft.com/office/drawing/2014/main" id="{A91B0C0D-C50A-45F3-9426-9DBD23E15D87}"/>
                </a:ext>
              </a:extLst>
            </p:cNvPr>
            <p:cNvSpPr/>
            <p:nvPr/>
          </p:nvSpPr>
          <p:spPr>
            <a:xfrm>
              <a:off x="5408650" y="2826925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1" y="1"/>
                  </a:moveTo>
                  <a:cubicBezTo>
                    <a:pt x="17" y="1"/>
                    <a:pt x="1" y="20"/>
                    <a:pt x="1" y="53"/>
                  </a:cubicBezTo>
                  <a:cubicBezTo>
                    <a:pt x="4" y="105"/>
                    <a:pt x="31" y="152"/>
                    <a:pt x="74" y="181"/>
                  </a:cubicBezTo>
                  <a:cubicBezTo>
                    <a:pt x="86" y="188"/>
                    <a:pt x="97" y="191"/>
                    <a:pt x="107" y="191"/>
                  </a:cubicBezTo>
                  <a:cubicBezTo>
                    <a:pt x="131" y="191"/>
                    <a:pt x="148" y="171"/>
                    <a:pt x="148" y="138"/>
                  </a:cubicBezTo>
                  <a:cubicBezTo>
                    <a:pt x="145" y="86"/>
                    <a:pt x="118" y="39"/>
                    <a:pt x="74" y="11"/>
                  </a:cubicBezTo>
                  <a:cubicBezTo>
                    <a:pt x="62" y="4"/>
                    <a:pt x="51" y="1"/>
                    <a:pt x="41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3776;p55">
              <a:extLst>
                <a:ext uri="{FF2B5EF4-FFF2-40B4-BE49-F238E27FC236}">
                  <a16:creationId xmlns:a16="http://schemas.microsoft.com/office/drawing/2014/main" id="{DBA46A9F-BA65-4297-94EF-059EE8467A0F}"/>
                </a:ext>
              </a:extLst>
            </p:cNvPr>
            <p:cNvSpPr/>
            <p:nvPr/>
          </p:nvSpPr>
          <p:spPr>
            <a:xfrm>
              <a:off x="5417725" y="2832175"/>
              <a:ext cx="3700" cy="4775"/>
            </a:xfrm>
            <a:custGeom>
              <a:avLst/>
              <a:gdLst/>
              <a:ahLst/>
              <a:cxnLst/>
              <a:rect l="l" t="t" r="r" b="b"/>
              <a:pathLst>
                <a:path w="148" h="191" extrusionOk="0">
                  <a:moveTo>
                    <a:pt x="42" y="0"/>
                  </a:moveTo>
                  <a:cubicBezTo>
                    <a:pt x="18" y="0"/>
                    <a:pt x="1" y="20"/>
                    <a:pt x="1" y="53"/>
                  </a:cubicBezTo>
                  <a:cubicBezTo>
                    <a:pt x="4" y="105"/>
                    <a:pt x="31" y="152"/>
                    <a:pt x="74" y="180"/>
                  </a:cubicBezTo>
                  <a:cubicBezTo>
                    <a:pt x="86" y="187"/>
                    <a:pt x="98" y="190"/>
                    <a:pt x="108" y="190"/>
                  </a:cubicBezTo>
                  <a:cubicBezTo>
                    <a:pt x="132" y="190"/>
                    <a:pt x="148" y="171"/>
                    <a:pt x="148" y="138"/>
                  </a:cubicBezTo>
                  <a:cubicBezTo>
                    <a:pt x="146" y="86"/>
                    <a:pt x="118" y="39"/>
                    <a:pt x="74" y="10"/>
                  </a:cubicBezTo>
                  <a:cubicBezTo>
                    <a:pt x="63" y="3"/>
                    <a:pt x="52" y="0"/>
                    <a:pt x="42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3777;p55">
              <a:extLst>
                <a:ext uri="{FF2B5EF4-FFF2-40B4-BE49-F238E27FC236}">
                  <a16:creationId xmlns:a16="http://schemas.microsoft.com/office/drawing/2014/main" id="{92FB1C77-7FD7-4F9E-972B-3BFF84E10232}"/>
                </a:ext>
              </a:extLst>
            </p:cNvPr>
            <p:cNvSpPr/>
            <p:nvPr/>
          </p:nvSpPr>
          <p:spPr>
            <a:xfrm>
              <a:off x="5426850" y="2837400"/>
              <a:ext cx="3675" cy="4800"/>
            </a:xfrm>
            <a:custGeom>
              <a:avLst/>
              <a:gdLst/>
              <a:ahLst/>
              <a:cxnLst/>
              <a:rect l="l" t="t" r="r" b="b"/>
              <a:pathLst>
                <a:path w="147" h="192" extrusionOk="0">
                  <a:moveTo>
                    <a:pt x="41" y="1"/>
                  </a:moveTo>
                  <a:cubicBezTo>
                    <a:pt x="17" y="1"/>
                    <a:pt x="0" y="20"/>
                    <a:pt x="0" y="54"/>
                  </a:cubicBezTo>
                  <a:cubicBezTo>
                    <a:pt x="3" y="105"/>
                    <a:pt x="30" y="153"/>
                    <a:pt x="74" y="181"/>
                  </a:cubicBezTo>
                  <a:cubicBezTo>
                    <a:pt x="85" y="188"/>
                    <a:pt x="96" y="191"/>
                    <a:pt x="106" y="191"/>
                  </a:cubicBezTo>
                  <a:cubicBezTo>
                    <a:pt x="130" y="191"/>
                    <a:pt x="146" y="172"/>
                    <a:pt x="146" y="139"/>
                  </a:cubicBezTo>
                  <a:cubicBezTo>
                    <a:pt x="144" y="87"/>
                    <a:pt x="116" y="40"/>
                    <a:pt x="74" y="11"/>
                  </a:cubicBezTo>
                  <a:cubicBezTo>
                    <a:pt x="62" y="4"/>
                    <a:pt x="51" y="1"/>
                    <a:pt x="41" y="1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3778;p55">
              <a:extLst>
                <a:ext uri="{FF2B5EF4-FFF2-40B4-BE49-F238E27FC236}">
                  <a16:creationId xmlns:a16="http://schemas.microsoft.com/office/drawing/2014/main" id="{758D2B60-DE82-4EE1-AA09-4DAF81B6A957}"/>
                </a:ext>
              </a:extLst>
            </p:cNvPr>
            <p:cNvSpPr/>
            <p:nvPr/>
          </p:nvSpPr>
          <p:spPr>
            <a:xfrm>
              <a:off x="5438675" y="2848000"/>
              <a:ext cx="29650" cy="20275"/>
            </a:xfrm>
            <a:custGeom>
              <a:avLst/>
              <a:gdLst/>
              <a:ahLst/>
              <a:cxnLst/>
              <a:rect l="l" t="t" r="r" b="b"/>
              <a:pathLst>
                <a:path w="1186" h="811" extrusionOk="0">
                  <a:moveTo>
                    <a:pt x="0" y="1"/>
                  </a:moveTo>
                  <a:lnTo>
                    <a:pt x="0" y="127"/>
                  </a:lnTo>
                  <a:lnTo>
                    <a:pt x="1184" y="810"/>
                  </a:lnTo>
                  <a:lnTo>
                    <a:pt x="1185" y="68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7FA8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3779;p55">
              <a:extLst>
                <a:ext uri="{FF2B5EF4-FFF2-40B4-BE49-F238E27FC236}">
                  <a16:creationId xmlns:a16="http://schemas.microsoft.com/office/drawing/2014/main" id="{E1B81865-44C6-41DA-AD08-4F97B661556E}"/>
                </a:ext>
              </a:extLst>
            </p:cNvPr>
            <p:cNvSpPr/>
            <p:nvPr/>
          </p:nvSpPr>
          <p:spPr>
            <a:xfrm>
              <a:off x="5340275" y="2785800"/>
              <a:ext cx="15675" cy="20175"/>
            </a:xfrm>
            <a:custGeom>
              <a:avLst/>
              <a:gdLst/>
              <a:ahLst/>
              <a:cxnLst/>
              <a:rect l="l" t="t" r="r" b="b"/>
              <a:pathLst>
                <a:path w="627" h="807" extrusionOk="0">
                  <a:moveTo>
                    <a:pt x="174" y="0"/>
                  </a:moveTo>
                  <a:cubicBezTo>
                    <a:pt x="72" y="0"/>
                    <a:pt x="2" y="82"/>
                    <a:pt x="0" y="224"/>
                  </a:cubicBezTo>
                  <a:cubicBezTo>
                    <a:pt x="0" y="422"/>
                    <a:pt x="140" y="665"/>
                    <a:pt x="314" y="763"/>
                  </a:cubicBezTo>
                  <a:cubicBezTo>
                    <a:pt x="331" y="774"/>
                    <a:pt x="349" y="782"/>
                    <a:pt x="368" y="788"/>
                  </a:cubicBezTo>
                  <a:cubicBezTo>
                    <a:pt x="399" y="800"/>
                    <a:pt x="428" y="806"/>
                    <a:pt x="455" y="806"/>
                  </a:cubicBezTo>
                  <a:cubicBezTo>
                    <a:pt x="556" y="806"/>
                    <a:pt x="626" y="724"/>
                    <a:pt x="626" y="583"/>
                  </a:cubicBezTo>
                  <a:cubicBezTo>
                    <a:pt x="626" y="416"/>
                    <a:pt x="526" y="216"/>
                    <a:pt x="391" y="99"/>
                  </a:cubicBezTo>
                  <a:cubicBezTo>
                    <a:pt x="367" y="78"/>
                    <a:pt x="342" y="58"/>
                    <a:pt x="314" y="43"/>
                  </a:cubicBezTo>
                  <a:cubicBezTo>
                    <a:pt x="264" y="14"/>
                    <a:pt x="216" y="0"/>
                    <a:pt x="174" y="0"/>
                  </a:cubicBezTo>
                  <a:close/>
                </a:path>
              </a:pathLst>
            </a:custGeom>
            <a:solidFill>
              <a:srgbClr val="3C5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3780;p55">
              <a:extLst>
                <a:ext uri="{FF2B5EF4-FFF2-40B4-BE49-F238E27FC236}">
                  <a16:creationId xmlns:a16="http://schemas.microsoft.com/office/drawing/2014/main" id="{903B0461-77CC-4B57-B570-AE9F8D09E4B2}"/>
                </a:ext>
              </a:extLst>
            </p:cNvPr>
            <p:cNvSpPr/>
            <p:nvPr/>
          </p:nvSpPr>
          <p:spPr>
            <a:xfrm>
              <a:off x="5343650" y="2787850"/>
              <a:ext cx="12300" cy="18125"/>
            </a:xfrm>
            <a:custGeom>
              <a:avLst/>
              <a:gdLst/>
              <a:ahLst/>
              <a:cxnLst/>
              <a:rect l="l" t="t" r="r" b="b"/>
              <a:pathLst>
                <a:path w="492" h="725" extrusionOk="0">
                  <a:moveTo>
                    <a:pt x="172" y="1"/>
                  </a:moveTo>
                  <a:cubicBezTo>
                    <a:pt x="71" y="1"/>
                    <a:pt x="0" y="83"/>
                    <a:pt x="0" y="224"/>
                  </a:cubicBezTo>
                  <a:cubicBezTo>
                    <a:pt x="0" y="389"/>
                    <a:pt x="99" y="588"/>
                    <a:pt x="233" y="706"/>
                  </a:cubicBezTo>
                  <a:cubicBezTo>
                    <a:pt x="264" y="718"/>
                    <a:pt x="293" y="724"/>
                    <a:pt x="320" y="724"/>
                  </a:cubicBezTo>
                  <a:cubicBezTo>
                    <a:pt x="421" y="724"/>
                    <a:pt x="491" y="642"/>
                    <a:pt x="491" y="501"/>
                  </a:cubicBezTo>
                  <a:cubicBezTo>
                    <a:pt x="491" y="335"/>
                    <a:pt x="391" y="134"/>
                    <a:pt x="256" y="17"/>
                  </a:cubicBezTo>
                  <a:cubicBezTo>
                    <a:pt x="227" y="6"/>
                    <a:pt x="198" y="1"/>
                    <a:pt x="172" y="1"/>
                  </a:cubicBezTo>
                  <a:close/>
                </a:path>
              </a:pathLst>
            </a:custGeom>
            <a:solidFill>
              <a:srgbClr val="2441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9897075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Google Shape;1846;p49"/>
          <p:cNvSpPr/>
          <p:nvPr/>
        </p:nvSpPr>
        <p:spPr>
          <a:xfrm>
            <a:off x="865500" y="-1134700"/>
            <a:ext cx="7413000" cy="7413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7" name="Google Shape;1847;p49"/>
          <p:cNvSpPr txBox="1">
            <a:spLocks noGrp="1"/>
          </p:cNvSpPr>
          <p:nvPr>
            <p:ph type="ctrTitle"/>
          </p:nvPr>
        </p:nvSpPr>
        <p:spPr>
          <a:xfrm flipH="1">
            <a:off x="1619069" y="2259124"/>
            <a:ext cx="3690300" cy="45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KESIMPULAN DAN SARAN</a:t>
            </a:r>
            <a:endParaRPr dirty="0"/>
          </a:p>
        </p:txBody>
      </p:sp>
      <p:sp>
        <p:nvSpPr>
          <p:cNvPr id="1848" name="Google Shape;1848;p49"/>
          <p:cNvSpPr txBox="1">
            <a:spLocks noGrp="1"/>
          </p:cNvSpPr>
          <p:nvPr>
            <p:ph type="title" idx="2"/>
          </p:nvPr>
        </p:nvSpPr>
        <p:spPr>
          <a:xfrm flipH="1">
            <a:off x="1619119" y="2961488"/>
            <a:ext cx="22407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lt1"/>
                </a:solidFill>
              </a:rPr>
              <a:t>09</a:t>
            </a:r>
            <a:endParaRPr dirty="0">
              <a:solidFill>
                <a:schemeClr val="lt1"/>
              </a:solidFill>
            </a:endParaRPr>
          </a:p>
        </p:txBody>
      </p:sp>
      <p:grpSp>
        <p:nvGrpSpPr>
          <p:cNvPr id="50" name="Google Shape;3046;p54">
            <a:extLst>
              <a:ext uri="{FF2B5EF4-FFF2-40B4-BE49-F238E27FC236}">
                <a16:creationId xmlns:a16="http://schemas.microsoft.com/office/drawing/2014/main" id="{0AF5DA1A-EB2C-4D07-A997-8AE0F6989B5C}"/>
              </a:ext>
            </a:extLst>
          </p:cNvPr>
          <p:cNvGrpSpPr/>
          <p:nvPr/>
        </p:nvGrpSpPr>
        <p:grpSpPr>
          <a:xfrm>
            <a:off x="5231052" y="624658"/>
            <a:ext cx="3125766" cy="3091702"/>
            <a:chOff x="867900" y="2040850"/>
            <a:chExt cx="367225" cy="363225"/>
          </a:xfrm>
        </p:grpSpPr>
        <p:sp>
          <p:nvSpPr>
            <p:cNvPr id="51" name="Google Shape;3047;p54">
              <a:extLst>
                <a:ext uri="{FF2B5EF4-FFF2-40B4-BE49-F238E27FC236}">
                  <a16:creationId xmlns:a16="http://schemas.microsoft.com/office/drawing/2014/main" id="{CAECBFAB-309D-49FE-B541-FFACE5451C59}"/>
                </a:ext>
              </a:extLst>
            </p:cNvPr>
            <p:cNvSpPr/>
            <p:nvPr/>
          </p:nvSpPr>
          <p:spPr>
            <a:xfrm>
              <a:off x="867900" y="2184850"/>
              <a:ext cx="367225" cy="219225"/>
            </a:xfrm>
            <a:custGeom>
              <a:avLst/>
              <a:gdLst/>
              <a:ahLst/>
              <a:cxnLst/>
              <a:rect l="l" t="t" r="r" b="b"/>
              <a:pathLst>
                <a:path w="14689" h="8769" extrusionOk="0">
                  <a:moveTo>
                    <a:pt x="7321" y="0"/>
                  </a:moveTo>
                  <a:lnTo>
                    <a:pt x="2" y="4254"/>
                  </a:lnTo>
                  <a:lnTo>
                    <a:pt x="1" y="4515"/>
                  </a:lnTo>
                  <a:lnTo>
                    <a:pt x="7368" y="8769"/>
                  </a:lnTo>
                  <a:lnTo>
                    <a:pt x="14689" y="4515"/>
                  </a:lnTo>
                  <a:lnTo>
                    <a:pt x="14689" y="4254"/>
                  </a:lnTo>
                  <a:lnTo>
                    <a:pt x="7321" y="0"/>
                  </a:lnTo>
                  <a:close/>
                </a:path>
              </a:pathLst>
            </a:custGeom>
            <a:solidFill>
              <a:srgbClr val="716F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3048;p54">
              <a:extLst>
                <a:ext uri="{FF2B5EF4-FFF2-40B4-BE49-F238E27FC236}">
                  <a16:creationId xmlns:a16="http://schemas.microsoft.com/office/drawing/2014/main" id="{2A9B2157-F0DB-4916-A7C0-EFB578AAD554}"/>
                </a:ext>
              </a:extLst>
            </p:cNvPr>
            <p:cNvSpPr/>
            <p:nvPr/>
          </p:nvSpPr>
          <p:spPr>
            <a:xfrm>
              <a:off x="1052100" y="2291175"/>
              <a:ext cx="183025" cy="112900"/>
            </a:xfrm>
            <a:custGeom>
              <a:avLst/>
              <a:gdLst/>
              <a:ahLst/>
              <a:cxnLst/>
              <a:rect l="l" t="t" r="r" b="b"/>
              <a:pathLst>
                <a:path w="7321" h="4516" extrusionOk="0">
                  <a:moveTo>
                    <a:pt x="7321" y="1"/>
                  </a:moveTo>
                  <a:lnTo>
                    <a:pt x="2" y="4255"/>
                  </a:lnTo>
                  <a:lnTo>
                    <a:pt x="0" y="4516"/>
                  </a:lnTo>
                  <a:lnTo>
                    <a:pt x="7321" y="262"/>
                  </a:lnTo>
                  <a:lnTo>
                    <a:pt x="7321" y="1"/>
                  </a:lnTo>
                  <a:close/>
                </a:path>
              </a:pathLst>
            </a:custGeom>
            <a:solidFill>
              <a:srgbClr val="716F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3049;p54">
              <a:extLst>
                <a:ext uri="{FF2B5EF4-FFF2-40B4-BE49-F238E27FC236}">
                  <a16:creationId xmlns:a16="http://schemas.microsoft.com/office/drawing/2014/main" id="{47D6130B-24AB-4CC2-819A-865B2C740403}"/>
                </a:ext>
              </a:extLst>
            </p:cNvPr>
            <p:cNvSpPr/>
            <p:nvPr/>
          </p:nvSpPr>
          <p:spPr>
            <a:xfrm>
              <a:off x="867900" y="2291175"/>
              <a:ext cx="184250" cy="112900"/>
            </a:xfrm>
            <a:custGeom>
              <a:avLst/>
              <a:gdLst/>
              <a:ahLst/>
              <a:cxnLst/>
              <a:rect l="l" t="t" r="r" b="b"/>
              <a:pathLst>
                <a:path w="7370" h="4516" extrusionOk="0">
                  <a:moveTo>
                    <a:pt x="2" y="1"/>
                  </a:moveTo>
                  <a:lnTo>
                    <a:pt x="1" y="262"/>
                  </a:lnTo>
                  <a:lnTo>
                    <a:pt x="7368" y="4516"/>
                  </a:lnTo>
                  <a:lnTo>
                    <a:pt x="7370" y="4255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8381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3050;p54">
              <a:extLst>
                <a:ext uri="{FF2B5EF4-FFF2-40B4-BE49-F238E27FC236}">
                  <a16:creationId xmlns:a16="http://schemas.microsoft.com/office/drawing/2014/main" id="{4EEB95FF-60FC-4E30-8D83-6458B202259F}"/>
                </a:ext>
              </a:extLst>
            </p:cNvPr>
            <p:cNvSpPr/>
            <p:nvPr/>
          </p:nvSpPr>
          <p:spPr>
            <a:xfrm>
              <a:off x="867950" y="2184850"/>
              <a:ext cx="367175" cy="212700"/>
            </a:xfrm>
            <a:custGeom>
              <a:avLst/>
              <a:gdLst/>
              <a:ahLst/>
              <a:cxnLst/>
              <a:rect l="l" t="t" r="r" b="b"/>
              <a:pathLst>
                <a:path w="14687" h="8508" extrusionOk="0">
                  <a:moveTo>
                    <a:pt x="7319" y="0"/>
                  </a:moveTo>
                  <a:lnTo>
                    <a:pt x="0" y="4254"/>
                  </a:lnTo>
                  <a:lnTo>
                    <a:pt x="7368" y="8508"/>
                  </a:lnTo>
                  <a:lnTo>
                    <a:pt x="14687" y="4254"/>
                  </a:lnTo>
                  <a:lnTo>
                    <a:pt x="7319" y="0"/>
                  </a:lnTo>
                  <a:close/>
                </a:path>
              </a:pathLst>
            </a:custGeom>
            <a:solidFill>
              <a:srgbClr val="75B4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3051;p54">
              <a:extLst>
                <a:ext uri="{FF2B5EF4-FFF2-40B4-BE49-F238E27FC236}">
                  <a16:creationId xmlns:a16="http://schemas.microsoft.com/office/drawing/2014/main" id="{1F699856-AD57-4519-A253-E6CD48F8A75B}"/>
                </a:ext>
              </a:extLst>
            </p:cNvPr>
            <p:cNvSpPr/>
            <p:nvPr/>
          </p:nvSpPr>
          <p:spPr>
            <a:xfrm>
              <a:off x="867900" y="2112875"/>
              <a:ext cx="367225" cy="219200"/>
            </a:xfrm>
            <a:custGeom>
              <a:avLst/>
              <a:gdLst/>
              <a:ahLst/>
              <a:cxnLst/>
              <a:rect l="l" t="t" r="r" b="b"/>
              <a:pathLst>
                <a:path w="14689" h="8768" extrusionOk="0">
                  <a:moveTo>
                    <a:pt x="7321" y="0"/>
                  </a:moveTo>
                  <a:lnTo>
                    <a:pt x="2" y="4254"/>
                  </a:lnTo>
                  <a:lnTo>
                    <a:pt x="1" y="4514"/>
                  </a:lnTo>
                  <a:lnTo>
                    <a:pt x="7368" y="8768"/>
                  </a:lnTo>
                  <a:lnTo>
                    <a:pt x="14689" y="4514"/>
                  </a:lnTo>
                  <a:lnTo>
                    <a:pt x="14689" y="4252"/>
                  </a:lnTo>
                  <a:lnTo>
                    <a:pt x="7321" y="0"/>
                  </a:lnTo>
                  <a:close/>
                </a:path>
              </a:pathLst>
            </a:custGeom>
            <a:solidFill>
              <a:srgbClr val="FFD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3052;p54">
              <a:extLst>
                <a:ext uri="{FF2B5EF4-FFF2-40B4-BE49-F238E27FC236}">
                  <a16:creationId xmlns:a16="http://schemas.microsoft.com/office/drawing/2014/main" id="{E96B1723-F307-405F-9B37-FD1099DCCFD4}"/>
                </a:ext>
              </a:extLst>
            </p:cNvPr>
            <p:cNvSpPr/>
            <p:nvPr/>
          </p:nvSpPr>
          <p:spPr>
            <a:xfrm>
              <a:off x="1052100" y="2219175"/>
              <a:ext cx="183025" cy="112900"/>
            </a:xfrm>
            <a:custGeom>
              <a:avLst/>
              <a:gdLst/>
              <a:ahLst/>
              <a:cxnLst/>
              <a:rect l="l" t="t" r="r" b="b"/>
              <a:pathLst>
                <a:path w="7321" h="4516" extrusionOk="0">
                  <a:moveTo>
                    <a:pt x="7321" y="0"/>
                  </a:moveTo>
                  <a:lnTo>
                    <a:pt x="2" y="4254"/>
                  </a:lnTo>
                  <a:lnTo>
                    <a:pt x="0" y="4516"/>
                  </a:lnTo>
                  <a:lnTo>
                    <a:pt x="7321" y="262"/>
                  </a:lnTo>
                  <a:lnTo>
                    <a:pt x="7321" y="0"/>
                  </a:lnTo>
                  <a:close/>
                </a:path>
              </a:pathLst>
            </a:custGeom>
            <a:solidFill>
              <a:srgbClr val="FFD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3053;p54">
              <a:extLst>
                <a:ext uri="{FF2B5EF4-FFF2-40B4-BE49-F238E27FC236}">
                  <a16:creationId xmlns:a16="http://schemas.microsoft.com/office/drawing/2014/main" id="{AF8FEF8F-3854-490F-9D45-3FBA44664B65}"/>
                </a:ext>
              </a:extLst>
            </p:cNvPr>
            <p:cNvSpPr/>
            <p:nvPr/>
          </p:nvSpPr>
          <p:spPr>
            <a:xfrm>
              <a:off x="867900" y="2219225"/>
              <a:ext cx="184250" cy="112850"/>
            </a:xfrm>
            <a:custGeom>
              <a:avLst/>
              <a:gdLst/>
              <a:ahLst/>
              <a:cxnLst/>
              <a:rect l="l" t="t" r="r" b="b"/>
              <a:pathLst>
                <a:path w="7370" h="4514" extrusionOk="0">
                  <a:moveTo>
                    <a:pt x="2" y="0"/>
                  </a:moveTo>
                  <a:lnTo>
                    <a:pt x="1" y="260"/>
                  </a:lnTo>
                  <a:lnTo>
                    <a:pt x="7368" y="4514"/>
                  </a:lnTo>
                  <a:lnTo>
                    <a:pt x="7370" y="4252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E2B5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3054;p54">
              <a:extLst>
                <a:ext uri="{FF2B5EF4-FFF2-40B4-BE49-F238E27FC236}">
                  <a16:creationId xmlns:a16="http://schemas.microsoft.com/office/drawing/2014/main" id="{DD366891-F4AF-4AD7-A06F-B4E2F3642666}"/>
                </a:ext>
              </a:extLst>
            </p:cNvPr>
            <p:cNvSpPr/>
            <p:nvPr/>
          </p:nvSpPr>
          <p:spPr>
            <a:xfrm>
              <a:off x="867950" y="2112875"/>
              <a:ext cx="367175" cy="212675"/>
            </a:xfrm>
            <a:custGeom>
              <a:avLst/>
              <a:gdLst/>
              <a:ahLst/>
              <a:cxnLst/>
              <a:rect l="l" t="t" r="r" b="b"/>
              <a:pathLst>
                <a:path w="14687" h="8507" extrusionOk="0">
                  <a:moveTo>
                    <a:pt x="7319" y="0"/>
                  </a:moveTo>
                  <a:lnTo>
                    <a:pt x="0" y="4254"/>
                  </a:lnTo>
                  <a:lnTo>
                    <a:pt x="7368" y="8506"/>
                  </a:lnTo>
                  <a:lnTo>
                    <a:pt x="14687" y="4252"/>
                  </a:lnTo>
                  <a:lnTo>
                    <a:pt x="7319" y="0"/>
                  </a:lnTo>
                  <a:close/>
                </a:path>
              </a:pathLst>
            </a:custGeom>
            <a:solidFill>
              <a:srgbClr val="FBC9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3055;p54">
              <a:extLst>
                <a:ext uri="{FF2B5EF4-FFF2-40B4-BE49-F238E27FC236}">
                  <a16:creationId xmlns:a16="http://schemas.microsoft.com/office/drawing/2014/main" id="{FFA9167C-4332-4CD5-B8BE-440A89058F67}"/>
                </a:ext>
              </a:extLst>
            </p:cNvPr>
            <p:cNvSpPr/>
            <p:nvPr/>
          </p:nvSpPr>
          <p:spPr>
            <a:xfrm>
              <a:off x="867900" y="2040850"/>
              <a:ext cx="367225" cy="219225"/>
            </a:xfrm>
            <a:custGeom>
              <a:avLst/>
              <a:gdLst/>
              <a:ahLst/>
              <a:cxnLst/>
              <a:rect l="l" t="t" r="r" b="b"/>
              <a:pathLst>
                <a:path w="14689" h="8769" extrusionOk="0">
                  <a:moveTo>
                    <a:pt x="7321" y="1"/>
                  </a:moveTo>
                  <a:lnTo>
                    <a:pt x="2" y="4255"/>
                  </a:lnTo>
                  <a:lnTo>
                    <a:pt x="1" y="4514"/>
                  </a:lnTo>
                  <a:lnTo>
                    <a:pt x="7368" y="8768"/>
                  </a:lnTo>
                  <a:lnTo>
                    <a:pt x="14689" y="4514"/>
                  </a:lnTo>
                  <a:lnTo>
                    <a:pt x="14689" y="4255"/>
                  </a:lnTo>
                  <a:lnTo>
                    <a:pt x="7321" y="1"/>
                  </a:lnTo>
                  <a:close/>
                </a:path>
              </a:pathLst>
            </a:custGeom>
            <a:solidFill>
              <a:srgbClr val="E945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3056;p54">
              <a:extLst>
                <a:ext uri="{FF2B5EF4-FFF2-40B4-BE49-F238E27FC236}">
                  <a16:creationId xmlns:a16="http://schemas.microsoft.com/office/drawing/2014/main" id="{545D1498-4660-4FC2-9597-BBB9E6299F0E}"/>
                </a:ext>
              </a:extLst>
            </p:cNvPr>
            <p:cNvSpPr/>
            <p:nvPr/>
          </p:nvSpPr>
          <p:spPr>
            <a:xfrm>
              <a:off x="1052100" y="2147200"/>
              <a:ext cx="183025" cy="112875"/>
            </a:xfrm>
            <a:custGeom>
              <a:avLst/>
              <a:gdLst/>
              <a:ahLst/>
              <a:cxnLst/>
              <a:rect l="l" t="t" r="r" b="b"/>
              <a:pathLst>
                <a:path w="7321" h="4515" extrusionOk="0">
                  <a:moveTo>
                    <a:pt x="7321" y="1"/>
                  </a:moveTo>
                  <a:lnTo>
                    <a:pt x="2" y="4254"/>
                  </a:lnTo>
                  <a:lnTo>
                    <a:pt x="0" y="4514"/>
                  </a:lnTo>
                  <a:lnTo>
                    <a:pt x="7321" y="260"/>
                  </a:lnTo>
                  <a:lnTo>
                    <a:pt x="7321" y="1"/>
                  </a:lnTo>
                  <a:close/>
                </a:path>
              </a:pathLst>
            </a:custGeom>
            <a:solidFill>
              <a:srgbClr val="E31E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3057;p54">
              <a:extLst>
                <a:ext uri="{FF2B5EF4-FFF2-40B4-BE49-F238E27FC236}">
                  <a16:creationId xmlns:a16="http://schemas.microsoft.com/office/drawing/2014/main" id="{9F698766-AC48-48F6-9D4A-D102B9864BDF}"/>
                </a:ext>
              </a:extLst>
            </p:cNvPr>
            <p:cNvSpPr/>
            <p:nvPr/>
          </p:nvSpPr>
          <p:spPr>
            <a:xfrm>
              <a:off x="867900" y="2147200"/>
              <a:ext cx="184250" cy="112875"/>
            </a:xfrm>
            <a:custGeom>
              <a:avLst/>
              <a:gdLst/>
              <a:ahLst/>
              <a:cxnLst/>
              <a:rect l="l" t="t" r="r" b="b"/>
              <a:pathLst>
                <a:path w="7370" h="4515" extrusionOk="0">
                  <a:moveTo>
                    <a:pt x="2" y="1"/>
                  </a:moveTo>
                  <a:lnTo>
                    <a:pt x="1" y="260"/>
                  </a:lnTo>
                  <a:lnTo>
                    <a:pt x="7368" y="4514"/>
                  </a:lnTo>
                  <a:lnTo>
                    <a:pt x="7370" y="4254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E634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3058;p54">
              <a:extLst>
                <a:ext uri="{FF2B5EF4-FFF2-40B4-BE49-F238E27FC236}">
                  <a16:creationId xmlns:a16="http://schemas.microsoft.com/office/drawing/2014/main" id="{D2E7FF31-2D9E-472D-B8E1-48CC6AE08C8C}"/>
                </a:ext>
              </a:extLst>
            </p:cNvPr>
            <p:cNvSpPr/>
            <p:nvPr/>
          </p:nvSpPr>
          <p:spPr>
            <a:xfrm>
              <a:off x="867950" y="2040850"/>
              <a:ext cx="367175" cy="212725"/>
            </a:xfrm>
            <a:custGeom>
              <a:avLst/>
              <a:gdLst/>
              <a:ahLst/>
              <a:cxnLst/>
              <a:rect l="l" t="t" r="r" b="b"/>
              <a:pathLst>
                <a:path w="14687" h="8509" extrusionOk="0">
                  <a:moveTo>
                    <a:pt x="7319" y="1"/>
                  </a:moveTo>
                  <a:lnTo>
                    <a:pt x="0" y="4255"/>
                  </a:lnTo>
                  <a:lnTo>
                    <a:pt x="7368" y="8508"/>
                  </a:lnTo>
                  <a:lnTo>
                    <a:pt x="14687" y="4255"/>
                  </a:lnTo>
                  <a:lnTo>
                    <a:pt x="7319" y="1"/>
                  </a:lnTo>
                  <a:close/>
                </a:path>
              </a:pathLst>
            </a:custGeom>
            <a:solidFill>
              <a:srgbClr val="E945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" name="Google Shape;3046;p54">
            <a:extLst>
              <a:ext uri="{FF2B5EF4-FFF2-40B4-BE49-F238E27FC236}">
                <a16:creationId xmlns:a16="http://schemas.microsoft.com/office/drawing/2014/main" id="{E5062A04-B90A-4D5A-9098-64DE64ACE56D}"/>
              </a:ext>
            </a:extLst>
          </p:cNvPr>
          <p:cNvGrpSpPr/>
          <p:nvPr/>
        </p:nvGrpSpPr>
        <p:grpSpPr>
          <a:xfrm>
            <a:off x="5309369" y="624658"/>
            <a:ext cx="3125766" cy="3091702"/>
            <a:chOff x="867900" y="2040850"/>
            <a:chExt cx="367225" cy="363225"/>
          </a:xfrm>
        </p:grpSpPr>
        <p:sp>
          <p:nvSpPr>
            <p:cNvPr id="64" name="Google Shape;3047;p54">
              <a:extLst>
                <a:ext uri="{FF2B5EF4-FFF2-40B4-BE49-F238E27FC236}">
                  <a16:creationId xmlns:a16="http://schemas.microsoft.com/office/drawing/2014/main" id="{6369A9E7-0B8F-4133-A4AA-43349FD4CC5D}"/>
                </a:ext>
              </a:extLst>
            </p:cNvPr>
            <p:cNvSpPr/>
            <p:nvPr/>
          </p:nvSpPr>
          <p:spPr>
            <a:xfrm>
              <a:off x="867900" y="2184850"/>
              <a:ext cx="367225" cy="219225"/>
            </a:xfrm>
            <a:custGeom>
              <a:avLst/>
              <a:gdLst/>
              <a:ahLst/>
              <a:cxnLst/>
              <a:rect l="l" t="t" r="r" b="b"/>
              <a:pathLst>
                <a:path w="14689" h="8769" extrusionOk="0">
                  <a:moveTo>
                    <a:pt x="7321" y="0"/>
                  </a:moveTo>
                  <a:lnTo>
                    <a:pt x="2" y="4254"/>
                  </a:lnTo>
                  <a:lnTo>
                    <a:pt x="1" y="4515"/>
                  </a:lnTo>
                  <a:lnTo>
                    <a:pt x="7368" y="8769"/>
                  </a:lnTo>
                  <a:lnTo>
                    <a:pt x="14689" y="4515"/>
                  </a:lnTo>
                  <a:lnTo>
                    <a:pt x="14689" y="4254"/>
                  </a:lnTo>
                  <a:lnTo>
                    <a:pt x="7321" y="0"/>
                  </a:lnTo>
                  <a:close/>
                </a:path>
              </a:pathLst>
            </a:custGeom>
            <a:solidFill>
              <a:srgbClr val="716F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3048;p54">
              <a:extLst>
                <a:ext uri="{FF2B5EF4-FFF2-40B4-BE49-F238E27FC236}">
                  <a16:creationId xmlns:a16="http://schemas.microsoft.com/office/drawing/2014/main" id="{D44D7597-E72E-4B2E-AB85-CC8ADDA91A15}"/>
                </a:ext>
              </a:extLst>
            </p:cNvPr>
            <p:cNvSpPr/>
            <p:nvPr/>
          </p:nvSpPr>
          <p:spPr>
            <a:xfrm>
              <a:off x="1052100" y="2291175"/>
              <a:ext cx="183025" cy="112900"/>
            </a:xfrm>
            <a:custGeom>
              <a:avLst/>
              <a:gdLst/>
              <a:ahLst/>
              <a:cxnLst/>
              <a:rect l="l" t="t" r="r" b="b"/>
              <a:pathLst>
                <a:path w="7321" h="4516" extrusionOk="0">
                  <a:moveTo>
                    <a:pt x="7321" y="1"/>
                  </a:moveTo>
                  <a:lnTo>
                    <a:pt x="2" y="4255"/>
                  </a:lnTo>
                  <a:lnTo>
                    <a:pt x="0" y="4516"/>
                  </a:lnTo>
                  <a:lnTo>
                    <a:pt x="7321" y="262"/>
                  </a:lnTo>
                  <a:lnTo>
                    <a:pt x="7321" y="1"/>
                  </a:lnTo>
                  <a:close/>
                </a:path>
              </a:pathLst>
            </a:custGeom>
            <a:solidFill>
              <a:srgbClr val="716F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3049;p54">
              <a:extLst>
                <a:ext uri="{FF2B5EF4-FFF2-40B4-BE49-F238E27FC236}">
                  <a16:creationId xmlns:a16="http://schemas.microsoft.com/office/drawing/2014/main" id="{42B29351-36A4-496B-B5AB-2FFA8361FF98}"/>
                </a:ext>
              </a:extLst>
            </p:cNvPr>
            <p:cNvSpPr/>
            <p:nvPr/>
          </p:nvSpPr>
          <p:spPr>
            <a:xfrm>
              <a:off x="867900" y="2291175"/>
              <a:ext cx="184250" cy="112900"/>
            </a:xfrm>
            <a:custGeom>
              <a:avLst/>
              <a:gdLst/>
              <a:ahLst/>
              <a:cxnLst/>
              <a:rect l="l" t="t" r="r" b="b"/>
              <a:pathLst>
                <a:path w="7370" h="4516" extrusionOk="0">
                  <a:moveTo>
                    <a:pt x="2" y="1"/>
                  </a:moveTo>
                  <a:lnTo>
                    <a:pt x="1" y="262"/>
                  </a:lnTo>
                  <a:lnTo>
                    <a:pt x="7368" y="4516"/>
                  </a:lnTo>
                  <a:lnTo>
                    <a:pt x="7370" y="4255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8381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3050;p54">
              <a:extLst>
                <a:ext uri="{FF2B5EF4-FFF2-40B4-BE49-F238E27FC236}">
                  <a16:creationId xmlns:a16="http://schemas.microsoft.com/office/drawing/2014/main" id="{EC5A003B-DB99-4914-BB2D-8258885780D8}"/>
                </a:ext>
              </a:extLst>
            </p:cNvPr>
            <p:cNvSpPr/>
            <p:nvPr/>
          </p:nvSpPr>
          <p:spPr>
            <a:xfrm>
              <a:off x="867950" y="2184850"/>
              <a:ext cx="367175" cy="212700"/>
            </a:xfrm>
            <a:custGeom>
              <a:avLst/>
              <a:gdLst/>
              <a:ahLst/>
              <a:cxnLst/>
              <a:rect l="l" t="t" r="r" b="b"/>
              <a:pathLst>
                <a:path w="14687" h="8508" extrusionOk="0">
                  <a:moveTo>
                    <a:pt x="7319" y="0"/>
                  </a:moveTo>
                  <a:lnTo>
                    <a:pt x="0" y="4254"/>
                  </a:lnTo>
                  <a:lnTo>
                    <a:pt x="7368" y="8508"/>
                  </a:lnTo>
                  <a:lnTo>
                    <a:pt x="14687" y="4254"/>
                  </a:lnTo>
                  <a:lnTo>
                    <a:pt x="7319" y="0"/>
                  </a:lnTo>
                  <a:close/>
                </a:path>
              </a:pathLst>
            </a:custGeom>
            <a:solidFill>
              <a:srgbClr val="75B4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3051;p54">
              <a:extLst>
                <a:ext uri="{FF2B5EF4-FFF2-40B4-BE49-F238E27FC236}">
                  <a16:creationId xmlns:a16="http://schemas.microsoft.com/office/drawing/2014/main" id="{1E3D4C5A-E509-4A28-BA85-AD8549567934}"/>
                </a:ext>
              </a:extLst>
            </p:cNvPr>
            <p:cNvSpPr/>
            <p:nvPr/>
          </p:nvSpPr>
          <p:spPr>
            <a:xfrm>
              <a:off x="867900" y="2112875"/>
              <a:ext cx="367225" cy="219200"/>
            </a:xfrm>
            <a:custGeom>
              <a:avLst/>
              <a:gdLst/>
              <a:ahLst/>
              <a:cxnLst/>
              <a:rect l="l" t="t" r="r" b="b"/>
              <a:pathLst>
                <a:path w="14689" h="8768" extrusionOk="0">
                  <a:moveTo>
                    <a:pt x="7321" y="0"/>
                  </a:moveTo>
                  <a:lnTo>
                    <a:pt x="2" y="4254"/>
                  </a:lnTo>
                  <a:lnTo>
                    <a:pt x="1" y="4514"/>
                  </a:lnTo>
                  <a:lnTo>
                    <a:pt x="7368" y="8768"/>
                  </a:lnTo>
                  <a:lnTo>
                    <a:pt x="14689" y="4514"/>
                  </a:lnTo>
                  <a:lnTo>
                    <a:pt x="14689" y="4252"/>
                  </a:lnTo>
                  <a:lnTo>
                    <a:pt x="7321" y="0"/>
                  </a:lnTo>
                  <a:close/>
                </a:path>
              </a:pathLst>
            </a:custGeom>
            <a:solidFill>
              <a:srgbClr val="FFD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3052;p54">
              <a:extLst>
                <a:ext uri="{FF2B5EF4-FFF2-40B4-BE49-F238E27FC236}">
                  <a16:creationId xmlns:a16="http://schemas.microsoft.com/office/drawing/2014/main" id="{BA06A804-C70E-4233-BA1B-0E6ABD2B5B58}"/>
                </a:ext>
              </a:extLst>
            </p:cNvPr>
            <p:cNvSpPr/>
            <p:nvPr/>
          </p:nvSpPr>
          <p:spPr>
            <a:xfrm>
              <a:off x="1052100" y="2219175"/>
              <a:ext cx="183025" cy="112900"/>
            </a:xfrm>
            <a:custGeom>
              <a:avLst/>
              <a:gdLst/>
              <a:ahLst/>
              <a:cxnLst/>
              <a:rect l="l" t="t" r="r" b="b"/>
              <a:pathLst>
                <a:path w="7321" h="4516" extrusionOk="0">
                  <a:moveTo>
                    <a:pt x="7321" y="0"/>
                  </a:moveTo>
                  <a:lnTo>
                    <a:pt x="2" y="4254"/>
                  </a:lnTo>
                  <a:lnTo>
                    <a:pt x="0" y="4516"/>
                  </a:lnTo>
                  <a:lnTo>
                    <a:pt x="7321" y="262"/>
                  </a:lnTo>
                  <a:lnTo>
                    <a:pt x="7321" y="0"/>
                  </a:lnTo>
                  <a:close/>
                </a:path>
              </a:pathLst>
            </a:custGeom>
            <a:solidFill>
              <a:srgbClr val="FFD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3053;p54">
              <a:extLst>
                <a:ext uri="{FF2B5EF4-FFF2-40B4-BE49-F238E27FC236}">
                  <a16:creationId xmlns:a16="http://schemas.microsoft.com/office/drawing/2014/main" id="{B31B6EBD-F486-48C8-91DC-BC389A372A75}"/>
                </a:ext>
              </a:extLst>
            </p:cNvPr>
            <p:cNvSpPr/>
            <p:nvPr/>
          </p:nvSpPr>
          <p:spPr>
            <a:xfrm>
              <a:off x="867900" y="2219225"/>
              <a:ext cx="184250" cy="112850"/>
            </a:xfrm>
            <a:custGeom>
              <a:avLst/>
              <a:gdLst/>
              <a:ahLst/>
              <a:cxnLst/>
              <a:rect l="l" t="t" r="r" b="b"/>
              <a:pathLst>
                <a:path w="7370" h="4514" extrusionOk="0">
                  <a:moveTo>
                    <a:pt x="2" y="0"/>
                  </a:moveTo>
                  <a:lnTo>
                    <a:pt x="1" y="260"/>
                  </a:lnTo>
                  <a:lnTo>
                    <a:pt x="7368" y="4514"/>
                  </a:lnTo>
                  <a:lnTo>
                    <a:pt x="7370" y="4252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E2B5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3054;p54">
              <a:extLst>
                <a:ext uri="{FF2B5EF4-FFF2-40B4-BE49-F238E27FC236}">
                  <a16:creationId xmlns:a16="http://schemas.microsoft.com/office/drawing/2014/main" id="{B2255B79-B5EF-4D57-94BB-A51F0CDD49FF}"/>
                </a:ext>
              </a:extLst>
            </p:cNvPr>
            <p:cNvSpPr/>
            <p:nvPr/>
          </p:nvSpPr>
          <p:spPr>
            <a:xfrm>
              <a:off x="867950" y="2112875"/>
              <a:ext cx="367175" cy="212675"/>
            </a:xfrm>
            <a:custGeom>
              <a:avLst/>
              <a:gdLst/>
              <a:ahLst/>
              <a:cxnLst/>
              <a:rect l="l" t="t" r="r" b="b"/>
              <a:pathLst>
                <a:path w="14687" h="8507" extrusionOk="0">
                  <a:moveTo>
                    <a:pt x="7319" y="0"/>
                  </a:moveTo>
                  <a:lnTo>
                    <a:pt x="0" y="4254"/>
                  </a:lnTo>
                  <a:lnTo>
                    <a:pt x="7368" y="8506"/>
                  </a:lnTo>
                  <a:lnTo>
                    <a:pt x="14687" y="4252"/>
                  </a:lnTo>
                  <a:lnTo>
                    <a:pt x="7319" y="0"/>
                  </a:lnTo>
                  <a:close/>
                </a:path>
              </a:pathLst>
            </a:custGeom>
            <a:solidFill>
              <a:srgbClr val="FBC9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3055;p54">
              <a:extLst>
                <a:ext uri="{FF2B5EF4-FFF2-40B4-BE49-F238E27FC236}">
                  <a16:creationId xmlns:a16="http://schemas.microsoft.com/office/drawing/2014/main" id="{189A56B9-BCCB-4686-B90A-C9CBF19C6F9B}"/>
                </a:ext>
              </a:extLst>
            </p:cNvPr>
            <p:cNvSpPr/>
            <p:nvPr/>
          </p:nvSpPr>
          <p:spPr>
            <a:xfrm>
              <a:off x="867900" y="2040850"/>
              <a:ext cx="367225" cy="219225"/>
            </a:xfrm>
            <a:custGeom>
              <a:avLst/>
              <a:gdLst/>
              <a:ahLst/>
              <a:cxnLst/>
              <a:rect l="l" t="t" r="r" b="b"/>
              <a:pathLst>
                <a:path w="14689" h="8769" extrusionOk="0">
                  <a:moveTo>
                    <a:pt x="7321" y="1"/>
                  </a:moveTo>
                  <a:lnTo>
                    <a:pt x="2" y="4255"/>
                  </a:lnTo>
                  <a:lnTo>
                    <a:pt x="1" y="4514"/>
                  </a:lnTo>
                  <a:lnTo>
                    <a:pt x="7368" y="8768"/>
                  </a:lnTo>
                  <a:lnTo>
                    <a:pt x="14689" y="4514"/>
                  </a:lnTo>
                  <a:lnTo>
                    <a:pt x="14689" y="4255"/>
                  </a:lnTo>
                  <a:lnTo>
                    <a:pt x="7321" y="1"/>
                  </a:lnTo>
                  <a:close/>
                </a:path>
              </a:pathLst>
            </a:custGeom>
            <a:solidFill>
              <a:srgbClr val="E945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3056;p54">
              <a:extLst>
                <a:ext uri="{FF2B5EF4-FFF2-40B4-BE49-F238E27FC236}">
                  <a16:creationId xmlns:a16="http://schemas.microsoft.com/office/drawing/2014/main" id="{59F22D06-11FA-4216-913E-3B44531760BD}"/>
                </a:ext>
              </a:extLst>
            </p:cNvPr>
            <p:cNvSpPr/>
            <p:nvPr/>
          </p:nvSpPr>
          <p:spPr>
            <a:xfrm>
              <a:off x="1052100" y="2147200"/>
              <a:ext cx="183025" cy="112875"/>
            </a:xfrm>
            <a:custGeom>
              <a:avLst/>
              <a:gdLst/>
              <a:ahLst/>
              <a:cxnLst/>
              <a:rect l="l" t="t" r="r" b="b"/>
              <a:pathLst>
                <a:path w="7321" h="4515" extrusionOk="0">
                  <a:moveTo>
                    <a:pt x="7321" y="1"/>
                  </a:moveTo>
                  <a:lnTo>
                    <a:pt x="2" y="4254"/>
                  </a:lnTo>
                  <a:lnTo>
                    <a:pt x="0" y="4514"/>
                  </a:lnTo>
                  <a:lnTo>
                    <a:pt x="7321" y="260"/>
                  </a:lnTo>
                  <a:lnTo>
                    <a:pt x="7321" y="1"/>
                  </a:lnTo>
                  <a:close/>
                </a:path>
              </a:pathLst>
            </a:custGeom>
            <a:solidFill>
              <a:srgbClr val="E31E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3057;p54">
              <a:extLst>
                <a:ext uri="{FF2B5EF4-FFF2-40B4-BE49-F238E27FC236}">
                  <a16:creationId xmlns:a16="http://schemas.microsoft.com/office/drawing/2014/main" id="{05E80666-3EE6-436E-A97E-AD803E28460C}"/>
                </a:ext>
              </a:extLst>
            </p:cNvPr>
            <p:cNvSpPr/>
            <p:nvPr/>
          </p:nvSpPr>
          <p:spPr>
            <a:xfrm>
              <a:off x="867900" y="2147200"/>
              <a:ext cx="184250" cy="112875"/>
            </a:xfrm>
            <a:custGeom>
              <a:avLst/>
              <a:gdLst/>
              <a:ahLst/>
              <a:cxnLst/>
              <a:rect l="l" t="t" r="r" b="b"/>
              <a:pathLst>
                <a:path w="7370" h="4515" extrusionOk="0">
                  <a:moveTo>
                    <a:pt x="2" y="1"/>
                  </a:moveTo>
                  <a:lnTo>
                    <a:pt x="1" y="260"/>
                  </a:lnTo>
                  <a:lnTo>
                    <a:pt x="7368" y="4514"/>
                  </a:lnTo>
                  <a:lnTo>
                    <a:pt x="7370" y="4254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E634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3058;p54">
              <a:extLst>
                <a:ext uri="{FF2B5EF4-FFF2-40B4-BE49-F238E27FC236}">
                  <a16:creationId xmlns:a16="http://schemas.microsoft.com/office/drawing/2014/main" id="{93657108-3C59-4677-8531-7DC73CA3CD3F}"/>
                </a:ext>
              </a:extLst>
            </p:cNvPr>
            <p:cNvSpPr/>
            <p:nvPr/>
          </p:nvSpPr>
          <p:spPr>
            <a:xfrm>
              <a:off x="867950" y="2040850"/>
              <a:ext cx="367175" cy="212725"/>
            </a:xfrm>
            <a:custGeom>
              <a:avLst/>
              <a:gdLst/>
              <a:ahLst/>
              <a:cxnLst/>
              <a:rect l="l" t="t" r="r" b="b"/>
              <a:pathLst>
                <a:path w="14687" h="8509" extrusionOk="0">
                  <a:moveTo>
                    <a:pt x="7319" y="1"/>
                  </a:moveTo>
                  <a:lnTo>
                    <a:pt x="0" y="4255"/>
                  </a:lnTo>
                  <a:lnTo>
                    <a:pt x="7368" y="8508"/>
                  </a:lnTo>
                  <a:lnTo>
                    <a:pt x="14687" y="4255"/>
                  </a:lnTo>
                  <a:lnTo>
                    <a:pt x="7319" y="1"/>
                  </a:lnTo>
                  <a:close/>
                </a:path>
              </a:pathLst>
            </a:custGeom>
            <a:solidFill>
              <a:srgbClr val="E945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3883932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941;p39">
            <a:extLst>
              <a:ext uri="{FF2B5EF4-FFF2-40B4-BE49-F238E27FC236}">
                <a16:creationId xmlns:a16="http://schemas.microsoft.com/office/drawing/2014/main" id="{ABDC6BBC-C1EA-4961-A8F0-8C1860891664}"/>
              </a:ext>
            </a:extLst>
          </p:cNvPr>
          <p:cNvSpPr/>
          <p:nvPr/>
        </p:nvSpPr>
        <p:spPr>
          <a:xfrm rot="5400000">
            <a:off x="2292514" y="-901403"/>
            <a:ext cx="3249718" cy="7834745"/>
          </a:xfrm>
          <a:prstGeom prst="round2SameRect">
            <a:avLst>
              <a:gd name="adj1" fmla="val 47321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" name="Google Shape;950;p39">
            <a:extLst>
              <a:ext uri="{FF2B5EF4-FFF2-40B4-BE49-F238E27FC236}">
                <a16:creationId xmlns:a16="http://schemas.microsoft.com/office/drawing/2014/main" id="{A2B0BA34-FEAD-457E-80F3-C9531EC84468}"/>
              </a:ext>
            </a:extLst>
          </p:cNvPr>
          <p:cNvSpPr txBox="1">
            <a:spLocks/>
          </p:cNvSpPr>
          <p:nvPr/>
        </p:nvSpPr>
        <p:spPr>
          <a:xfrm flipH="1">
            <a:off x="566150" y="1958463"/>
            <a:ext cx="6653131" cy="19293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indent="36576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id-ID" sz="1200" dirty="0">
                <a:solidFill>
                  <a:srgbClr val="324788"/>
                </a:solidFill>
                <a:effectLst/>
                <a:latin typeface="Raleway" panose="020B0604020202020204" charset="0"/>
                <a:ea typeface="AR PL UMing HK"/>
                <a:cs typeface="Calibri" panose="020F0502020204030204" pitchFamily="34" charset="0"/>
              </a:rPr>
              <a:t>Pada pengembangan aplikasi </a:t>
            </a:r>
            <a:r>
              <a:rPr lang="id-ID" sz="1200" i="1" dirty="0" err="1">
                <a:solidFill>
                  <a:srgbClr val="324788"/>
                </a:solidFill>
                <a:effectLst/>
                <a:latin typeface="Raleway" panose="020B0604020202020204" charset="0"/>
                <a:ea typeface="AR PL UMing HK"/>
                <a:cs typeface="Calibri" panose="020F0502020204030204" pitchFamily="34" charset="0"/>
              </a:rPr>
              <a:t>link-match</a:t>
            </a:r>
            <a:r>
              <a:rPr lang="id-ID" sz="1200" dirty="0">
                <a:solidFill>
                  <a:srgbClr val="324788"/>
                </a:solidFill>
                <a:effectLst/>
                <a:latin typeface="Raleway" panose="020B0604020202020204" charset="0"/>
                <a:ea typeface="AR PL UMing HK"/>
                <a:cs typeface="Calibri" panose="020F0502020204030204" pitchFamily="34" charset="0"/>
              </a:rPr>
              <a:t> modul dosen berbasis Android diawali dengan </a:t>
            </a:r>
            <a:r>
              <a:rPr lang="id-ID" sz="1200" dirty="0" err="1">
                <a:solidFill>
                  <a:srgbClr val="324788"/>
                </a:solidFill>
                <a:effectLst/>
                <a:latin typeface="Raleway" panose="020B0604020202020204" charset="0"/>
                <a:ea typeface="AR PL UMing HK"/>
                <a:cs typeface="Calibri" panose="020F0502020204030204" pitchFamily="34" charset="0"/>
              </a:rPr>
              <a:t>menganalisa</a:t>
            </a:r>
            <a:r>
              <a:rPr lang="id-ID" sz="1200" dirty="0">
                <a:solidFill>
                  <a:srgbClr val="324788"/>
                </a:solidFill>
                <a:effectLst/>
                <a:latin typeface="Raleway" panose="020B0604020202020204" charset="0"/>
                <a:ea typeface="AR PL UMing HK"/>
                <a:cs typeface="Calibri" panose="020F0502020204030204" pitchFamily="34" charset="0"/>
              </a:rPr>
              <a:t> kebutuhan sistem pada program </a:t>
            </a:r>
            <a:r>
              <a:rPr lang="id-ID" sz="1200" i="1" dirty="0" err="1">
                <a:solidFill>
                  <a:srgbClr val="324788"/>
                </a:solidFill>
                <a:effectLst/>
                <a:latin typeface="Raleway" panose="020B0604020202020204" charset="0"/>
                <a:ea typeface="AR PL UMing HK"/>
                <a:cs typeface="Calibri" panose="020F0502020204030204" pitchFamily="34" charset="0"/>
              </a:rPr>
              <a:t>link-match</a:t>
            </a:r>
            <a:r>
              <a:rPr lang="id-ID" sz="1200" dirty="0">
                <a:solidFill>
                  <a:srgbClr val="324788"/>
                </a:solidFill>
                <a:effectLst/>
                <a:latin typeface="Raleway" panose="020B0604020202020204" charset="0"/>
                <a:ea typeface="AR PL UMing HK"/>
                <a:cs typeface="Calibri" panose="020F0502020204030204" pitchFamily="34" charset="0"/>
              </a:rPr>
              <a:t> STT NF berdasarkan hasil wawancara kepada </a:t>
            </a:r>
            <a:r>
              <a:rPr lang="id-ID" sz="1200" i="1" dirty="0" err="1">
                <a:solidFill>
                  <a:srgbClr val="324788"/>
                </a:solidFill>
                <a:effectLst/>
                <a:latin typeface="Raleway" panose="020B0604020202020204" charset="0"/>
                <a:ea typeface="AR PL UMing HK"/>
                <a:cs typeface="Calibri" panose="020F0502020204030204" pitchFamily="34" charset="0"/>
              </a:rPr>
              <a:t>stakeholder</a:t>
            </a:r>
            <a:r>
              <a:rPr lang="id-ID" sz="1200" dirty="0">
                <a:solidFill>
                  <a:srgbClr val="324788"/>
                </a:solidFill>
                <a:effectLst/>
                <a:latin typeface="Raleway" panose="020B0604020202020204" charset="0"/>
                <a:ea typeface="AR PL UMing HK"/>
                <a:cs typeface="Calibri" panose="020F0502020204030204" pitchFamily="34" charset="0"/>
              </a:rPr>
              <a:t> internal kampus. Dilanjutkan dengan membentuk </a:t>
            </a:r>
            <a:r>
              <a:rPr lang="id-ID" sz="1200" i="1" dirty="0" err="1">
                <a:solidFill>
                  <a:srgbClr val="324788"/>
                </a:solidFill>
                <a:effectLst/>
                <a:latin typeface="Raleway" panose="020B0604020202020204" charset="0"/>
                <a:ea typeface="AR PL UMing HK"/>
                <a:cs typeface="Calibri" panose="020F0502020204030204" pitchFamily="34" charset="0"/>
              </a:rPr>
              <a:t>development</a:t>
            </a:r>
            <a:r>
              <a:rPr lang="id-ID" sz="1200" i="1" dirty="0">
                <a:solidFill>
                  <a:srgbClr val="324788"/>
                </a:solidFill>
                <a:effectLst/>
                <a:latin typeface="Raleway" panose="020B0604020202020204" charset="0"/>
                <a:ea typeface="AR PL UMing HK"/>
                <a:cs typeface="Calibri" panose="020F0502020204030204" pitchFamily="34" charset="0"/>
              </a:rPr>
              <a:t> </a:t>
            </a:r>
            <a:r>
              <a:rPr lang="id-ID" sz="1200" i="1" dirty="0" err="1">
                <a:solidFill>
                  <a:srgbClr val="324788"/>
                </a:solidFill>
                <a:effectLst/>
                <a:latin typeface="Raleway" panose="020B0604020202020204" charset="0"/>
                <a:ea typeface="AR PL UMing HK"/>
                <a:cs typeface="Calibri" panose="020F0502020204030204" pitchFamily="34" charset="0"/>
              </a:rPr>
              <a:t>team</a:t>
            </a:r>
            <a:r>
              <a:rPr lang="id-ID" sz="1200" dirty="0">
                <a:solidFill>
                  <a:srgbClr val="324788"/>
                </a:solidFill>
                <a:effectLst/>
                <a:latin typeface="Raleway" panose="020B0604020202020204" charset="0"/>
                <a:ea typeface="AR PL UMing HK"/>
                <a:cs typeface="Calibri" panose="020F0502020204030204" pitchFamily="34" charset="0"/>
              </a:rPr>
              <a:t> dalam rangka melakukan penelitian dan pembuatan aplikasi dalam menjawab persoalan melalui pendekatan </a:t>
            </a:r>
            <a:r>
              <a:rPr lang="id-ID" sz="1200" i="1" dirty="0" err="1">
                <a:solidFill>
                  <a:srgbClr val="324788"/>
                </a:solidFill>
                <a:effectLst/>
                <a:latin typeface="Raleway" panose="020B0604020202020204" charset="0"/>
                <a:ea typeface="AR PL UMing HK"/>
                <a:cs typeface="Calibri" panose="020F0502020204030204" pitchFamily="34" charset="0"/>
              </a:rPr>
              <a:t>scrum</a:t>
            </a:r>
            <a:r>
              <a:rPr lang="id-ID" sz="1200" dirty="0">
                <a:solidFill>
                  <a:srgbClr val="324788"/>
                </a:solidFill>
                <a:effectLst/>
                <a:latin typeface="Raleway" panose="020B0604020202020204" charset="0"/>
                <a:ea typeface="AR PL UMing HK"/>
                <a:cs typeface="Calibri" panose="020F0502020204030204" pitchFamily="34" charset="0"/>
              </a:rPr>
              <a:t>. Diawali dengan perancangan </a:t>
            </a:r>
            <a:r>
              <a:rPr lang="id-ID" sz="1200" i="1" dirty="0" err="1">
                <a:solidFill>
                  <a:srgbClr val="324788"/>
                </a:solidFill>
                <a:effectLst/>
                <a:latin typeface="Raleway" panose="020B0604020202020204" charset="0"/>
                <a:ea typeface="AR PL UMing HK"/>
                <a:cs typeface="Calibri" panose="020F0502020204030204" pitchFamily="34" charset="0"/>
              </a:rPr>
              <a:t>product</a:t>
            </a:r>
            <a:r>
              <a:rPr lang="id-ID" sz="1200" i="1" dirty="0">
                <a:solidFill>
                  <a:srgbClr val="324788"/>
                </a:solidFill>
                <a:effectLst/>
                <a:latin typeface="Raleway" panose="020B0604020202020204" charset="0"/>
                <a:ea typeface="AR PL UMing HK"/>
                <a:cs typeface="Calibri" panose="020F0502020204030204" pitchFamily="34" charset="0"/>
              </a:rPr>
              <a:t> </a:t>
            </a:r>
            <a:r>
              <a:rPr lang="id-ID" sz="1200" i="1" dirty="0" err="1">
                <a:solidFill>
                  <a:srgbClr val="324788"/>
                </a:solidFill>
                <a:effectLst/>
                <a:latin typeface="Raleway" panose="020B0604020202020204" charset="0"/>
                <a:ea typeface="AR PL UMing HK"/>
                <a:cs typeface="Calibri" panose="020F0502020204030204" pitchFamily="34" charset="0"/>
              </a:rPr>
              <a:t>backlog</a:t>
            </a:r>
            <a:r>
              <a:rPr lang="id-ID" sz="1200" i="1" dirty="0">
                <a:solidFill>
                  <a:srgbClr val="324788"/>
                </a:solidFill>
                <a:effectLst/>
                <a:latin typeface="Raleway" panose="020B0604020202020204" charset="0"/>
                <a:ea typeface="AR PL UMing HK"/>
                <a:cs typeface="Calibri" panose="020F0502020204030204" pitchFamily="34" charset="0"/>
              </a:rPr>
              <a:t> </a:t>
            </a:r>
            <a:r>
              <a:rPr lang="id-ID" sz="1200" dirty="0">
                <a:solidFill>
                  <a:srgbClr val="324788"/>
                </a:solidFill>
                <a:effectLst/>
                <a:latin typeface="Raleway" panose="020B0604020202020204" charset="0"/>
                <a:ea typeface="AR PL UMing HK"/>
                <a:cs typeface="Calibri" panose="020F0502020204030204" pitchFamily="34" charset="0"/>
              </a:rPr>
              <a:t>dan</a:t>
            </a:r>
            <a:r>
              <a:rPr lang="id-ID" sz="1200" i="1" dirty="0">
                <a:solidFill>
                  <a:srgbClr val="324788"/>
                </a:solidFill>
                <a:effectLst/>
                <a:latin typeface="Raleway" panose="020B0604020202020204" charset="0"/>
                <a:ea typeface="AR PL UMing HK"/>
                <a:cs typeface="Calibri" panose="020F0502020204030204" pitchFamily="34" charset="0"/>
              </a:rPr>
              <a:t> sprint </a:t>
            </a:r>
            <a:r>
              <a:rPr lang="id-ID" sz="1200" i="1" dirty="0" err="1">
                <a:solidFill>
                  <a:srgbClr val="324788"/>
                </a:solidFill>
                <a:effectLst/>
                <a:latin typeface="Raleway" panose="020B0604020202020204" charset="0"/>
                <a:ea typeface="AR PL UMing HK"/>
                <a:cs typeface="Calibri" panose="020F0502020204030204" pitchFamily="34" charset="0"/>
              </a:rPr>
              <a:t>planning</a:t>
            </a:r>
            <a:r>
              <a:rPr lang="id-ID" sz="1200" dirty="0">
                <a:solidFill>
                  <a:srgbClr val="324788"/>
                </a:solidFill>
                <a:effectLst/>
                <a:latin typeface="Raleway" panose="020B0604020202020204" charset="0"/>
                <a:ea typeface="AR PL UMing HK"/>
                <a:cs typeface="Calibri" panose="020F0502020204030204" pitchFamily="34" charset="0"/>
              </a:rPr>
              <a:t> untuk menyederhanakan kebutuhan sistem. Dari hasil perancangan, implementasi dan evaluasi sistem kemudian didapatkan kesimpulan sebagai berikut:</a:t>
            </a:r>
            <a:endParaRPr lang="en-US" sz="1200" dirty="0">
              <a:solidFill>
                <a:srgbClr val="324788"/>
              </a:solidFill>
              <a:effectLst/>
              <a:latin typeface="Raleway" panose="020B0604020202020204" charset="0"/>
              <a:ea typeface="AR PL UMing HK"/>
              <a:cs typeface="Calibri" panose="020F050202020403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403BB2B-2596-4691-B458-860B12192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14" y="-19050"/>
            <a:ext cx="703510" cy="772754"/>
          </a:xfrm>
          <a:prstGeom prst="rect">
            <a:avLst/>
          </a:prstGeom>
        </p:spPr>
      </p:pic>
      <p:sp>
        <p:nvSpPr>
          <p:cNvPr id="12" name="Google Shape;320;p29">
            <a:extLst>
              <a:ext uri="{FF2B5EF4-FFF2-40B4-BE49-F238E27FC236}">
                <a16:creationId xmlns:a16="http://schemas.microsoft.com/office/drawing/2014/main" id="{3D02FFBA-7776-407D-8428-F1AA0C03D6BC}"/>
              </a:ext>
            </a:extLst>
          </p:cNvPr>
          <p:cNvSpPr txBox="1">
            <a:spLocks/>
          </p:cNvSpPr>
          <p:nvPr/>
        </p:nvSpPr>
        <p:spPr>
          <a:xfrm>
            <a:off x="311700" y="8097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200" b="0" i="0" u="none" strike="noStrike" cap="none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pPr algn="l"/>
            <a:r>
              <a:rPr lang="en-GB" sz="3600" dirty="0">
                <a:solidFill>
                  <a:srgbClr val="96C7FE"/>
                </a:solidFill>
              </a:rPr>
              <a:t>KESIMPULAN</a:t>
            </a:r>
          </a:p>
        </p:txBody>
      </p:sp>
      <p:sp>
        <p:nvSpPr>
          <p:cNvPr id="6" name="Google Shape;950;p39">
            <a:extLst>
              <a:ext uri="{FF2B5EF4-FFF2-40B4-BE49-F238E27FC236}">
                <a16:creationId xmlns:a16="http://schemas.microsoft.com/office/drawing/2014/main" id="{F0D68BC0-24BA-4D5F-B24A-6FA3C5CDA795}"/>
              </a:ext>
            </a:extLst>
          </p:cNvPr>
          <p:cNvSpPr txBox="1">
            <a:spLocks/>
          </p:cNvSpPr>
          <p:nvPr/>
        </p:nvSpPr>
        <p:spPr>
          <a:xfrm flipH="1">
            <a:off x="311700" y="1583433"/>
            <a:ext cx="6653131" cy="19293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28600" lvl="0" indent="-228600">
              <a:buFont typeface="+mj-lt"/>
              <a:buAutoNum type="arabicPeriod"/>
            </a:pPr>
            <a:r>
              <a:rPr lang="id-ID" sz="1200" dirty="0">
                <a:solidFill>
                  <a:srgbClr val="324788"/>
                </a:solidFill>
                <a:latin typeface="Raleway" panose="020B0604020202020204" charset="0"/>
              </a:rPr>
              <a:t>Aplikasi yang penulis kembangkan menggunakan </a:t>
            </a:r>
            <a:r>
              <a:rPr lang="id-ID" sz="1200" i="1" dirty="0" err="1">
                <a:solidFill>
                  <a:srgbClr val="324788"/>
                </a:solidFill>
                <a:latin typeface="Raleway" panose="020B0604020202020204" charset="0"/>
              </a:rPr>
              <a:t>Flutter</a:t>
            </a:r>
            <a:r>
              <a:rPr lang="id-ID" sz="1200" i="1" dirty="0">
                <a:solidFill>
                  <a:srgbClr val="324788"/>
                </a:solidFill>
                <a:latin typeface="Raleway" panose="020B0604020202020204" charset="0"/>
              </a:rPr>
              <a:t> </a:t>
            </a:r>
            <a:r>
              <a:rPr lang="id-ID" sz="1200" i="1" dirty="0" err="1">
                <a:solidFill>
                  <a:srgbClr val="324788"/>
                </a:solidFill>
                <a:latin typeface="Raleway" panose="020B0604020202020204" charset="0"/>
              </a:rPr>
              <a:t>Framework</a:t>
            </a:r>
            <a:r>
              <a:rPr lang="id-ID" sz="1200" i="1" dirty="0">
                <a:solidFill>
                  <a:srgbClr val="324788"/>
                </a:solidFill>
                <a:latin typeface="Raleway" panose="020B0604020202020204" charset="0"/>
              </a:rPr>
              <a:t> </a:t>
            </a:r>
            <a:r>
              <a:rPr lang="id-ID" sz="1200" dirty="0">
                <a:solidFill>
                  <a:srgbClr val="324788"/>
                </a:solidFill>
                <a:latin typeface="Raleway" panose="020B0604020202020204" charset="0"/>
              </a:rPr>
              <a:t>ini</a:t>
            </a:r>
            <a:r>
              <a:rPr lang="id-ID" sz="1200" i="1" dirty="0">
                <a:solidFill>
                  <a:srgbClr val="324788"/>
                </a:solidFill>
                <a:latin typeface="Raleway" panose="020B0604020202020204" charset="0"/>
              </a:rPr>
              <a:t> </a:t>
            </a:r>
            <a:r>
              <a:rPr lang="id-ID" sz="1200" dirty="0">
                <a:solidFill>
                  <a:srgbClr val="324788"/>
                </a:solidFill>
                <a:latin typeface="Raleway" panose="020B0604020202020204" charset="0"/>
              </a:rPr>
              <a:t>tidak mengubah mekanisme dari proses pembelajaran program </a:t>
            </a:r>
            <a:r>
              <a:rPr lang="id-ID" sz="1200" i="1" dirty="0" err="1">
                <a:solidFill>
                  <a:srgbClr val="324788"/>
                </a:solidFill>
                <a:latin typeface="Raleway" panose="020B0604020202020204" charset="0"/>
              </a:rPr>
              <a:t>link-match</a:t>
            </a:r>
            <a:r>
              <a:rPr lang="id-ID" sz="1200" i="1" dirty="0">
                <a:solidFill>
                  <a:srgbClr val="324788"/>
                </a:solidFill>
                <a:latin typeface="Raleway" panose="020B0604020202020204" charset="0"/>
              </a:rPr>
              <a:t>,</a:t>
            </a:r>
            <a:r>
              <a:rPr lang="id-ID" sz="1200" dirty="0">
                <a:solidFill>
                  <a:srgbClr val="324788"/>
                </a:solidFill>
                <a:latin typeface="Raleway" panose="020B0604020202020204" charset="0"/>
              </a:rPr>
              <a:t> melainkan dapat membantu dalam manajemen </a:t>
            </a:r>
            <a:r>
              <a:rPr lang="id-ID" sz="1200" i="1" dirty="0" err="1">
                <a:solidFill>
                  <a:srgbClr val="324788"/>
                </a:solidFill>
                <a:latin typeface="Raleway" panose="020B0604020202020204" charset="0"/>
              </a:rPr>
              <a:t>project</a:t>
            </a:r>
            <a:r>
              <a:rPr lang="id-ID" sz="1200" i="1" dirty="0">
                <a:solidFill>
                  <a:srgbClr val="324788"/>
                </a:solidFill>
                <a:latin typeface="Raleway" panose="020B0604020202020204" charset="0"/>
              </a:rPr>
              <a:t> </a:t>
            </a:r>
            <a:r>
              <a:rPr lang="id-ID" sz="1200" dirty="0">
                <a:solidFill>
                  <a:srgbClr val="324788"/>
                </a:solidFill>
                <a:latin typeface="Raleway" panose="020B0604020202020204" charset="0"/>
              </a:rPr>
              <a:t>sebab banyak aplikasi pihak ketiga yang digunakan maupun </a:t>
            </a:r>
            <a:r>
              <a:rPr lang="id-ID" sz="1200" i="1" dirty="0">
                <a:solidFill>
                  <a:srgbClr val="324788"/>
                </a:solidFill>
                <a:latin typeface="Raleway" panose="020B0604020202020204" charset="0"/>
              </a:rPr>
              <a:t>platform</a:t>
            </a:r>
            <a:r>
              <a:rPr lang="id-ID" sz="1200" dirty="0">
                <a:solidFill>
                  <a:srgbClr val="324788"/>
                </a:solidFill>
                <a:latin typeface="Raleway" panose="020B0604020202020204" charset="0"/>
              </a:rPr>
              <a:t> yang sulit diakses saat berjalannya program </a:t>
            </a:r>
            <a:r>
              <a:rPr lang="id-ID" sz="1200" i="1" dirty="0" err="1">
                <a:solidFill>
                  <a:srgbClr val="324788"/>
                </a:solidFill>
                <a:latin typeface="Raleway" panose="020B0604020202020204" charset="0"/>
              </a:rPr>
              <a:t>link-match</a:t>
            </a:r>
            <a:r>
              <a:rPr lang="id-ID" sz="1200" dirty="0">
                <a:solidFill>
                  <a:srgbClr val="324788"/>
                </a:solidFill>
                <a:latin typeface="Raleway" panose="020B0604020202020204" charset="0"/>
              </a:rPr>
              <a:t>.</a:t>
            </a:r>
            <a:endParaRPr lang="en-US" sz="1200" dirty="0">
              <a:solidFill>
                <a:srgbClr val="324788"/>
              </a:solidFill>
              <a:latin typeface="Raleway" panose="020B0604020202020204" charset="0"/>
            </a:endParaRPr>
          </a:p>
          <a:p>
            <a:pPr marL="228600" lvl="0" indent="-228600">
              <a:buFont typeface="+mj-lt"/>
              <a:buAutoNum type="arabicPeriod"/>
            </a:pPr>
            <a:endParaRPr lang="en-US" sz="1200" dirty="0">
              <a:solidFill>
                <a:srgbClr val="324788"/>
              </a:solidFill>
              <a:latin typeface="Raleway" panose="020B0604020202020204" charset="0"/>
            </a:endParaRPr>
          </a:p>
          <a:p>
            <a:pPr marL="228600" lvl="0" indent="-228600">
              <a:buFont typeface="+mj-lt"/>
              <a:buAutoNum type="arabicPeriod"/>
            </a:pPr>
            <a:r>
              <a:rPr lang="id-ID" sz="1200" dirty="0">
                <a:solidFill>
                  <a:srgbClr val="324788"/>
                </a:solidFill>
                <a:latin typeface="Raleway" panose="020B0604020202020204" charset="0"/>
              </a:rPr>
              <a:t>Fitur aplikasi yang berhasil dibuat pada penelitian ini antara lain: </a:t>
            </a:r>
            <a:r>
              <a:rPr lang="id-ID" sz="1200" i="1" dirty="0" err="1">
                <a:solidFill>
                  <a:srgbClr val="324788"/>
                </a:solidFill>
                <a:latin typeface="Raleway" panose="020B0604020202020204" charset="0"/>
              </a:rPr>
              <a:t>login</a:t>
            </a:r>
            <a:r>
              <a:rPr lang="id-ID" sz="1200" i="1" dirty="0">
                <a:solidFill>
                  <a:srgbClr val="324788"/>
                </a:solidFill>
                <a:latin typeface="Raleway" panose="020B0604020202020204" charset="0"/>
              </a:rPr>
              <a:t>, </a:t>
            </a:r>
            <a:r>
              <a:rPr lang="id-ID" sz="1200" i="1" dirty="0" err="1">
                <a:solidFill>
                  <a:srgbClr val="324788"/>
                </a:solidFill>
                <a:latin typeface="Raleway" panose="020B0604020202020204" charset="0"/>
              </a:rPr>
              <a:t>logout</a:t>
            </a:r>
            <a:r>
              <a:rPr lang="id-ID" sz="1200" dirty="0">
                <a:solidFill>
                  <a:srgbClr val="324788"/>
                </a:solidFill>
                <a:latin typeface="Raleway" panose="020B0604020202020204" charset="0"/>
              </a:rPr>
              <a:t>, melihat </a:t>
            </a:r>
            <a:r>
              <a:rPr lang="id-ID" sz="1200" i="1" dirty="0" err="1">
                <a:solidFill>
                  <a:srgbClr val="324788"/>
                </a:solidFill>
                <a:latin typeface="Raleway" panose="020B0604020202020204" charset="0"/>
              </a:rPr>
              <a:t>profile</a:t>
            </a:r>
            <a:r>
              <a:rPr lang="id-ID" sz="1200" i="1" dirty="0">
                <a:solidFill>
                  <a:srgbClr val="324788"/>
                </a:solidFill>
                <a:latin typeface="Raleway" panose="020B0604020202020204" charset="0"/>
              </a:rPr>
              <a:t> </a:t>
            </a:r>
            <a:r>
              <a:rPr lang="id-ID" sz="1200" i="1" dirty="0" err="1">
                <a:solidFill>
                  <a:srgbClr val="324788"/>
                </a:solidFill>
                <a:latin typeface="Raleway" panose="020B0604020202020204" charset="0"/>
              </a:rPr>
              <a:t>user</a:t>
            </a:r>
            <a:r>
              <a:rPr lang="id-ID" sz="1200" dirty="0">
                <a:solidFill>
                  <a:srgbClr val="324788"/>
                </a:solidFill>
                <a:latin typeface="Raleway" panose="020B0604020202020204" charset="0"/>
              </a:rPr>
              <a:t>, melihat informasi </a:t>
            </a:r>
            <a:r>
              <a:rPr lang="id-ID" sz="1200" i="1" dirty="0" err="1">
                <a:solidFill>
                  <a:srgbClr val="324788"/>
                </a:solidFill>
                <a:latin typeface="Raleway" panose="020B0604020202020204" charset="0"/>
              </a:rPr>
              <a:t>project</a:t>
            </a:r>
            <a:r>
              <a:rPr lang="id-ID" sz="1200" dirty="0">
                <a:solidFill>
                  <a:srgbClr val="324788"/>
                </a:solidFill>
                <a:latin typeface="Raleway" panose="020B0604020202020204" charset="0"/>
              </a:rPr>
              <a:t> dan </a:t>
            </a:r>
            <a:r>
              <a:rPr lang="id-ID" sz="1200" i="1" dirty="0">
                <a:solidFill>
                  <a:srgbClr val="324788"/>
                </a:solidFill>
                <a:latin typeface="Raleway" panose="020B0604020202020204" charset="0"/>
              </a:rPr>
              <a:t>sprint</a:t>
            </a:r>
            <a:r>
              <a:rPr lang="id-ID" sz="1200" dirty="0">
                <a:solidFill>
                  <a:srgbClr val="324788"/>
                </a:solidFill>
                <a:latin typeface="Raleway" panose="020B0604020202020204" charset="0"/>
              </a:rPr>
              <a:t>, melakukan CRUD pada </a:t>
            </a:r>
            <a:r>
              <a:rPr lang="id-ID" sz="1200" i="1" dirty="0">
                <a:solidFill>
                  <a:srgbClr val="324788"/>
                </a:solidFill>
                <a:latin typeface="Raleway" panose="020B0604020202020204" charset="0"/>
              </a:rPr>
              <a:t>sprint</a:t>
            </a:r>
            <a:r>
              <a:rPr lang="id-ID" sz="1200" dirty="0">
                <a:solidFill>
                  <a:srgbClr val="324788"/>
                </a:solidFill>
                <a:latin typeface="Raleway" panose="020B0604020202020204" charset="0"/>
              </a:rPr>
              <a:t>, melihat tim dan mahasiswa.</a:t>
            </a:r>
            <a:endParaRPr lang="en-US" sz="1200" dirty="0">
              <a:solidFill>
                <a:srgbClr val="324788"/>
              </a:solidFill>
              <a:latin typeface="Raleway" panose="020B0604020202020204" charset="0"/>
            </a:endParaRPr>
          </a:p>
          <a:p>
            <a:pPr marL="228600" lvl="0" indent="-228600">
              <a:buFont typeface="+mj-lt"/>
              <a:buAutoNum type="arabicPeriod"/>
            </a:pPr>
            <a:endParaRPr lang="en-US" sz="1200" dirty="0">
              <a:solidFill>
                <a:srgbClr val="324788"/>
              </a:solidFill>
              <a:latin typeface="Raleway" panose="020B060402020202020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id-ID" sz="1200" dirty="0">
                <a:solidFill>
                  <a:srgbClr val="324788"/>
                </a:solidFill>
                <a:latin typeface="Raleway" panose="020B0604020202020204" charset="0"/>
              </a:rPr>
              <a:t>Berdasarkan hasil pengujian UAT aplikasi ini memiliki tingkat keberhasilan mencapai 100% pada </a:t>
            </a:r>
            <a:r>
              <a:rPr lang="id-ID" sz="1200" i="1" dirty="0" err="1">
                <a:solidFill>
                  <a:srgbClr val="324788"/>
                </a:solidFill>
                <a:latin typeface="Raleway" panose="020B0604020202020204" charset="0"/>
              </a:rPr>
              <a:t>user</a:t>
            </a:r>
            <a:r>
              <a:rPr lang="id-ID" sz="1200" i="1" dirty="0">
                <a:solidFill>
                  <a:srgbClr val="324788"/>
                </a:solidFill>
                <a:latin typeface="Raleway" panose="020B0604020202020204" charset="0"/>
              </a:rPr>
              <a:t> </a:t>
            </a:r>
            <a:r>
              <a:rPr lang="id-ID" sz="1200" i="1" dirty="0" err="1">
                <a:solidFill>
                  <a:srgbClr val="324788"/>
                </a:solidFill>
                <a:latin typeface="Raleway" panose="020B0604020202020204" charset="0"/>
              </a:rPr>
              <a:t>product</a:t>
            </a:r>
            <a:r>
              <a:rPr lang="id-ID" sz="1200" i="1" dirty="0">
                <a:solidFill>
                  <a:srgbClr val="324788"/>
                </a:solidFill>
                <a:latin typeface="Raleway" panose="020B0604020202020204" charset="0"/>
              </a:rPr>
              <a:t> </a:t>
            </a:r>
            <a:r>
              <a:rPr lang="id-ID" sz="1200" i="1" dirty="0" err="1">
                <a:solidFill>
                  <a:srgbClr val="324788"/>
                </a:solidFill>
                <a:latin typeface="Raleway" panose="020B0604020202020204" charset="0"/>
              </a:rPr>
              <a:t>owner</a:t>
            </a:r>
            <a:r>
              <a:rPr lang="id-ID" sz="1200" dirty="0">
                <a:solidFill>
                  <a:srgbClr val="324788"/>
                </a:solidFill>
                <a:latin typeface="Raleway" panose="020B0604020202020204" charset="0"/>
              </a:rPr>
              <a:t>, 100% pada </a:t>
            </a:r>
            <a:r>
              <a:rPr lang="id-ID" sz="1200" i="1" dirty="0" err="1">
                <a:solidFill>
                  <a:srgbClr val="324788"/>
                </a:solidFill>
                <a:latin typeface="Raleway" panose="020B0604020202020204" charset="0"/>
              </a:rPr>
              <a:t>user</a:t>
            </a:r>
            <a:r>
              <a:rPr lang="id-ID" sz="1200" dirty="0">
                <a:solidFill>
                  <a:srgbClr val="324788"/>
                </a:solidFill>
                <a:latin typeface="Raleway" panose="020B0604020202020204" charset="0"/>
              </a:rPr>
              <a:t> dosen dan 93% </a:t>
            </a:r>
            <a:r>
              <a:rPr lang="id-ID" sz="1200" i="1" dirty="0" err="1">
                <a:solidFill>
                  <a:srgbClr val="324788"/>
                </a:solidFill>
                <a:latin typeface="Raleway" panose="020B0604020202020204" charset="0"/>
              </a:rPr>
              <a:t>user</a:t>
            </a:r>
            <a:r>
              <a:rPr lang="id-ID" sz="1200" i="1" dirty="0">
                <a:solidFill>
                  <a:srgbClr val="324788"/>
                </a:solidFill>
                <a:latin typeface="Raleway" panose="020B0604020202020204" charset="0"/>
              </a:rPr>
              <a:t> </a:t>
            </a:r>
            <a:r>
              <a:rPr lang="id-ID" sz="1200" i="1" dirty="0" err="1">
                <a:solidFill>
                  <a:srgbClr val="324788"/>
                </a:solidFill>
                <a:latin typeface="Raleway" panose="020B0604020202020204" charset="0"/>
              </a:rPr>
              <a:t>scrum</a:t>
            </a:r>
            <a:r>
              <a:rPr lang="id-ID" sz="1200" i="1" dirty="0">
                <a:solidFill>
                  <a:srgbClr val="324788"/>
                </a:solidFill>
                <a:latin typeface="Raleway" panose="020B0604020202020204" charset="0"/>
              </a:rPr>
              <a:t> master</a:t>
            </a:r>
            <a:r>
              <a:rPr lang="id-ID" sz="1200" dirty="0">
                <a:solidFill>
                  <a:srgbClr val="324788"/>
                </a:solidFill>
                <a:latin typeface="Raleway" panose="020B0604020202020204" charset="0"/>
              </a:rPr>
              <a:t>. Kemudian untuk tingkat </a:t>
            </a:r>
            <a:r>
              <a:rPr lang="id-ID" sz="1200" dirty="0" err="1">
                <a:solidFill>
                  <a:srgbClr val="324788"/>
                </a:solidFill>
                <a:latin typeface="Raleway" panose="020B0604020202020204" charset="0"/>
              </a:rPr>
              <a:t>kepuasaan</a:t>
            </a:r>
            <a:r>
              <a:rPr lang="id-ID" sz="1200" dirty="0">
                <a:solidFill>
                  <a:srgbClr val="324788"/>
                </a:solidFill>
                <a:latin typeface="Raleway" panose="020B0604020202020204" charset="0"/>
              </a:rPr>
              <a:t> pengguna terhadap aplikasi yang diperoleh melalui kuesioner yaitu sebesar 77.5%. Hal ini memberikan kesimpulan bahwa aplikasi </a:t>
            </a:r>
            <a:r>
              <a:rPr lang="id-ID" sz="1200" i="1" dirty="0" err="1">
                <a:solidFill>
                  <a:srgbClr val="324788"/>
                </a:solidFill>
                <a:latin typeface="Raleway" panose="020B0604020202020204" charset="0"/>
              </a:rPr>
              <a:t>link-match</a:t>
            </a:r>
            <a:r>
              <a:rPr lang="id-ID" sz="1200" dirty="0">
                <a:solidFill>
                  <a:srgbClr val="324788"/>
                </a:solidFill>
                <a:latin typeface="Raleway" panose="020B0604020202020204" charset="0"/>
              </a:rPr>
              <a:t> modul dosen ini cukup baik dan dapat membantu pelaksanaan program </a:t>
            </a:r>
            <a:r>
              <a:rPr lang="id-ID" sz="1200" i="1" dirty="0" err="1">
                <a:solidFill>
                  <a:srgbClr val="324788"/>
                </a:solidFill>
                <a:latin typeface="Raleway" panose="020B0604020202020204" charset="0"/>
              </a:rPr>
              <a:t>link-match</a:t>
            </a:r>
            <a:r>
              <a:rPr lang="id-ID" sz="1200" dirty="0">
                <a:solidFill>
                  <a:srgbClr val="324788"/>
                </a:solidFill>
                <a:latin typeface="Raleway" panose="020B0604020202020204" charset="0"/>
              </a:rPr>
              <a:t> di STT Terpadu Nurul Fikri.</a:t>
            </a:r>
            <a:endParaRPr lang="en-US" sz="1200" dirty="0">
              <a:solidFill>
                <a:srgbClr val="324788"/>
              </a:solidFill>
              <a:effectLst/>
              <a:latin typeface="Raleway" panose="020B0604020202020204" charset="0"/>
              <a:ea typeface="AR PL UMing HK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3874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941;p39">
            <a:extLst>
              <a:ext uri="{FF2B5EF4-FFF2-40B4-BE49-F238E27FC236}">
                <a16:creationId xmlns:a16="http://schemas.microsoft.com/office/drawing/2014/main" id="{ABDC6BBC-C1EA-4961-A8F0-8C1860891664}"/>
              </a:ext>
            </a:extLst>
          </p:cNvPr>
          <p:cNvSpPr/>
          <p:nvPr/>
        </p:nvSpPr>
        <p:spPr>
          <a:xfrm rot="5400000">
            <a:off x="2292513" y="-901403"/>
            <a:ext cx="3249718" cy="7834745"/>
          </a:xfrm>
          <a:prstGeom prst="round2SameRect">
            <a:avLst>
              <a:gd name="adj1" fmla="val 47321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" name="Google Shape;950;p39">
            <a:extLst>
              <a:ext uri="{FF2B5EF4-FFF2-40B4-BE49-F238E27FC236}">
                <a16:creationId xmlns:a16="http://schemas.microsoft.com/office/drawing/2014/main" id="{A2B0BA34-FEAD-457E-80F3-C9531EC84468}"/>
              </a:ext>
            </a:extLst>
          </p:cNvPr>
          <p:cNvSpPr txBox="1">
            <a:spLocks/>
          </p:cNvSpPr>
          <p:nvPr/>
        </p:nvSpPr>
        <p:spPr>
          <a:xfrm flipH="1">
            <a:off x="566150" y="1958463"/>
            <a:ext cx="6653131" cy="19293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id-ID" sz="1200" dirty="0">
                <a:solidFill>
                  <a:srgbClr val="324788"/>
                </a:solidFill>
                <a:effectLst/>
                <a:latin typeface="Raleway" panose="020B0604020202020204" charset="0"/>
                <a:ea typeface="Times New Roman" panose="02020603050405020304" pitchFamily="18" charset="0"/>
                <a:cs typeface="Calibri" panose="020F0502020204030204" pitchFamily="34" charset="0"/>
              </a:rPr>
              <a:t>Beberapa fitur pada aplikasi perlu untuk diperbaiki karena pada dasarnya belum mencapai keberhasilan sebagaimana yang diharapkan pada </a:t>
            </a:r>
            <a:r>
              <a:rPr lang="id-ID" sz="1200" i="1" dirty="0" err="1">
                <a:solidFill>
                  <a:srgbClr val="324788"/>
                </a:solidFill>
                <a:effectLst/>
                <a:latin typeface="Raleway" panose="020B0604020202020204" charset="0"/>
                <a:ea typeface="Times New Roman" panose="02020603050405020304" pitchFamily="18" charset="0"/>
                <a:cs typeface="Calibri" panose="020F0502020204030204" pitchFamily="34" charset="0"/>
              </a:rPr>
              <a:t>output</a:t>
            </a:r>
            <a:r>
              <a:rPr lang="id-ID" sz="1200" dirty="0">
                <a:solidFill>
                  <a:srgbClr val="324788"/>
                </a:solidFill>
                <a:effectLst/>
                <a:latin typeface="Raleway" panose="020B0604020202020204" charset="0"/>
                <a:ea typeface="Times New Roman" panose="02020603050405020304" pitchFamily="18" charset="0"/>
                <a:cs typeface="Calibri" panose="020F0502020204030204" pitchFamily="34" charset="0"/>
              </a:rPr>
              <a:t> pengujian di </a:t>
            </a:r>
            <a:r>
              <a:rPr lang="id-ID" sz="1200" i="1" dirty="0" err="1">
                <a:solidFill>
                  <a:srgbClr val="324788"/>
                </a:solidFill>
                <a:effectLst/>
                <a:latin typeface="Raleway" panose="020B0604020202020204" charset="0"/>
                <a:ea typeface="Times New Roman" panose="02020603050405020304" pitchFamily="18" charset="0"/>
                <a:cs typeface="Calibri" panose="020F0502020204030204" pitchFamily="34" charset="0"/>
              </a:rPr>
              <a:t>user</a:t>
            </a:r>
            <a:r>
              <a:rPr lang="id-ID" sz="1200" i="1" dirty="0">
                <a:solidFill>
                  <a:srgbClr val="324788"/>
                </a:solidFill>
                <a:effectLst/>
                <a:latin typeface="Raleway" panose="020B060402020202020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id-ID" sz="1200" i="1" dirty="0" err="1">
                <a:solidFill>
                  <a:srgbClr val="324788"/>
                </a:solidFill>
                <a:effectLst/>
                <a:latin typeface="Raleway" panose="020B0604020202020204" charset="0"/>
                <a:ea typeface="Times New Roman" panose="02020603050405020304" pitchFamily="18" charset="0"/>
                <a:cs typeface="Calibri" panose="020F0502020204030204" pitchFamily="34" charset="0"/>
              </a:rPr>
              <a:t>story</a:t>
            </a:r>
            <a:r>
              <a:rPr lang="en-US" sz="1200" i="1" dirty="0">
                <a:solidFill>
                  <a:srgbClr val="324788"/>
                </a:solidFill>
                <a:effectLst/>
                <a:latin typeface="Raleway" panose="020B0604020202020204" charset="0"/>
                <a:ea typeface="Times New Roman" panose="02020603050405020304" pitchFamily="18" charset="0"/>
                <a:cs typeface="Calibri" panose="020F0502020204030204" pitchFamily="34" charset="0"/>
              </a:rPr>
              <a:t>. </a:t>
            </a:r>
            <a:r>
              <a:rPr lang="en-US" sz="1200" dirty="0" err="1">
                <a:solidFill>
                  <a:srgbClr val="324788"/>
                </a:solidFill>
                <a:effectLst/>
                <a:latin typeface="Raleway" panose="020B0604020202020204" charset="0"/>
                <a:ea typeface="Times New Roman" panose="02020603050405020304" pitchFamily="18" charset="0"/>
                <a:cs typeface="Calibri" panose="020F0502020204030204" pitchFamily="34" charset="0"/>
              </a:rPr>
              <a:t>Berikut</a:t>
            </a:r>
            <a:r>
              <a:rPr lang="en-US" sz="1200" dirty="0">
                <a:solidFill>
                  <a:srgbClr val="324788"/>
                </a:solidFill>
                <a:effectLst/>
                <a:latin typeface="Raleway" panose="020B060402020202020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rgbClr val="324788"/>
                </a:solidFill>
                <a:effectLst/>
                <a:latin typeface="Raleway" panose="020B0604020202020204" charset="0"/>
                <a:ea typeface="Times New Roman" panose="02020603050405020304" pitchFamily="18" charset="0"/>
                <a:cs typeface="Calibri" panose="020F0502020204030204" pitchFamily="34" charset="0"/>
              </a:rPr>
              <a:t>adalah</a:t>
            </a:r>
            <a:r>
              <a:rPr lang="en-US" sz="1200" dirty="0">
                <a:solidFill>
                  <a:srgbClr val="324788"/>
                </a:solidFill>
                <a:effectLst/>
                <a:latin typeface="Raleway" panose="020B060402020202020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rgbClr val="324788"/>
                </a:solidFill>
                <a:effectLst/>
                <a:latin typeface="Raleway" panose="020B0604020202020204" charset="0"/>
                <a:ea typeface="Times New Roman" panose="02020603050405020304" pitchFamily="18" charset="0"/>
                <a:cs typeface="Calibri" panose="020F0502020204030204" pitchFamily="34" charset="0"/>
              </a:rPr>
              <a:t>beberapa</a:t>
            </a:r>
            <a:r>
              <a:rPr lang="en-US" sz="1200" dirty="0">
                <a:solidFill>
                  <a:srgbClr val="324788"/>
                </a:solidFill>
                <a:effectLst/>
                <a:latin typeface="Raleway" panose="020B0604020202020204" charset="0"/>
                <a:ea typeface="Times New Roman" panose="02020603050405020304" pitchFamily="18" charset="0"/>
                <a:cs typeface="Calibri" panose="020F0502020204030204" pitchFamily="34" charset="0"/>
              </a:rPr>
              <a:t> saran yang </a:t>
            </a:r>
            <a:r>
              <a:rPr lang="en-US" sz="1200" dirty="0" err="1">
                <a:solidFill>
                  <a:srgbClr val="324788"/>
                </a:solidFill>
                <a:effectLst/>
                <a:latin typeface="Raleway" panose="020B0604020202020204" charset="0"/>
                <a:ea typeface="Times New Roman" panose="02020603050405020304" pitchFamily="18" charset="0"/>
                <a:cs typeface="Calibri" panose="020F0502020204030204" pitchFamily="34" charset="0"/>
              </a:rPr>
              <a:t>penulis</a:t>
            </a:r>
            <a:r>
              <a:rPr lang="en-US" sz="1200" dirty="0">
                <a:solidFill>
                  <a:srgbClr val="324788"/>
                </a:solidFill>
                <a:effectLst/>
                <a:latin typeface="Raleway" panose="020B060402020202020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rgbClr val="324788"/>
                </a:solidFill>
                <a:effectLst/>
                <a:latin typeface="Raleway" panose="020B0604020202020204" charset="0"/>
                <a:ea typeface="Times New Roman" panose="02020603050405020304" pitchFamily="18" charset="0"/>
                <a:cs typeface="Calibri" panose="020F0502020204030204" pitchFamily="34" charset="0"/>
              </a:rPr>
              <a:t>dapatkan</a:t>
            </a:r>
            <a:r>
              <a:rPr lang="en-US" sz="1200" dirty="0">
                <a:solidFill>
                  <a:srgbClr val="324788"/>
                </a:solidFill>
                <a:effectLst/>
                <a:latin typeface="Raleway" panose="020B0604020202020204" charset="0"/>
                <a:ea typeface="Times New Roman" panose="02020603050405020304" pitchFamily="18" charset="0"/>
                <a:cs typeface="Calibri" panose="020F0502020204030204" pitchFamily="34" charset="0"/>
              </a:rPr>
              <a:t>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403BB2B-2596-4691-B458-860B12192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14" y="-19050"/>
            <a:ext cx="703510" cy="772754"/>
          </a:xfrm>
          <a:prstGeom prst="rect">
            <a:avLst/>
          </a:prstGeom>
        </p:spPr>
      </p:pic>
      <p:sp>
        <p:nvSpPr>
          <p:cNvPr id="12" name="Google Shape;320;p29">
            <a:extLst>
              <a:ext uri="{FF2B5EF4-FFF2-40B4-BE49-F238E27FC236}">
                <a16:creationId xmlns:a16="http://schemas.microsoft.com/office/drawing/2014/main" id="{3D02FFBA-7776-407D-8428-F1AA0C03D6BC}"/>
              </a:ext>
            </a:extLst>
          </p:cNvPr>
          <p:cNvSpPr txBox="1">
            <a:spLocks/>
          </p:cNvSpPr>
          <p:nvPr/>
        </p:nvSpPr>
        <p:spPr>
          <a:xfrm>
            <a:off x="311700" y="8097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osis ExtraLight"/>
              <a:buNone/>
              <a:defRPr sz="2200" b="0" i="0" u="none" strike="noStrike" cap="none">
                <a:solidFill>
                  <a:schemeClr val="dk1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Dosis ExtraLight"/>
              <a:buNone/>
              <a:defRPr sz="1800" b="0" i="0" u="none" strike="noStrike" cap="none">
                <a:solidFill>
                  <a:srgbClr val="434343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pPr algn="l"/>
            <a:r>
              <a:rPr lang="en-GB" sz="3600" dirty="0">
                <a:solidFill>
                  <a:srgbClr val="96C7FE"/>
                </a:solidFill>
              </a:rPr>
              <a:t>SARAN</a:t>
            </a:r>
          </a:p>
        </p:txBody>
      </p:sp>
      <p:sp>
        <p:nvSpPr>
          <p:cNvPr id="6" name="Google Shape;950;p39">
            <a:extLst>
              <a:ext uri="{FF2B5EF4-FFF2-40B4-BE49-F238E27FC236}">
                <a16:creationId xmlns:a16="http://schemas.microsoft.com/office/drawing/2014/main" id="{72BCBA31-C284-4E6A-914D-C614F3CB0F60}"/>
              </a:ext>
            </a:extLst>
          </p:cNvPr>
          <p:cNvSpPr txBox="1">
            <a:spLocks/>
          </p:cNvSpPr>
          <p:nvPr/>
        </p:nvSpPr>
        <p:spPr>
          <a:xfrm flipH="1">
            <a:off x="566149" y="1607082"/>
            <a:ext cx="6653131" cy="19293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lvl="2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id-ID" sz="1200" dirty="0">
                <a:solidFill>
                  <a:srgbClr val="324788"/>
                </a:solidFill>
                <a:effectLst/>
                <a:latin typeface="Raleway" panose="020B0604020202020204" charset="0"/>
                <a:ea typeface="Times New Roman" panose="02020603050405020304" pitchFamily="18" charset="0"/>
                <a:cs typeface="Calibri" panose="020F0502020204030204" pitchFamily="34" charset="0"/>
              </a:rPr>
              <a:t>Tampilan UI hendaknya dibuat lebih proporsional</a:t>
            </a:r>
            <a:endParaRPr lang="en-US" sz="1200" dirty="0">
              <a:solidFill>
                <a:srgbClr val="324788"/>
              </a:solidFill>
              <a:effectLst/>
              <a:latin typeface="Raleway" panose="020B0604020202020204" charset="0"/>
              <a:ea typeface="AR PL UMing HK"/>
              <a:cs typeface="Calibri" panose="020F0502020204030204" pitchFamily="34" charset="0"/>
            </a:endParaRPr>
          </a:p>
          <a:p>
            <a:pPr marL="342900" lvl="2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id-ID" sz="1200" dirty="0">
                <a:solidFill>
                  <a:srgbClr val="324788"/>
                </a:solidFill>
                <a:effectLst/>
                <a:latin typeface="Raleway" panose="020B0604020202020204" charset="0"/>
                <a:ea typeface="Times New Roman" panose="02020603050405020304" pitchFamily="18" charset="0"/>
                <a:cs typeface="Calibri" panose="020F0502020204030204" pitchFamily="34" charset="0"/>
              </a:rPr>
              <a:t>Dibuat agar </a:t>
            </a:r>
            <a:r>
              <a:rPr lang="id-ID" sz="1200" dirty="0" err="1">
                <a:solidFill>
                  <a:srgbClr val="324788"/>
                </a:solidFill>
                <a:effectLst/>
                <a:latin typeface="Raleway" panose="020B0604020202020204" charset="0"/>
                <a:ea typeface="Times New Roman" panose="02020603050405020304" pitchFamily="18" charset="0"/>
                <a:cs typeface="Calibri" panose="020F0502020204030204" pitchFamily="34" charset="0"/>
              </a:rPr>
              <a:t>loading</a:t>
            </a:r>
            <a:r>
              <a:rPr lang="id-ID" sz="1200" dirty="0">
                <a:solidFill>
                  <a:srgbClr val="324788"/>
                </a:solidFill>
                <a:effectLst/>
                <a:latin typeface="Raleway" panose="020B0604020202020204" charset="0"/>
                <a:ea typeface="Times New Roman" panose="02020603050405020304" pitchFamily="18" charset="0"/>
                <a:cs typeface="Calibri" panose="020F0502020204030204" pitchFamily="34" charset="0"/>
              </a:rPr>
              <a:t> aplikasi tidak lama</a:t>
            </a:r>
            <a:endParaRPr lang="en-US" sz="1200" dirty="0">
              <a:solidFill>
                <a:srgbClr val="324788"/>
              </a:solidFill>
              <a:effectLst/>
              <a:latin typeface="Raleway" panose="020B0604020202020204" charset="0"/>
              <a:ea typeface="AR PL UMing HK"/>
              <a:cs typeface="Calibri" panose="020F0502020204030204" pitchFamily="34" charset="0"/>
            </a:endParaRPr>
          </a:p>
          <a:p>
            <a:pPr marL="342900" lvl="2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id-ID" sz="1200" dirty="0">
                <a:solidFill>
                  <a:srgbClr val="324788"/>
                </a:solidFill>
                <a:effectLst/>
                <a:latin typeface="Raleway" panose="020B0604020202020204" charset="0"/>
                <a:ea typeface="Times New Roman" panose="02020603050405020304" pitchFamily="18" charset="0"/>
                <a:cs typeface="Calibri" panose="020F0502020204030204" pitchFamily="34" charset="0"/>
              </a:rPr>
              <a:t>Harusnya dapat melihat nama anggota tim pada halaman </a:t>
            </a:r>
            <a:r>
              <a:rPr lang="id-ID" sz="1200" i="1" dirty="0">
                <a:solidFill>
                  <a:srgbClr val="324788"/>
                </a:solidFill>
                <a:effectLst/>
                <a:latin typeface="Raleway" panose="020B0604020202020204" charset="0"/>
                <a:ea typeface="Times New Roman" panose="02020603050405020304" pitchFamily="18" charset="0"/>
                <a:cs typeface="Calibri" panose="020F0502020204030204" pitchFamily="34" charset="0"/>
              </a:rPr>
              <a:t>detail</a:t>
            </a:r>
            <a:r>
              <a:rPr lang="id-ID" sz="1200" dirty="0">
                <a:solidFill>
                  <a:srgbClr val="324788"/>
                </a:solidFill>
                <a:effectLst/>
                <a:latin typeface="Raleway" panose="020B0604020202020204" charset="0"/>
                <a:ea typeface="Times New Roman" panose="02020603050405020304" pitchFamily="18" charset="0"/>
                <a:cs typeface="Calibri" panose="020F0502020204030204" pitchFamily="34" charset="0"/>
              </a:rPr>
              <a:t> tim</a:t>
            </a:r>
            <a:endParaRPr lang="en-US" sz="1200" dirty="0">
              <a:solidFill>
                <a:srgbClr val="324788"/>
              </a:solidFill>
              <a:effectLst/>
              <a:latin typeface="Raleway" panose="020B0604020202020204" charset="0"/>
              <a:ea typeface="AR PL UMing HK"/>
              <a:cs typeface="Calibri" panose="020F0502020204030204" pitchFamily="34" charset="0"/>
            </a:endParaRPr>
          </a:p>
          <a:p>
            <a:pPr marL="342900" lvl="2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id-ID" sz="1200" dirty="0">
                <a:solidFill>
                  <a:srgbClr val="324788"/>
                </a:solidFill>
                <a:effectLst/>
                <a:latin typeface="Raleway" panose="020B0604020202020204" charset="0"/>
                <a:ea typeface="Times New Roman" panose="02020603050405020304" pitchFamily="18" charset="0"/>
                <a:cs typeface="Calibri" panose="020F0502020204030204" pitchFamily="34" charset="0"/>
              </a:rPr>
              <a:t>Nilai mahasiswa langsung saja tampilkan daftar nilainya di halaman awal</a:t>
            </a:r>
            <a:endParaRPr lang="en-US" sz="1200" dirty="0">
              <a:solidFill>
                <a:srgbClr val="324788"/>
              </a:solidFill>
              <a:effectLst/>
              <a:latin typeface="Raleway" panose="020B0604020202020204" charset="0"/>
              <a:ea typeface="AR PL UMing HK"/>
              <a:cs typeface="Calibri" panose="020F0502020204030204" pitchFamily="34" charset="0"/>
            </a:endParaRPr>
          </a:p>
          <a:p>
            <a:pPr marL="342900" lvl="2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id-ID" sz="1200" dirty="0">
                <a:solidFill>
                  <a:srgbClr val="324788"/>
                </a:solidFill>
                <a:effectLst/>
                <a:latin typeface="Raleway" panose="020B0604020202020204" charset="0"/>
                <a:ea typeface="Times New Roman" panose="02020603050405020304" pitchFamily="18" charset="0"/>
                <a:cs typeface="Calibri" panose="020F0502020204030204" pitchFamily="34" charset="0"/>
              </a:rPr>
              <a:t>Buat tombol yang dapat </a:t>
            </a:r>
            <a:r>
              <a:rPr lang="id-ID" sz="1200" i="1" dirty="0" err="1">
                <a:solidFill>
                  <a:srgbClr val="324788"/>
                </a:solidFill>
                <a:effectLst/>
                <a:latin typeface="Raleway" panose="020B0604020202020204" charset="0"/>
                <a:ea typeface="Times New Roman" panose="02020603050405020304" pitchFamily="18" charset="0"/>
                <a:cs typeface="Calibri" panose="020F0502020204030204" pitchFamily="34" charset="0"/>
              </a:rPr>
              <a:t>view</a:t>
            </a:r>
            <a:r>
              <a:rPr lang="id-ID" sz="1200" i="1" dirty="0">
                <a:solidFill>
                  <a:srgbClr val="324788"/>
                </a:solidFill>
                <a:effectLst/>
                <a:latin typeface="Raleway" panose="020B060402020202020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id-ID" sz="1200" i="1" dirty="0" err="1">
                <a:solidFill>
                  <a:srgbClr val="324788"/>
                </a:solidFill>
                <a:effectLst/>
                <a:latin typeface="Raleway" panose="020B0604020202020204" charset="0"/>
                <a:ea typeface="Times New Roman" panose="02020603050405020304" pitchFamily="18" charset="0"/>
                <a:cs typeface="Calibri" panose="020F0502020204030204" pitchFamily="34" charset="0"/>
              </a:rPr>
              <a:t>password</a:t>
            </a:r>
            <a:r>
              <a:rPr lang="id-ID" sz="1200" dirty="0">
                <a:solidFill>
                  <a:srgbClr val="324788"/>
                </a:solidFill>
                <a:effectLst/>
                <a:latin typeface="Raleway" panose="020B0604020202020204" charset="0"/>
                <a:ea typeface="Times New Roman" panose="02020603050405020304" pitchFamily="18" charset="0"/>
                <a:cs typeface="Calibri" panose="020F0502020204030204" pitchFamily="34" charset="0"/>
              </a:rPr>
              <a:t> pada halaman </a:t>
            </a:r>
            <a:r>
              <a:rPr lang="id-ID" sz="1200" i="1" dirty="0" err="1">
                <a:solidFill>
                  <a:srgbClr val="324788"/>
                </a:solidFill>
                <a:effectLst/>
                <a:latin typeface="Raleway" panose="020B0604020202020204" charset="0"/>
                <a:ea typeface="Times New Roman" panose="02020603050405020304" pitchFamily="18" charset="0"/>
                <a:cs typeface="Calibri" panose="020F0502020204030204" pitchFamily="34" charset="0"/>
              </a:rPr>
              <a:t>login</a:t>
            </a:r>
            <a:endParaRPr lang="en-US" sz="1200" dirty="0">
              <a:solidFill>
                <a:srgbClr val="324788"/>
              </a:solidFill>
              <a:effectLst/>
              <a:latin typeface="Raleway" panose="020B0604020202020204" charset="0"/>
              <a:ea typeface="AR PL UMing HK"/>
              <a:cs typeface="Calibri" panose="020F0502020204030204" pitchFamily="34" charset="0"/>
            </a:endParaRPr>
          </a:p>
          <a:p>
            <a:pPr marL="342900" lvl="2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id-ID" sz="1200" dirty="0">
                <a:solidFill>
                  <a:srgbClr val="324788"/>
                </a:solidFill>
                <a:effectLst/>
                <a:latin typeface="Raleway" panose="020B0604020202020204" charset="0"/>
                <a:ea typeface="Times New Roman" panose="02020603050405020304" pitchFamily="18" charset="0"/>
                <a:cs typeface="Calibri" panose="020F0502020204030204" pitchFamily="34" charset="0"/>
              </a:rPr>
              <a:t>Tampilkan foto </a:t>
            </a:r>
            <a:r>
              <a:rPr lang="id-ID" sz="1200" i="1" dirty="0" err="1">
                <a:solidFill>
                  <a:srgbClr val="324788"/>
                </a:solidFill>
                <a:effectLst/>
                <a:latin typeface="Raleway" panose="020B0604020202020204" charset="0"/>
                <a:ea typeface="Times New Roman" panose="02020603050405020304" pitchFamily="18" charset="0"/>
                <a:cs typeface="Calibri" panose="020F0502020204030204" pitchFamily="34" charset="0"/>
              </a:rPr>
              <a:t>user</a:t>
            </a:r>
            <a:r>
              <a:rPr lang="id-ID" sz="1200" dirty="0">
                <a:solidFill>
                  <a:srgbClr val="324788"/>
                </a:solidFill>
                <a:effectLst/>
                <a:latin typeface="Raleway" panose="020B060402020202020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endParaRPr lang="en-US" sz="1200" dirty="0">
              <a:solidFill>
                <a:srgbClr val="324788"/>
              </a:solidFill>
              <a:effectLst/>
              <a:latin typeface="Raleway" panose="020B0604020202020204" charset="0"/>
              <a:ea typeface="AR PL UMing HK"/>
              <a:cs typeface="Calibri" panose="020F0502020204030204" pitchFamily="34" charset="0"/>
            </a:endParaRPr>
          </a:p>
          <a:p>
            <a:pPr marL="342900" lvl="2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id-ID" sz="1200" i="1" dirty="0">
                <a:solidFill>
                  <a:srgbClr val="324788"/>
                </a:solidFill>
                <a:effectLst/>
                <a:latin typeface="Raleway" panose="020B0604020202020204" charset="0"/>
                <a:ea typeface="Times New Roman" panose="02020603050405020304" pitchFamily="18" charset="0"/>
                <a:cs typeface="Calibri" panose="020F0502020204030204" pitchFamily="34" charset="0"/>
              </a:rPr>
              <a:t>Sprint</a:t>
            </a:r>
            <a:r>
              <a:rPr lang="id-ID" sz="1200" dirty="0">
                <a:solidFill>
                  <a:srgbClr val="324788"/>
                </a:solidFill>
                <a:effectLst/>
                <a:latin typeface="Raleway" panose="020B0604020202020204" charset="0"/>
                <a:ea typeface="Times New Roman" panose="02020603050405020304" pitchFamily="18" charset="0"/>
                <a:cs typeface="Calibri" panose="020F0502020204030204" pitchFamily="34" charset="0"/>
              </a:rPr>
              <a:t> dikelompokkan </a:t>
            </a:r>
            <a:r>
              <a:rPr lang="id-ID" sz="1200" dirty="0" err="1">
                <a:solidFill>
                  <a:srgbClr val="324788"/>
                </a:solidFill>
                <a:effectLst/>
                <a:latin typeface="Raleway" panose="020B0604020202020204" charset="0"/>
                <a:ea typeface="Times New Roman" panose="02020603050405020304" pitchFamily="18" charset="0"/>
                <a:cs typeface="Calibri" panose="020F0502020204030204" pitchFamily="34" charset="0"/>
              </a:rPr>
              <a:t>bedasarkan</a:t>
            </a:r>
            <a:r>
              <a:rPr lang="id-ID" sz="1200" dirty="0">
                <a:solidFill>
                  <a:srgbClr val="324788"/>
                </a:solidFill>
                <a:effectLst/>
                <a:latin typeface="Raleway" panose="020B060402020202020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id-ID" sz="1200" i="1" dirty="0" err="1">
                <a:solidFill>
                  <a:srgbClr val="324788"/>
                </a:solidFill>
                <a:effectLst/>
                <a:latin typeface="Raleway" panose="020B0604020202020204" charset="0"/>
                <a:ea typeface="Times New Roman" panose="02020603050405020304" pitchFamily="18" charset="0"/>
                <a:cs typeface="Calibri" panose="020F0502020204030204" pitchFamily="34" charset="0"/>
              </a:rPr>
              <a:t>project</a:t>
            </a:r>
            <a:r>
              <a:rPr lang="id-ID" sz="1200" i="1" dirty="0">
                <a:solidFill>
                  <a:srgbClr val="324788"/>
                </a:solidFill>
                <a:effectLst/>
                <a:latin typeface="Raleway" panose="020B060402020202020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id-ID" sz="1200" dirty="0">
                <a:solidFill>
                  <a:srgbClr val="324788"/>
                </a:solidFill>
                <a:effectLst/>
                <a:latin typeface="Raleway" panose="020B0604020202020204" charset="0"/>
                <a:ea typeface="Times New Roman" panose="02020603050405020304" pitchFamily="18" charset="0"/>
                <a:cs typeface="Calibri" panose="020F0502020204030204" pitchFamily="34" charset="0"/>
              </a:rPr>
              <a:t>saja</a:t>
            </a:r>
            <a:endParaRPr lang="en-US" sz="1200" dirty="0">
              <a:solidFill>
                <a:srgbClr val="324788"/>
              </a:solidFill>
              <a:effectLst/>
              <a:latin typeface="Raleway" panose="020B0604020202020204" charset="0"/>
              <a:ea typeface="AR PL UMing HK"/>
              <a:cs typeface="Calibri" panose="020F0502020204030204" pitchFamily="34" charset="0"/>
            </a:endParaRPr>
          </a:p>
          <a:p>
            <a:pPr marL="342900" lvl="2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id-ID" sz="1200" dirty="0">
                <a:solidFill>
                  <a:srgbClr val="324788"/>
                </a:solidFill>
                <a:effectLst/>
                <a:latin typeface="Raleway" panose="020B0604020202020204" charset="0"/>
                <a:ea typeface="Times New Roman" panose="02020603050405020304" pitchFamily="18" charset="0"/>
                <a:cs typeface="Calibri" panose="020F0502020204030204" pitchFamily="34" charset="0"/>
              </a:rPr>
              <a:t>Tampilkan indikator proses berhasil atau gagal</a:t>
            </a:r>
            <a:endParaRPr lang="en-US" sz="1200" dirty="0">
              <a:solidFill>
                <a:srgbClr val="324788"/>
              </a:solidFill>
              <a:effectLst/>
              <a:latin typeface="Raleway" panose="020B0604020202020204" charset="0"/>
              <a:ea typeface="AR PL UMing HK"/>
              <a:cs typeface="Calibri" panose="020F0502020204030204" pitchFamily="34" charset="0"/>
            </a:endParaRPr>
          </a:p>
          <a:p>
            <a:pPr marL="342900" lvl="2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id-ID" sz="1200" dirty="0">
                <a:solidFill>
                  <a:srgbClr val="324788"/>
                </a:solidFill>
                <a:effectLst/>
                <a:latin typeface="Raleway" panose="020B0604020202020204" charset="0"/>
                <a:ea typeface="Times New Roman" panose="02020603050405020304" pitchFamily="18" charset="0"/>
                <a:cs typeface="Calibri" panose="020F0502020204030204" pitchFamily="34" charset="0"/>
              </a:rPr>
              <a:t>Halaman mahasiswa diganti menjadi nilai mahasiswa saja</a:t>
            </a:r>
            <a:endParaRPr lang="en-US" sz="1200" dirty="0">
              <a:solidFill>
                <a:srgbClr val="324788"/>
              </a:solidFill>
              <a:effectLst/>
              <a:latin typeface="Raleway" panose="020B0604020202020204" charset="0"/>
              <a:ea typeface="AR PL UMing HK"/>
              <a:cs typeface="Calibri" panose="020F0502020204030204" pitchFamily="34" charset="0"/>
            </a:endParaRPr>
          </a:p>
          <a:p>
            <a:pPr marL="342900" lvl="2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id-ID" sz="1200" dirty="0">
                <a:solidFill>
                  <a:srgbClr val="324788"/>
                </a:solidFill>
                <a:effectLst/>
                <a:latin typeface="Raleway" panose="020B0604020202020204" charset="0"/>
                <a:ea typeface="Times New Roman" panose="02020603050405020304" pitchFamily="18" charset="0"/>
                <a:cs typeface="Calibri" panose="020F0502020204030204" pitchFamily="34" charset="0"/>
              </a:rPr>
              <a:t>Tampilkan notifikasi tidak terhubung ke internet</a:t>
            </a:r>
            <a:endParaRPr lang="en-US" sz="1200" dirty="0">
              <a:solidFill>
                <a:srgbClr val="324788"/>
              </a:solidFill>
              <a:effectLst/>
              <a:latin typeface="Raleway" panose="020B0604020202020204" charset="0"/>
              <a:ea typeface="AR PL UMing HK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5100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1846;p49">
            <a:extLst>
              <a:ext uri="{FF2B5EF4-FFF2-40B4-BE49-F238E27FC236}">
                <a16:creationId xmlns:a16="http://schemas.microsoft.com/office/drawing/2014/main" id="{1B558A57-509B-4262-B27A-827647838E30}"/>
              </a:ext>
            </a:extLst>
          </p:cNvPr>
          <p:cNvSpPr/>
          <p:nvPr/>
        </p:nvSpPr>
        <p:spPr>
          <a:xfrm>
            <a:off x="865500" y="-1134700"/>
            <a:ext cx="7413000" cy="7413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32"/>
          <p:cNvSpPr txBox="1">
            <a:spLocks noGrp="1"/>
          </p:cNvSpPr>
          <p:nvPr>
            <p:ph type="title"/>
          </p:nvPr>
        </p:nvSpPr>
        <p:spPr>
          <a:xfrm>
            <a:off x="1332568" y="1972200"/>
            <a:ext cx="3817500" cy="119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rgbClr val="324788"/>
                </a:solidFill>
              </a:rPr>
              <a:t>JAZAKUMULLAH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sz="2800" dirty="0">
                <a:solidFill>
                  <a:schemeClr val="bg1"/>
                </a:solidFill>
              </a:rPr>
              <a:t>KHAIRAN KATSIRAN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0682EAAE-2029-4892-9416-0889BCEF9B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00" y="-19050"/>
            <a:ext cx="1007899" cy="1107102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B011063E-A736-4018-8E4C-3E907B19FCC7}"/>
              </a:ext>
            </a:extLst>
          </p:cNvPr>
          <p:cNvGrpSpPr/>
          <p:nvPr/>
        </p:nvGrpSpPr>
        <p:grpSpPr>
          <a:xfrm>
            <a:off x="4854114" y="1523751"/>
            <a:ext cx="3879642" cy="2875473"/>
            <a:chOff x="1215031" y="2281069"/>
            <a:chExt cx="4518911" cy="3091032"/>
          </a:xfrm>
        </p:grpSpPr>
        <p:sp>
          <p:nvSpPr>
            <p:cNvPr id="23" name="Google Shape;2040;p53">
              <a:extLst>
                <a:ext uri="{FF2B5EF4-FFF2-40B4-BE49-F238E27FC236}">
                  <a16:creationId xmlns:a16="http://schemas.microsoft.com/office/drawing/2014/main" id="{2F3B96AB-4134-438B-B787-8CE9EF0B6F29}"/>
                </a:ext>
              </a:extLst>
            </p:cNvPr>
            <p:cNvSpPr/>
            <p:nvPr/>
          </p:nvSpPr>
          <p:spPr>
            <a:xfrm>
              <a:off x="5285790" y="3817633"/>
              <a:ext cx="387936" cy="390700"/>
            </a:xfrm>
            <a:custGeom>
              <a:avLst/>
              <a:gdLst/>
              <a:ahLst/>
              <a:cxnLst/>
              <a:rect l="l" t="t" r="r" b="b"/>
              <a:pathLst>
                <a:path w="19089" h="19225" extrusionOk="0">
                  <a:moveTo>
                    <a:pt x="14327" y="1"/>
                  </a:moveTo>
                  <a:lnTo>
                    <a:pt x="0" y="8272"/>
                  </a:lnTo>
                  <a:lnTo>
                    <a:pt x="19089" y="19224"/>
                  </a:lnTo>
                  <a:lnTo>
                    <a:pt x="19089" y="2746"/>
                  </a:lnTo>
                  <a:lnTo>
                    <a:pt x="14327" y="1"/>
                  </a:lnTo>
                  <a:close/>
                </a:path>
              </a:pathLst>
            </a:custGeom>
            <a:solidFill>
              <a:srgbClr val="6F22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041;p53">
              <a:extLst>
                <a:ext uri="{FF2B5EF4-FFF2-40B4-BE49-F238E27FC236}">
                  <a16:creationId xmlns:a16="http://schemas.microsoft.com/office/drawing/2014/main" id="{BB21B690-725F-45F2-BC86-593A0060D54D}"/>
                </a:ext>
              </a:extLst>
            </p:cNvPr>
            <p:cNvSpPr/>
            <p:nvPr/>
          </p:nvSpPr>
          <p:spPr>
            <a:xfrm>
              <a:off x="1229216" y="3777638"/>
              <a:ext cx="2565086" cy="1594463"/>
            </a:xfrm>
            <a:custGeom>
              <a:avLst/>
              <a:gdLst/>
              <a:ahLst/>
              <a:cxnLst/>
              <a:rect l="l" t="t" r="r" b="b"/>
              <a:pathLst>
                <a:path w="126219" h="78458" extrusionOk="0">
                  <a:moveTo>
                    <a:pt x="0" y="0"/>
                  </a:moveTo>
                  <a:lnTo>
                    <a:pt x="0" y="4460"/>
                  </a:lnTo>
                  <a:cubicBezTo>
                    <a:pt x="0" y="5977"/>
                    <a:pt x="1136" y="7863"/>
                    <a:pt x="2537" y="8672"/>
                  </a:cubicBezTo>
                  <a:lnTo>
                    <a:pt x="116699" y="74580"/>
                  </a:lnTo>
                  <a:cubicBezTo>
                    <a:pt x="116699" y="74580"/>
                    <a:pt x="116734" y="74604"/>
                    <a:pt x="116792" y="74639"/>
                  </a:cubicBezTo>
                  <a:cubicBezTo>
                    <a:pt x="116862" y="74674"/>
                    <a:pt x="116957" y="74721"/>
                    <a:pt x="117074" y="74791"/>
                  </a:cubicBezTo>
                  <a:cubicBezTo>
                    <a:pt x="117167" y="74849"/>
                    <a:pt x="117261" y="74908"/>
                    <a:pt x="117390" y="74979"/>
                  </a:cubicBezTo>
                  <a:cubicBezTo>
                    <a:pt x="117508" y="75049"/>
                    <a:pt x="117636" y="75120"/>
                    <a:pt x="117788" y="75213"/>
                  </a:cubicBezTo>
                  <a:cubicBezTo>
                    <a:pt x="118080" y="75376"/>
                    <a:pt x="118421" y="75576"/>
                    <a:pt x="118796" y="75786"/>
                  </a:cubicBezTo>
                  <a:lnTo>
                    <a:pt x="119603" y="76254"/>
                  </a:lnTo>
                  <a:cubicBezTo>
                    <a:pt x="120177" y="76584"/>
                    <a:pt x="120797" y="76946"/>
                    <a:pt x="121453" y="77321"/>
                  </a:cubicBezTo>
                  <a:cubicBezTo>
                    <a:pt x="122759" y="78070"/>
                    <a:pt x="124451" y="78457"/>
                    <a:pt x="126147" y="78457"/>
                  </a:cubicBezTo>
                  <a:cubicBezTo>
                    <a:pt x="126171" y="78457"/>
                    <a:pt x="126195" y="78457"/>
                    <a:pt x="126219" y="78457"/>
                  </a:cubicBezTo>
                  <a:lnTo>
                    <a:pt x="126219" y="72882"/>
                  </a:lnTo>
                  <a:cubicBezTo>
                    <a:pt x="124380" y="72882"/>
                    <a:pt x="122554" y="72472"/>
                    <a:pt x="121149" y="71665"/>
                  </a:cubicBezTo>
                  <a:cubicBezTo>
                    <a:pt x="121149" y="71665"/>
                    <a:pt x="116699" y="69100"/>
                    <a:pt x="116699" y="69089"/>
                  </a:cubicBezTo>
                  <a:lnTo>
                    <a:pt x="2535" y="3178"/>
                  </a:lnTo>
                  <a:cubicBezTo>
                    <a:pt x="1742" y="2719"/>
                    <a:pt x="0" y="1694"/>
                    <a:pt x="0" y="0"/>
                  </a:cubicBez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042;p53">
              <a:extLst>
                <a:ext uri="{FF2B5EF4-FFF2-40B4-BE49-F238E27FC236}">
                  <a16:creationId xmlns:a16="http://schemas.microsoft.com/office/drawing/2014/main" id="{D2CD4B26-5667-44AD-97A3-7F6405D12E25}"/>
                </a:ext>
              </a:extLst>
            </p:cNvPr>
            <p:cNvSpPr/>
            <p:nvPr/>
          </p:nvSpPr>
          <p:spPr>
            <a:xfrm>
              <a:off x="1215031" y="2727839"/>
              <a:ext cx="4422013" cy="2530964"/>
            </a:xfrm>
            <a:custGeom>
              <a:avLst/>
              <a:gdLst/>
              <a:ahLst/>
              <a:cxnLst/>
              <a:rect l="l" t="t" r="r" b="b"/>
              <a:pathLst>
                <a:path w="217592" h="124540" extrusionOk="0">
                  <a:moveTo>
                    <a:pt x="89368" y="0"/>
                  </a:moveTo>
                  <a:cubicBezTo>
                    <a:pt x="87519" y="0"/>
                    <a:pt x="85667" y="410"/>
                    <a:pt x="84258" y="1230"/>
                  </a:cubicBezTo>
                  <a:lnTo>
                    <a:pt x="16663" y="40628"/>
                  </a:lnTo>
                  <a:lnTo>
                    <a:pt x="2787" y="48720"/>
                  </a:lnTo>
                  <a:cubicBezTo>
                    <a:pt x="0" y="50347"/>
                    <a:pt x="0" y="52983"/>
                    <a:pt x="2799" y="54599"/>
                  </a:cubicBezTo>
                  <a:lnTo>
                    <a:pt x="117408" y="120757"/>
                  </a:lnTo>
                  <a:lnTo>
                    <a:pt x="121845" y="123322"/>
                  </a:lnTo>
                  <a:cubicBezTo>
                    <a:pt x="123252" y="124129"/>
                    <a:pt x="125089" y="124539"/>
                    <a:pt x="126917" y="124539"/>
                  </a:cubicBezTo>
                  <a:cubicBezTo>
                    <a:pt x="126921" y="124539"/>
                    <a:pt x="126924" y="124539"/>
                    <a:pt x="126928" y="124539"/>
                  </a:cubicBezTo>
                  <a:cubicBezTo>
                    <a:pt x="128818" y="124539"/>
                    <a:pt x="130505" y="124134"/>
                    <a:pt x="131987" y="123310"/>
                  </a:cubicBezTo>
                  <a:lnTo>
                    <a:pt x="136426" y="120746"/>
                  </a:lnTo>
                  <a:lnTo>
                    <a:pt x="136437" y="120746"/>
                  </a:lnTo>
                  <a:lnTo>
                    <a:pt x="215578" y="75047"/>
                  </a:lnTo>
                  <a:cubicBezTo>
                    <a:pt x="215683" y="74976"/>
                    <a:pt x="215800" y="74895"/>
                    <a:pt x="215906" y="74813"/>
                  </a:cubicBezTo>
                  <a:cubicBezTo>
                    <a:pt x="216023" y="74731"/>
                    <a:pt x="216128" y="74626"/>
                    <a:pt x="216245" y="74520"/>
                  </a:cubicBezTo>
                  <a:lnTo>
                    <a:pt x="216444" y="74321"/>
                  </a:lnTo>
                  <a:cubicBezTo>
                    <a:pt x="216536" y="74216"/>
                    <a:pt x="216623" y="74107"/>
                    <a:pt x="216702" y="73993"/>
                  </a:cubicBezTo>
                  <a:cubicBezTo>
                    <a:pt x="216819" y="73853"/>
                    <a:pt x="216912" y="73701"/>
                    <a:pt x="217006" y="73536"/>
                  </a:cubicBezTo>
                  <a:cubicBezTo>
                    <a:pt x="217098" y="73378"/>
                    <a:pt x="217180" y="73213"/>
                    <a:pt x="217253" y="73044"/>
                  </a:cubicBezTo>
                  <a:cubicBezTo>
                    <a:pt x="217330" y="72882"/>
                    <a:pt x="217392" y="72715"/>
                    <a:pt x="217439" y="72541"/>
                  </a:cubicBezTo>
                  <a:cubicBezTo>
                    <a:pt x="217484" y="72395"/>
                    <a:pt x="217518" y="72246"/>
                    <a:pt x="217544" y="72096"/>
                  </a:cubicBezTo>
                  <a:cubicBezTo>
                    <a:pt x="217561" y="72060"/>
                    <a:pt x="217564" y="72018"/>
                    <a:pt x="217556" y="71979"/>
                  </a:cubicBezTo>
                  <a:cubicBezTo>
                    <a:pt x="217580" y="71920"/>
                    <a:pt x="217580" y="71862"/>
                    <a:pt x="217591" y="71803"/>
                  </a:cubicBezTo>
                  <a:lnTo>
                    <a:pt x="217580" y="71792"/>
                  </a:lnTo>
                  <a:lnTo>
                    <a:pt x="205073" y="64636"/>
                  </a:lnTo>
                  <a:lnTo>
                    <a:pt x="200306" y="61897"/>
                  </a:lnTo>
                  <a:lnTo>
                    <a:pt x="94400" y="1195"/>
                  </a:lnTo>
                  <a:cubicBezTo>
                    <a:pt x="93010" y="399"/>
                    <a:pt x="91190" y="0"/>
                    <a:pt x="89368" y="0"/>
                  </a:cubicBezTo>
                  <a:close/>
                </a:path>
              </a:pathLst>
            </a:custGeom>
            <a:solidFill>
              <a:srgbClr val="922D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043;p53">
              <a:extLst>
                <a:ext uri="{FF2B5EF4-FFF2-40B4-BE49-F238E27FC236}">
                  <a16:creationId xmlns:a16="http://schemas.microsoft.com/office/drawing/2014/main" id="{F9420D71-EAE7-4A0A-A47C-09D11CEF262D}"/>
                </a:ext>
              </a:extLst>
            </p:cNvPr>
            <p:cNvSpPr/>
            <p:nvPr/>
          </p:nvSpPr>
          <p:spPr>
            <a:xfrm>
              <a:off x="1295589" y="3455913"/>
              <a:ext cx="4281483" cy="1745865"/>
            </a:xfrm>
            <a:custGeom>
              <a:avLst/>
              <a:gdLst/>
              <a:ahLst/>
              <a:cxnLst/>
              <a:rect l="l" t="t" r="r" b="b"/>
              <a:pathLst>
                <a:path w="210677" h="85908" extrusionOk="0">
                  <a:moveTo>
                    <a:pt x="0" y="1"/>
                  </a:moveTo>
                  <a:lnTo>
                    <a:pt x="0" y="14140"/>
                  </a:lnTo>
                  <a:cubicBezTo>
                    <a:pt x="0" y="15186"/>
                    <a:pt x="557" y="16153"/>
                    <a:pt x="1464" y="16676"/>
                  </a:cubicBezTo>
                  <a:lnTo>
                    <a:pt x="120025" y="85123"/>
                  </a:lnTo>
                  <a:cubicBezTo>
                    <a:pt x="120931" y="85646"/>
                    <a:pt x="121942" y="85907"/>
                    <a:pt x="122953" y="85907"/>
                  </a:cubicBezTo>
                  <a:cubicBezTo>
                    <a:pt x="123964" y="85907"/>
                    <a:pt x="124974" y="85646"/>
                    <a:pt x="125880" y="85123"/>
                  </a:cubicBezTo>
                  <a:lnTo>
                    <a:pt x="210663" y="36173"/>
                  </a:lnTo>
                  <a:lnTo>
                    <a:pt x="210676" y="20547"/>
                  </a:lnTo>
                  <a:lnTo>
                    <a:pt x="122953" y="7118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8C8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044;p53">
              <a:extLst>
                <a:ext uri="{FF2B5EF4-FFF2-40B4-BE49-F238E27FC236}">
                  <a16:creationId xmlns:a16="http://schemas.microsoft.com/office/drawing/2014/main" id="{B35E936A-1761-42C1-877F-DBFBB0F27256}"/>
                </a:ext>
              </a:extLst>
            </p:cNvPr>
            <p:cNvSpPr/>
            <p:nvPr/>
          </p:nvSpPr>
          <p:spPr>
            <a:xfrm>
              <a:off x="1295549" y="3455913"/>
              <a:ext cx="2498753" cy="1745865"/>
            </a:xfrm>
            <a:custGeom>
              <a:avLst/>
              <a:gdLst/>
              <a:ahLst/>
              <a:cxnLst/>
              <a:rect l="l" t="t" r="r" b="b"/>
              <a:pathLst>
                <a:path w="122955" h="85908" extrusionOk="0">
                  <a:moveTo>
                    <a:pt x="2" y="1"/>
                  </a:moveTo>
                  <a:lnTo>
                    <a:pt x="2" y="14140"/>
                  </a:lnTo>
                  <a:cubicBezTo>
                    <a:pt x="1" y="15186"/>
                    <a:pt x="559" y="16153"/>
                    <a:pt x="1466" y="16676"/>
                  </a:cubicBezTo>
                  <a:lnTo>
                    <a:pt x="120027" y="85123"/>
                  </a:lnTo>
                  <a:cubicBezTo>
                    <a:pt x="120917" y="85637"/>
                    <a:pt x="121926" y="85908"/>
                    <a:pt x="122955" y="85908"/>
                  </a:cubicBezTo>
                  <a:lnTo>
                    <a:pt x="122955" y="71186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045;p53">
              <a:extLst>
                <a:ext uri="{FF2B5EF4-FFF2-40B4-BE49-F238E27FC236}">
                  <a16:creationId xmlns:a16="http://schemas.microsoft.com/office/drawing/2014/main" id="{7F396CC8-C7F2-438F-A22E-F093B8A96087}"/>
                </a:ext>
              </a:extLst>
            </p:cNvPr>
            <p:cNvSpPr/>
            <p:nvPr/>
          </p:nvSpPr>
          <p:spPr>
            <a:xfrm>
              <a:off x="5552828" y="3891587"/>
              <a:ext cx="48469" cy="340077"/>
            </a:xfrm>
            <a:custGeom>
              <a:avLst/>
              <a:gdLst/>
              <a:ahLst/>
              <a:cxnLst/>
              <a:rect l="l" t="t" r="r" b="b"/>
              <a:pathLst>
                <a:path w="2385" h="16734" extrusionOk="0">
                  <a:moveTo>
                    <a:pt x="1629" y="0"/>
                  </a:moveTo>
                  <a:cubicBezTo>
                    <a:pt x="1494" y="0"/>
                    <a:pt x="1347" y="42"/>
                    <a:pt x="1194" y="131"/>
                  </a:cubicBezTo>
                  <a:cubicBezTo>
                    <a:pt x="535" y="511"/>
                    <a:pt x="0" y="1604"/>
                    <a:pt x="0" y="2576"/>
                  </a:cubicBezTo>
                  <a:lnTo>
                    <a:pt x="0" y="15533"/>
                  </a:lnTo>
                  <a:cubicBezTo>
                    <a:pt x="0" y="16278"/>
                    <a:pt x="314" y="16734"/>
                    <a:pt x="756" y="16734"/>
                  </a:cubicBezTo>
                  <a:cubicBezTo>
                    <a:pt x="889" y="16734"/>
                    <a:pt x="1034" y="16692"/>
                    <a:pt x="1186" y="16604"/>
                  </a:cubicBezTo>
                  <a:cubicBezTo>
                    <a:pt x="1841" y="16226"/>
                    <a:pt x="2373" y="15133"/>
                    <a:pt x="2373" y="14164"/>
                  </a:cubicBezTo>
                  <a:lnTo>
                    <a:pt x="2384" y="1199"/>
                  </a:lnTo>
                  <a:cubicBezTo>
                    <a:pt x="2385" y="456"/>
                    <a:pt x="2072" y="0"/>
                    <a:pt x="1629" y="0"/>
                  </a:cubicBezTo>
                  <a:close/>
                </a:path>
              </a:pathLst>
            </a:custGeom>
            <a:solidFill>
              <a:srgbClr val="FFDB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046;p53">
              <a:extLst>
                <a:ext uri="{FF2B5EF4-FFF2-40B4-BE49-F238E27FC236}">
                  <a16:creationId xmlns:a16="http://schemas.microsoft.com/office/drawing/2014/main" id="{AC825548-6B35-4CD6-ABFA-27DD8F16CD38}"/>
                </a:ext>
              </a:extLst>
            </p:cNvPr>
            <p:cNvSpPr/>
            <p:nvPr/>
          </p:nvSpPr>
          <p:spPr>
            <a:xfrm>
              <a:off x="1229216" y="3331133"/>
              <a:ext cx="2565065" cy="1594503"/>
            </a:xfrm>
            <a:custGeom>
              <a:avLst/>
              <a:gdLst/>
              <a:ahLst/>
              <a:cxnLst/>
              <a:rect l="l" t="t" r="r" b="b"/>
              <a:pathLst>
                <a:path w="126218" h="78460" extrusionOk="0">
                  <a:moveTo>
                    <a:pt x="2" y="1"/>
                  </a:moveTo>
                  <a:cubicBezTo>
                    <a:pt x="2" y="1"/>
                    <a:pt x="0" y="3753"/>
                    <a:pt x="0" y="4463"/>
                  </a:cubicBezTo>
                  <a:cubicBezTo>
                    <a:pt x="0" y="5979"/>
                    <a:pt x="1135" y="7864"/>
                    <a:pt x="2535" y="8673"/>
                  </a:cubicBezTo>
                  <a:lnTo>
                    <a:pt x="54915" y="38903"/>
                  </a:lnTo>
                  <a:cubicBezTo>
                    <a:pt x="54915" y="38903"/>
                    <a:pt x="116697" y="74584"/>
                    <a:pt x="116721" y="74595"/>
                  </a:cubicBezTo>
                  <a:lnTo>
                    <a:pt x="116909" y="74701"/>
                  </a:lnTo>
                  <a:cubicBezTo>
                    <a:pt x="117237" y="74899"/>
                    <a:pt x="117903" y="75287"/>
                    <a:pt x="118794" y="75790"/>
                  </a:cubicBezTo>
                  <a:lnTo>
                    <a:pt x="119601" y="76258"/>
                  </a:lnTo>
                  <a:cubicBezTo>
                    <a:pt x="120176" y="76586"/>
                    <a:pt x="120796" y="76950"/>
                    <a:pt x="121451" y="77325"/>
                  </a:cubicBezTo>
                  <a:cubicBezTo>
                    <a:pt x="122755" y="78072"/>
                    <a:pt x="124443" y="78460"/>
                    <a:pt x="126136" y="78460"/>
                  </a:cubicBezTo>
                  <a:cubicBezTo>
                    <a:pt x="126163" y="78460"/>
                    <a:pt x="126190" y="78460"/>
                    <a:pt x="126217" y="78459"/>
                  </a:cubicBezTo>
                  <a:lnTo>
                    <a:pt x="126217" y="72862"/>
                  </a:lnTo>
                  <a:cubicBezTo>
                    <a:pt x="124380" y="72862"/>
                    <a:pt x="122552" y="72463"/>
                    <a:pt x="121136" y="71644"/>
                  </a:cubicBezTo>
                  <a:cubicBezTo>
                    <a:pt x="121136" y="71644"/>
                    <a:pt x="116708" y="69091"/>
                    <a:pt x="116697" y="69091"/>
                  </a:cubicBezTo>
                  <a:lnTo>
                    <a:pt x="59681" y="36163"/>
                  </a:lnTo>
                  <a:lnTo>
                    <a:pt x="2535" y="3182"/>
                  </a:lnTo>
                  <a:cubicBezTo>
                    <a:pt x="1791" y="2751"/>
                    <a:pt x="2" y="1754"/>
                    <a:pt x="2" y="1"/>
                  </a:cubicBez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047;p53">
              <a:extLst>
                <a:ext uri="{FF2B5EF4-FFF2-40B4-BE49-F238E27FC236}">
                  <a16:creationId xmlns:a16="http://schemas.microsoft.com/office/drawing/2014/main" id="{394FCFFF-0559-4BEA-B8B3-A5824D1782A6}"/>
                </a:ext>
              </a:extLst>
            </p:cNvPr>
            <p:cNvSpPr/>
            <p:nvPr/>
          </p:nvSpPr>
          <p:spPr>
            <a:xfrm>
              <a:off x="1215031" y="2281069"/>
              <a:ext cx="4490053" cy="2530842"/>
            </a:xfrm>
            <a:custGeom>
              <a:avLst/>
              <a:gdLst/>
              <a:ahLst/>
              <a:cxnLst/>
              <a:rect l="l" t="t" r="r" b="b"/>
              <a:pathLst>
                <a:path w="220940" h="124534" extrusionOk="0">
                  <a:moveTo>
                    <a:pt x="220779" y="73670"/>
                  </a:moveTo>
                  <a:lnTo>
                    <a:pt x="220940" y="73762"/>
                  </a:lnTo>
                  <a:cubicBezTo>
                    <a:pt x="220890" y="73726"/>
                    <a:pt x="220836" y="73695"/>
                    <a:pt x="220779" y="73670"/>
                  </a:cubicBezTo>
                  <a:close/>
                  <a:moveTo>
                    <a:pt x="89377" y="0"/>
                  </a:moveTo>
                  <a:cubicBezTo>
                    <a:pt x="87525" y="0"/>
                    <a:pt x="85670" y="413"/>
                    <a:pt x="84258" y="1234"/>
                  </a:cubicBezTo>
                  <a:lnTo>
                    <a:pt x="2787" y="48726"/>
                  </a:lnTo>
                  <a:cubicBezTo>
                    <a:pt x="0" y="50353"/>
                    <a:pt x="0" y="52975"/>
                    <a:pt x="2799" y="54603"/>
                  </a:cubicBezTo>
                  <a:lnTo>
                    <a:pt x="16663" y="62612"/>
                  </a:lnTo>
                  <a:lnTo>
                    <a:pt x="117408" y="120761"/>
                  </a:lnTo>
                  <a:lnTo>
                    <a:pt x="121845" y="123326"/>
                  </a:lnTo>
                  <a:cubicBezTo>
                    <a:pt x="123252" y="124133"/>
                    <a:pt x="125089" y="124532"/>
                    <a:pt x="126917" y="124532"/>
                  </a:cubicBezTo>
                  <a:cubicBezTo>
                    <a:pt x="126965" y="124533"/>
                    <a:pt x="127012" y="124533"/>
                    <a:pt x="127060" y="124533"/>
                  </a:cubicBezTo>
                  <a:cubicBezTo>
                    <a:pt x="128937" y="124533"/>
                    <a:pt x="130556" y="124078"/>
                    <a:pt x="131998" y="123314"/>
                  </a:cubicBezTo>
                  <a:lnTo>
                    <a:pt x="136426" y="120761"/>
                  </a:lnTo>
                  <a:lnTo>
                    <a:pt x="136437" y="120761"/>
                  </a:lnTo>
                  <a:lnTo>
                    <a:pt x="200308" y="83881"/>
                  </a:lnTo>
                  <a:lnTo>
                    <a:pt x="214324" y="75789"/>
                  </a:lnTo>
                  <a:lnTo>
                    <a:pt x="217287" y="74080"/>
                  </a:lnTo>
                  <a:cubicBezTo>
                    <a:pt x="217697" y="73857"/>
                    <a:pt x="218083" y="73681"/>
                    <a:pt x="218458" y="73564"/>
                  </a:cubicBezTo>
                  <a:cubicBezTo>
                    <a:pt x="218658" y="73505"/>
                    <a:pt x="218832" y="73458"/>
                    <a:pt x="219020" y="73436"/>
                  </a:cubicBezTo>
                  <a:cubicBezTo>
                    <a:pt x="219194" y="73404"/>
                    <a:pt x="219369" y="73388"/>
                    <a:pt x="219546" y="73388"/>
                  </a:cubicBezTo>
                  <a:cubicBezTo>
                    <a:pt x="219554" y="73388"/>
                    <a:pt x="219562" y="73388"/>
                    <a:pt x="219571" y="73388"/>
                  </a:cubicBezTo>
                  <a:cubicBezTo>
                    <a:pt x="219688" y="73390"/>
                    <a:pt x="219805" y="73398"/>
                    <a:pt x="219922" y="73412"/>
                  </a:cubicBezTo>
                  <a:cubicBezTo>
                    <a:pt x="220033" y="73421"/>
                    <a:pt x="220144" y="73445"/>
                    <a:pt x="220250" y="73482"/>
                  </a:cubicBezTo>
                  <a:cubicBezTo>
                    <a:pt x="220327" y="73493"/>
                    <a:pt x="220403" y="73516"/>
                    <a:pt x="220473" y="73551"/>
                  </a:cubicBezTo>
                  <a:cubicBezTo>
                    <a:pt x="220547" y="73564"/>
                    <a:pt x="220620" y="73591"/>
                    <a:pt x="220683" y="73633"/>
                  </a:cubicBezTo>
                  <a:cubicBezTo>
                    <a:pt x="220716" y="73644"/>
                    <a:pt x="220748" y="73656"/>
                    <a:pt x="220779" y="73670"/>
                  </a:cubicBezTo>
                  <a:lnTo>
                    <a:pt x="220779" y="73670"/>
                  </a:lnTo>
                  <a:lnTo>
                    <a:pt x="94400" y="1199"/>
                  </a:lnTo>
                  <a:cubicBezTo>
                    <a:pt x="93012" y="399"/>
                    <a:pt x="91197" y="0"/>
                    <a:pt x="89377" y="0"/>
                  </a:cubicBezTo>
                  <a:close/>
                </a:path>
              </a:pathLst>
            </a:custGeom>
            <a:solidFill>
              <a:srgbClr val="E747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048;p53">
              <a:extLst>
                <a:ext uri="{FF2B5EF4-FFF2-40B4-BE49-F238E27FC236}">
                  <a16:creationId xmlns:a16="http://schemas.microsoft.com/office/drawing/2014/main" id="{EBB62239-A00F-4E0F-878E-F3F0BF548FBC}"/>
                </a:ext>
              </a:extLst>
            </p:cNvPr>
            <p:cNvSpPr/>
            <p:nvPr/>
          </p:nvSpPr>
          <p:spPr>
            <a:xfrm>
              <a:off x="3794281" y="3772497"/>
              <a:ext cx="1939661" cy="1599604"/>
            </a:xfrm>
            <a:custGeom>
              <a:avLst/>
              <a:gdLst/>
              <a:ahLst/>
              <a:cxnLst/>
              <a:rect l="l" t="t" r="r" b="b"/>
              <a:pathLst>
                <a:path w="95444" h="78711" extrusionOk="0">
                  <a:moveTo>
                    <a:pt x="92630" y="0"/>
                  </a:moveTo>
                  <a:cubicBezTo>
                    <a:pt x="92453" y="0"/>
                    <a:pt x="92278" y="16"/>
                    <a:pt x="92104" y="46"/>
                  </a:cubicBezTo>
                  <a:cubicBezTo>
                    <a:pt x="91917" y="70"/>
                    <a:pt x="91742" y="117"/>
                    <a:pt x="91542" y="176"/>
                  </a:cubicBezTo>
                  <a:cubicBezTo>
                    <a:pt x="91167" y="293"/>
                    <a:pt x="90781" y="469"/>
                    <a:pt x="90371" y="690"/>
                  </a:cubicBezTo>
                  <a:lnTo>
                    <a:pt x="87408" y="2401"/>
                  </a:lnTo>
                  <a:lnTo>
                    <a:pt x="73390" y="10493"/>
                  </a:lnTo>
                  <a:lnTo>
                    <a:pt x="9521" y="47373"/>
                  </a:lnTo>
                  <a:lnTo>
                    <a:pt x="9510" y="47373"/>
                  </a:lnTo>
                  <a:lnTo>
                    <a:pt x="5082" y="49926"/>
                  </a:lnTo>
                  <a:lnTo>
                    <a:pt x="5071" y="49938"/>
                  </a:lnTo>
                  <a:cubicBezTo>
                    <a:pt x="3667" y="50745"/>
                    <a:pt x="1840" y="51144"/>
                    <a:pt x="1" y="51144"/>
                  </a:cubicBezTo>
                  <a:lnTo>
                    <a:pt x="1" y="56743"/>
                  </a:lnTo>
                  <a:cubicBezTo>
                    <a:pt x="25" y="56743"/>
                    <a:pt x="49" y="56743"/>
                    <a:pt x="73" y="56743"/>
                  </a:cubicBezTo>
                  <a:cubicBezTo>
                    <a:pt x="1769" y="56743"/>
                    <a:pt x="3461" y="56356"/>
                    <a:pt x="4767" y="55607"/>
                  </a:cubicBezTo>
                  <a:cubicBezTo>
                    <a:pt x="5422" y="55232"/>
                    <a:pt x="6043" y="54869"/>
                    <a:pt x="6617" y="54540"/>
                  </a:cubicBezTo>
                  <a:lnTo>
                    <a:pt x="7426" y="54072"/>
                  </a:lnTo>
                  <a:cubicBezTo>
                    <a:pt x="8315" y="53569"/>
                    <a:pt x="8983" y="53182"/>
                    <a:pt x="9310" y="52983"/>
                  </a:cubicBezTo>
                  <a:lnTo>
                    <a:pt x="9497" y="52879"/>
                  </a:lnTo>
                  <a:cubicBezTo>
                    <a:pt x="9503" y="52871"/>
                    <a:pt x="9511" y="52868"/>
                    <a:pt x="9521" y="52866"/>
                  </a:cubicBezTo>
                  <a:lnTo>
                    <a:pt x="78158" y="13234"/>
                  </a:lnTo>
                  <a:lnTo>
                    <a:pt x="88662" y="7167"/>
                  </a:lnTo>
                  <a:cubicBezTo>
                    <a:pt x="88985" y="6980"/>
                    <a:pt x="89290" y="6892"/>
                    <a:pt x="89562" y="6892"/>
                  </a:cubicBezTo>
                  <a:cubicBezTo>
                    <a:pt x="90227" y="6892"/>
                    <a:pt x="90688" y="7423"/>
                    <a:pt x="90688" y="8338"/>
                  </a:cubicBezTo>
                  <a:lnTo>
                    <a:pt x="90688" y="20130"/>
                  </a:lnTo>
                  <a:cubicBezTo>
                    <a:pt x="90691" y="20216"/>
                    <a:pt x="90683" y="20303"/>
                    <a:pt x="90664" y="20387"/>
                  </a:cubicBezTo>
                  <a:cubicBezTo>
                    <a:pt x="90677" y="20447"/>
                    <a:pt x="90664" y="20504"/>
                    <a:pt x="90640" y="20575"/>
                  </a:cubicBezTo>
                  <a:cubicBezTo>
                    <a:pt x="90650" y="20613"/>
                    <a:pt x="90645" y="20654"/>
                    <a:pt x="90629" y="20692"/>
                  </a:cubicBezTo>
                  <a:cubicBezTo>
                    <a:pt x="90604" y="20842"/>
                    <a:pt x="90569" y="20991"/>
                    <a:pt x="90523" y="21137"/>
                  </a:cubicBezTo>
                  <a:cubicBezTo>
                    <a:pt x="90477" y="21309"/>
                    <a:pt x="90414" y="21478"/>
                    <a:pt x="90337" y="21640"/>
                  </a:cubicBezTo>
                  <a:cubicBezTo>
                    <a:pt x="90264" y="21808"/>
                    <a:pt x="90182" y="21972"/>
                    <a:pt x="90091" y="22132"/>
                  </a:cubicBezTo>
                  <a:cubicBezTo>
                    <a:pt x="89996" y="22297"/>
                    <a:pt x="89903" y="22449"/>
                    <a:pt x="89786" y="22589"/>
                  </a:cubicBezTo>
                  <a:cubicBezTo>
                    <a:pt x="89707" y="22703"/>
                    <a:pt x="89621" y="22812"/>
                    <a:pt x="89530" y="22917"/>
                  </a:cubicBezTo>
                  <a:lnTo>
                    <a:pt x="89330" y="23116"/>
                  </a:lnTo>
                  <a:cubicBezTo>
                    <a:pt x="89227" y="23225"/>
                    <a:pt x="89113" y="23324"/>
                    <a:pt x="88990" y="23409"/>
                  </a:cubicBezTo>
                  <a:cubicBezTo>
                    <a:pt x="88886" y="23490"/>
                    <a:pt x="88768" y="23572"/>
                    <a:pt x="88662" y="23643"/>
                  </a:cubicBezTo>
                  <a:lnTo>
                    <a:pt x="9522" y="69341"/>
                  </a:lnTo>
                  <a:lnTo>
                    <a:pt x="9522" y="69353"/>
                  </a:lnTo>
                  <a:lnTo>
                    <a:pt x="5071" y="71917"/>
                  </a:lnTo>
                  <a:cubicBezTo>
                    <a:pt x="3667" y="72725"/>
                    <a:pt x="1840" y="73135"/>
                    <a:pt x="1" y="73135"/>
                  </a:cubicBezTo>
                  <a:lnTo>
                    <a:pt x="1" y="78710"/>
                  </a:lnTo>
                  <a:cubicBezTo>
                    <a:pt x="25" y="78710"/>
                    <a:pt x="49" y="78710"/>
                    <a:pt x="73" y="78710"/>
                  </a:cubicBezTo>
                  <a:cubicBezTo>
                    <a:pt x="1769" y="78710"/>
                    <a:pt x="3461" y="78323"/>
                    <a:pt x="4767" y="77574"/>
                  </a:cubicBezTo>
                  <a:cubicBezTo>
                    <a:pt x="5422" y="77199"/>
                    <a:pt x="6043" y="76837"/>
                    <a:pt x="6617" y="76507"/>
                  </a:cubicBezTo>
                  <a:lnTo>
                    <a:pt x="7426" y="76039"/>
                  </a:lnTo>
                  <a:cubicBezTo>
                    <a:pt x="7799" y="75829"/>
                    <a:pt x="8139" y="75629"/>
                    <a:pt x="8432" y="75466"/>
                  </a:cubicBezTo>
                  <a:cubicBezTo>
                    <a:pt x="8584" y="75373"/>
                    <a:pt x="8714" y="75302"/>
                    <a:pt x="8831" y="75232"/>
                  </a:cubicBezTo>
                  <a:cubicBezTo>
                    <a:pt x="8959" y="75161"/>
                    <a:pt x="9052" y="75102"/>
                    <a:pt x="9147" y="75044"/>
                  </a:cubicBezTo>
                  <a:cubicBezTo>
                    <a:pt x="9263" y="74974"/>
                    <a:pt x="9358" y="74927"/>
                    <a:pt x="9427" y="74892"/>
                  </a:cubicBezTo>
                  <a:cubicBezTo>
                    <a:pt x="9487" y="74857"/>
                    <a:pt x="9521" y="74833"/>
                    <a:pt x="9521" y="74833"/>
                  </a:cubicBezTo>
                  <a:lnTo>
                    <a:pt x="90371" y="28152"/>
                  </a:lnTo>
                  <a:cubicBezTo>
                    <a:pt x="93171" y="26534"/>
                    <a:pt x="95443" y="22600"/>
                    <a:pt x="95443" y="19369"/>
                  </a:cubicBezTo>
                  <a:lnTo>
                    <a:pt x="95443" y="3619"/>
                  </a:lnTo>
                  <a:cubicBezTo>
                    <a:pt x="95443" y="2049"/>
                    <a:pt x="94903" y="937"/>
                    <a:pt x="94038" y="375"/>
                  </a:cubicBezTo>
                  <a:lnTo>
                    <a:pt x="94027" y="375"/>
                  </a:lnTo>
                  <a:lnTo>
                    <a:pt x="93862" y="282"/>
                  </a:lnTo>
                  <a:cubicBezTo>
                    <a:pt x="93827" y="269"/>
                    <a:pt x="93804" y="258"/>
                    <a:pt x="93769" y="245"/>
                  </a:cubicBezTo>
                  <a:cubicBezTo>
                    <a:pt x="93699" y="211"/>
                    <a:pt x="93628" y="176"/>
                    <a:pt x="93558" y="165"/>
                  </a:cubicBezTo>
                  <a:cubicBezTo>
                    <a:pt x="93489" y="128"/>
                    <a:pt x="93413" y="105"/>
                    <a:pt x="93335" y="94"/>
                  </a:cubicBezTo>
                  <a:cubicBezTo>
                    <a:pt x="93229" y="57"/>
                    <a:pt x="93119" y="33"/>
                    <a:pt x="93006" y="24"/>
                  </a:cubicBezTo>
                  <a:cubicBezTo>
                    <a:pt x="92889" y="10"/>
                    <a:pt x="92772" y="2"/>
                    <a:pt x="92655" y="0"/>
                  </a:cubicBezTo>
                  <a:cubicBezTo>
                    <a:pt x="92646" y="0"/>
                    <a:pt x="92638" y="0"/>
                    <a:pt x="92630" y="0"/>
                  </a:cubicBezTo>
                  <a:close/>
                </a:path>
              </a:pathLst>
            </a:custGeom>
            <a:solidFill>
              <a:srgbClr val="C23C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College Newsletter by Slidesgo">
  <a:themeElements>
    <a:clrScheme name="Simple Light">
      <a:dk1>
        <a:srgbClr val="324788"/>
      </a:dk1>
      <a:lt1>
        <a:srgbClr val="F5FBFB"/>
      </a:lt1>
      <a:dk2>
        <a:srgbClr val="595959"/>
      </a:dk2>
      <a:lt2>
        <a:srgbClr val="E2ECFF"/>
      </a:lt2>
      <a:accent1>
        <a:srgbClr val="FF66A7"/>
      </a:accent1>
      <a:accent2>
        <a:srgbClr val="90C4FE"/>
      </a:accent2>
      <a:accent3>
        <a:srgbClr val="706EDC"/>
      </a:accent3>
      <a:accent4>
        <a:srgbClr val="FFDB4C"/>
      </a:accent4>
      <a:accent5>
        <a:srgbClr val="FF66A7"/>
      </a:accent5>
      <a:accent6>
        <a:srgbClr val="90C4FE"/>
      </a:accent6>
      <a:hlink>
        <a:srgbClr val="32478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2023</TotalTime>
  <Words>2441</Words>
  <Application>Microsoft Office PowerPoint</Application>
  <PresentationFormat>On-screen Show (16:9)</PresentationFormat>
  <Paragraphs>664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2" baseType="lpstr">
      <vt:lpstr>Times New Roman</vt:lpstr>
      <vt:lpstr>Consolas</vt:lpstr>
      <vt:lpstr>Fira Sans Extra Condensed Medium</vt:lpstr>
      <vt:lpstr>Symbol</vt:lpstr>
      <vt:lpstr>Raleway</vt:lpstr>
      <vt:lpstr>Nunito Light</vt:lpstr>
      <vt:lpstr>Arial</vt:lpstr>
      <vt:lpstr>Dosis ExtraLight</vt:lpstr>
      <vt:lpstr>Raleway Light</vt:lpstr>
      <vt:lpstr>College Newsletter by Slidesgo</vt:lpstr>
      <vt:lpstr>RANCANG BANGUN APLIKASI LINK-MATCH KAMPUS STT-NF MODUL DOSEN BERBASIS MOBILE MENGGUNAKAN FLUTTER</vt:lpstr>
      <vt:lpstr>PENDAHULUAN</vt:lpstr>
      <vt:lpstr>PENDAHULUAN</vt:lpstr>
      <vt:lpstr>REVISI SEMINAR HASIL</vt:lpstr>
      <vt:lpstr>REVISI SEMINAR HASIL</vt:lpstr>
      <vt:lpstr>IDENTIFIKASI MASALAH</vt:lpstr>
      <vt:lpstr>IDENTIFIKASI MASALAH</vt:lpstr>
      <vt:lpstr>IDENTIFIKASI MASALAH</vt:lpstr>
      <vt:lpstr>TAHAPAN PENELITIAN</vt:lpstr>
      <vt:lpstr>PowerPoint Presentation</vt:lpstr>
      <vt:lpstr>ANALISIS SISTEM</vt:lpstr>
      <vt:lpstr>Scrum Master</vt:lpstr>
      <vt:lpstr>02 - Team management</vt:lpstr>
      <vt:lpstr>PERANCANGAN SISTEM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IMPLEMENTASI SCRUM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HASIL PENGUJIAN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IMPLEMENTASI (DEMO APLIKASI)</vt:lpstr>
      <vt:lpstr>KESIMPULAN DAN SARAN</vt:lpstr>
      <vt:lpstr>PowerPoint Presentation</vt:lpstr>
      <vt:lpstr>PowerPoint Presentation</vt:lpstr>
      <vt:lpstr>JAZAKUMULLAH KHAIRAN KATSIRAN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COLLEGE NEWSLETTER</dc:title>
  <dc:creator>Ardith Lutfiawan</dc:creator>
  <cp:lastModifiedBy>Ardith Lutfiawan</cp:lastModifiedBy>
  <cp:revision>261</cp:revision>
  <dcterms:modified xsi:type="dcterms:W3CDTF">2021-02-10T00:39:16Z</dcterms:modified>
</cp:coreProperties>
</file>